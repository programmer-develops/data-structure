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97" r:id="rId2"/>
    <p:sldId id="1057" r:id="rId3"/>
    <p:sldId id="740" r:id="rId4"/>
    <p:sldId id="1058" r:id="rId5"/>
    <p:sldId id="741" r:id="rId6"/>
    <p:sldId id="835" r:id="rId7"/>
    <p:sldId id="878" r:id="rId8"/>
    <p:sldId id="1069" r:id="rId9"/>
    <p:sldId id="879" r:id="rId10"/>
    <p:sldId id="1065" r:id="rId11"/>
    <p:sldId id="1030" r:id="rId12"/>
    <p:sldId id="1067" r:id="rId13"/>
    <p:sldId id="1068" r:id="rId14"/>
    <p:sldId id="1066" r:id="rId15"/>
    <p:sldId id="1031" r:id="rId16"/>
    <p:sldId id="1059" r:id="rId17"/>
    <p:sldId id="1060" r:id="rId18"/>
    <p:sldId id="1061" r:id="rId19"/>
    <p:sldId id="1062" r:id="rId20"/>
    <p:sldId id="1063" r:id="rId21"/>
    <p:sldId id="1064" r:id="rId22"/>
    <p:sldId id="269" r:id="rId2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4C1BBF-BCEB-4A6B-9F18-8FC769BE54E5}" v="102" dt="2026-01-10T06:19:27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11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0T06:20:03.277" v="911" actId="20577"/>
      <pc:docMkLst>
        <pc:docMk/>
      </pc:docMkLst>
      <pc:sldChg chg="addSp modSp mod">
        <pc:chgData name="shahjad israil" userId="765442391d65c39a" providerId="LiveId" clId="{AD403976-A7C0-4C75-AA9D-6F93FECD3E33}" dt="2026-01-10T06:06:03.088" v="700" actId="1076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6:06:03.088" v="700" actId="1076"/>
          <ac:spMkLst>
            <pc:docMk/>
            <pc:sldMk cId="4142536426" sldId="497"/>
            <ac:spMk id="3" creationId="{0B80FED1-4584-C6DC-D729-239C0E85D546}"/>
          </ac:spMkLst>
        </pc:spChg>
        <pc:spChg chg="mod">
          <ac:chgData name="shahjad israil" userId="765442391d65c39a" providerId="LiveId" clId="{AD403976-A7C0-4C75-AA9D-6F93FECD3E33}" dt="2026-01-10T06:05:47.013" v="697" actId="2710"/>
          <ac:spMkLst>
            <pc:docMk/>
            <pc:sldMk cId="4142536426" sldId="497"/>
            <ac:spMk id="5" creationId="{F735F61E-D087-D90C-58CB-F3056C508EEF}"/>
          </ac:spMkLst>
        </pc:spChg>
        <pc:spChg chg="mod">
          <ac:chgData name="shahjad israil" userId="765442391d65c39a" providerId="LiveId" clId="{AD403976-A7C0-4C75-AA9D-6F93FECD3E33}" dt="2026-01-10T06:05:24.148" v="692" actId="1076"/>
          <ac:spMkLst>
            <pc:docMk/>
            <pc:sldMk cId="4142536426" sldId="497"/>
            <ac:spMk id="7" creationId="{0A7DA37A-11B2-EE8B-F6D4-23A07A6F9262}"/>
          </ac:spMkLst>
        </pc:spChg>
        <pc:picChg chg="mod">
          <ac:chgData name="shahjad israil" userId="765442391d65c39a" providerId="LiveId" clId="{AD403976-A7C0-4C75-AA9D-6F93FECD3E33}" dt="2026-01-10T06:05:58.130" v="699" actId="1076"/>
          <ac:picMkLst>
            <pc:docMk/>
            <pc:sldMk cId="4142536426" sldId="497"/>
            <ac:picMk id="4" creationId="{00000000-0000-0000-0000-000000000000}"/>
          </ac:picMkLst>
        </pc:picChg>
      </pc:sldChg>
      <pc:sldChg chg="addSp delSp modSp mod">
        <pc:chgData name="shahjad israil" userId="765442391d65c39a" providerId="LiveId" clId="{AD403976-A7C0-4C75-AA9D-6F93FECD3E33}" dt="2025-12-25T14:47:17.269" v="321" actId="255"/>
        <pc:sldMkLst>
          <pc:docMk/>
          <pc:sldMk cId="1654840783" sldId="740"/>
        </pc:sldMkLst>
        <pc:spChg chg="add mod">
          <ac:chgData name="shahjad israil" userId="765442391d65c39a" providerId="LiveId" clId="{AD403976-A7C0-4C75-AA9D-6F93FECD3E33}" dt="2025-12-25T14:47:17.269" v="321" actId="255"/>
          <ac:spMkLst>
            <pc:docMk/>
            <pc:sldMk cId="1654840783" sldId="740"/>
            <ac:spMk id="14" creationId="{92AE72C7-3EC7-6CA2-6B7A-44ECBA7BE1F1}"/>
          </ac:spMkLst>
        </pc:spChg>
      </pc:sldChg>
      <pc:sldChg chg="addSp delSp modSp mod">
        <pc:chgData name="shahjad israil" userId="765442391d65c39a" providerId="LiveId" clId="{AD403976-A7C0-4C75-AA9D-6F93FECD3E33}" dt="2026-01-10T06:07:26.476" v="710" actId="255"/>
        <pc:sldMkLst>
          <pc:docMk/>
          <pc:sldMk cId="1239496716" sldId="741"/>
        </pc:sldMkLst>
        <pc:spChg chg="mod">
          <ac:chgData name="shahjad israil" userId="765442391d65c39a" providerId="LiveId" clId="{AD403976-A7C0-4C75-AA9D-6F93FECD3E33}" dt="2026-01-10T06:07:26.476" v="710" actId="255"/>
          <ac:spMkLst>
            <pc:docMk/>
            <pc:sldMk cId="1239496716" sldId="741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6-01-10T06:07:18.273" v="709" actId="114"/>
          <ac:spMkLst>
            <pc:docMk/>
            <pc:sldMk cId="1239496716" sldId="741"/>
            <ac:spMk id="15" creationId="{9F0D5952-90EC-EFC7-AC9D-1F0A71D70CB1}"/>
          </ac:spMkLst>
        </pc:spChg>
      </pc:sldChg>
      <pc:sldChg chg="modSp mod">
        <pc:chgData name="shahjad israil" userId="765442391d65c39a" providerId="LiveId" clId="{AD403976-A7C0-4C75-AA9D-6F93FECD3E33}" dt="2026-01-10T06:07:45.152" v="729" actId="20577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5-12-25T14:51:19.619" v="449" actId="255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6:07:45.152" v="729" actId="20577"/>
          <ac:spMkLst>
            <pc:docMk/>
            <pc:sldMk cId="1200935623" sldId="835"/>
            <ac:spMk id="5" creationId="{00000000-0000-0000-0000-000000000000}"/>
          </ac:spMkLst>
        </pc:spChg>
      </pc:sldChg>
      <pc:sldChg chg="addSp delSp modSp mod">
        <pc:chgData name="shahjad israil" userId="765442391d65c39a" providerId="LiveId" clId="{AD403976-A7C0-4C75-AA9D-6F93FECD3E33}" dt="2026-01-10T06:19:52.242" v="909" actId="255"/>
        <pc:sldMkLst>
          <pc:docMk/>
          <pc:sldMk cId="566196382" sldId="878"/>
        </pc:sldMkLst>
        <pc:spChg chg="mod">
          <ac:chgData name="shahjad israil" userId="765442391d65c39a" providerId="LiveId" clId="{AD403976-A7C0-4C75-AA9D-6F93FECD3E33}" dt="2026-01-10T06:19:45.157" v="908" actId="20577"/>
          <ac:spMkLst>
            <pc:docMk/>
            <pc:sldMk cId="566196382" sldId="878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6:19:52.242" v="909" actId="255"/>
          <ac:spMkLst>
            <pc:docMk/>
            <pc:sldMk cId="566196382" sldId="878"/>
            <ac:spMk id="5" creationId="{00000000-0000-0000-0000-000000000000}"/>
          </ac:spMkLst>
        </pc:spChg>
        <pc:picChg chg="add del mod">
          <ac:chgData name="shahjad israil" userId="765442391d65c39a" providerId="LiveId" clId="{AD403976-A7C0-4C75-AA9D-6F93FECD3E33}" dt="2026-01-10T06:19:18.260" v="879" actId="21"/>
          <ac:picMkLst>
            <pc:docMk/>
            <pc:sldMk cId="566196382" sldId="878"/>
            <ac:picMk id="11" creationId="{12D57ADC-3B52-4397-4533-CC1049A2CCB9}"/>
          </ac:picMkLst>
        </pc:picChg>
      </pc:sldChg>
      <pc:sldChg chg="modSp mod">
        <pc:chgData name="shahjad israil" userId="765442391d65c39a" providerId="LiveId" clId="{AD403976-A7C0-4C75-AA9D-6F93FECD3E33}" dt="2026-01-10T06:20:03.277" v="911" actId="20577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5-12-25T14:57:39.003" v="496" actId="255"/>
          <ac:spMkLst>
            <pc:docMk/>
            <pc:sldMk cId="2157738065" sldId="879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6:20:03.277" v="911" actId="20577"/>
          <ac:spMkLst>
            <pc:docMk/>
            <pc:sldMk cId="2157738065" sldId="879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6-01-10T06:16:04.546" v="836" actId="5793"/>
        <pc:sldMkLst>
          <pc:docMk/>
          <pc:sldMk cId="256811407" sldId="1030"/>
        </pc:sldMkLst>
        <pc:spChg chg="mod">
          <ac:chgData name="shahjad israil" userId="765442391d65c39a" providerId="LiveId" clId="{AD403976-A7C0-4C75-AA9D-6F93FECD3E33}" dt="2026-01-10T06:16:04.546" v="836" actId="5793"/>
          <ac:spMkLst>
            <pc:docMk/>
            <pc:sldMk cId="256811407" sldId="1030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6:14:24.318" v="794" actId="20577"/>
          <ac:spMkLst>
            <pc:docMk/>
            <pc:sldMk cId="256811407" sldId="1030"/>
            <ac:spMk id="6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5-12-25T15:00:14.904" v="531" actId="20577"/>
        <pc:sldMkLst>
          <pc:docMk/>
          <pc:sldMk cId="1311512296" sldId="1031"/>
        </pc:sldMkLst>
        <pc:spChg chg="mod">
          <ac:chgData name="shahjad israil" userId="765442391d65c39a" providerId="LiveId" clId="{AD403976-A7C0-4C75-AA9D-6F93FECD3E33}" dt="2025-12-25T15:00:14.904" v="531" actId="20577"/>
          <ac:spMkLst>
            <pc:docMk/>
            <pc:sldMk cId="1311512296" sldId="1031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5-12-25T14:59:39.790" v="523" actId="255"/>
          <ac:spMkLst>
            <pc:docMk/>
            <pc:sldMk cId="1311512296" sldId="1031"/>
            <ac:spMk id="10" creationId="{7FEE1B99-B51C-4A5A-108B-8445DFED19F8}"/>
          </ac:spMkLst>
        </pc:spChg>
      </pc:sldChg>
      <pc:sldChg chg="modSp mod">
        <pc:chgData name="shahjad israil" userId="765442391d65c39a" providerId="LiveId" clId="{AD403976-A7C0-4C75-AA9D-6F93FECD3E33}" dt="2026-01-10T06:06:31.020" v="705" actId="1076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6-01-10T06:06:31.020" v="705" actId="1076"/>
          <ac:spMkLst>
            <pc:docMk/>
            <pc:sldMk cId="922697482" sldId="1057"/>
            <ac:spMk id="12" creationId="{00000000-0000-0000-0000-000000000000}"/>
          </ac:spMkLst>
        </pc:spChg>
        <pc:picChg chg="mod">
          <ac:chgData name="shahjad israil" userId="765442391d65c39a" providerId="LiveId" clId="{AD403976-A7C0-4C75-AA9D-6F93FECD3E33}" dt="2026-01-10T06:06:26.394" v="704" actId="1076"/>
          <ac:picMkLst>
            <pc:docMk/>
            <pc:sldMk cId="922697482" sldId="1057"/>
            <ac:picMk id="4" creationId="{00000000-0000-0000-0000-000000000000}"/>
          </ac:picMkLst>
        </pc:picChg>
      </pc:sldChg>
      <pc:sldChg chg="modSp add mod">
        <pc:chgData name="shahjad israil" userId="765442391d65c39a" providerId="LiveId" clId="{AD403976-A7C0-4C75-AA9D-6F93FECD3E33}" dt="2026-01-10T06:06:55.125" v="706" actId="20577"/>
        <pc:sldMkLst>
          <pc:docMk/>
          <pc:sldMk cId="3176902354" sldId="1058"/>
        </pc:sldMkLst>
        <pc:spChg chg="mod">
          <ac:chgData name="shahjad israil" userId="765442391d65c39a" providerId="LiveId" clId="{AD403976-A7C0-4C75-AA9D-6F93FECD3E33}" dt="2026-01-10T06:06:55.125" v="706" actId="20577"/>
          <ac:spMkLst>
            <pc:docMk/>
            <pc:sldMk cId="3176902354" sldId="1058"/>
            <ac:spMk id="14" creationId="{6114DCF8-703F-7C5B-A6D3-EE94C34DC832}"/>
          </ac:spMkLst>
        </pc:spChg>
      </pc:sldChg>
      <pc:sldChg chg="modSp add mod modAnim">
        <pc:chgData name="shahjad israil" userId="765442391d65c39a" providerId="LiveId" clId="{AD403976-A7C0-4C75-AA9D-6F93FECD3E33}" dt="2025-12-25T15:01:24.531" v="595" actId="5793"/>
        <pc:sldMkLst>
          <pc:docMk/>
          <pc:sldMk cId="1067978032" sldId="1059"/>
        </pc:sldMkLst>
        <pc:spChg chg="mod">
          <ac:chgData name="shahjad israil" userId="765442391d65c39a" providerId="LiveId" clId="{AD403976-A7C0-4C75-AA9D-6F93FECD3E33}" dt="2025-12-25T15:01:24.531" v="595" actId="5793"/>
          <ac:spMkLst>
            <pc:docMk/>
            <pc:sldMk cId="1067978032" sldId="1059"/>
            <ac:spMk id="3" creationId="{CA8EB56A-38AE-3ACB-7FE1-E6E1B2E5E633}"/>
          </ac:spMkLst>
        </pc:spChg>
        <pc:spChg chg="mod">
          <ac:chgData name="shahjad israil" userId="765442391d65c39a" providerId="LiveId" clId="{AD403976-A7C0-4C75-AA9D-6F93FECD3E33}" dt="2025-12-25T15:00:50.002" v="552" actId="20577"/>
          <ac:spMkLst>
            <pc:docMk/>
            <pc:sldMk cId="1067978032" sldId="1059"/>
            <ac:spMk id="10" creationId="{35FFF188-9D0A-E8C6-46B4-23ACC7F5256C}"/>
          </ac:spMkLst>
        </pc:spChg>
      </pc:sldChg>
      <pc:sldChg chg="modSp add mod modAnim">
        <pc:chgData name="shahjad israil" userId="765442391d65c39a" providerId="LiveId" clId="{AD403976-A7C0-4C75-AA9D-6F93FECD3E33}" dt="2025-12-25T15:02:22.909" v="628" actId="27636"/>
        <pc:sldMkLst>
          <pc:docMk/>
          <pc:sldMk cId="128713051" sldId="1060"/>
        </pc:sldMkLst>
        <pc:spChg chg="mod">
          <ac:chgData name="shahjad israil" userId="765442391d65c39a" providerId="LiveId" clId="{AD403976-A7C0-4C75-AA9D-6F93FECD3E33}" dt="2025-12-25T15:02:22.909" v="628" actId="27636"/>
          <ac:spMkLst>
            <pc:docMk/>
            <pc:sldMk cId="128713051" sldId="1060"/>
            <ac:spMk id="3" creationId="{09D86DE7-6C5E-3072-BB5B-6EAD3B733C5A}"/>
          </ac:spMkLst>
        </pc:spChg>
        <pc:spChg chg="mod">
          <ac:chgData name="shahjad israil" userId="765442391d65c39a" providerId="LiveId" clId="{AD403976-A7C0-4C75-AA9D-6F93FECD3E33}" dt="2025-12-25T15:01:59.562" v="622" actId="20577"/>
          <ac:spMkLst>
            <pc:docMk/>
            <pc:sldMk cId="128713051" sldId="1060"/>
            <ac:spMk id="10" creationId="{63EEC3E2-24E0-1424-F01A-D1FBB0DC1BF5}"/>
          </ac:spMkLst>
        </pc:spChg>
      </pc:sldChg>
      <pc:sldChg chg="modSp add mod modAnim">
        <pc:chgData name="shahjad israil" userId="765442391d65c39a" providerId="LiveId" clId="{AD403976-A7C0-4C75-AA9D-6F93FECD3E33}" dt="2025-12-25T15:03:21.731" v="655" actId="20577"/>
        <pc:sldMkLst>
          <pc:docMk/>
          <pc:sldMk cId="2300213316" sldId="1061"/>
        </pc:sldMkLst>
        <pc:spChg chg="mod">
          <ac:chgData name="shahjad israil" userId="765442391d65c39a" providerId="LiveId" clId="{AD403976-A7C0-4C75-AA9D-6F93FECD3E33}" dt="2025-12-25T15:03:21.731" v="655" actId="20577"/>
          <ac:spMkLst>
            <pc:docMk/>
            <pc:sldMk cId="2300213316" sldId="1061"/>
            <ac:spMk id="3" creationId="{45BCDC0F-D1D4-3F26-8D2D-4AA9ED3E55B7}"/>
          </ac:spMkLst>
        </pc:spChg>
        <pc:spChg chg="mod">
          <ac:chgData name="shahjad israil" userId="765442391d65c39a" providerId="LiveId" clId="{AD403976-A7C0-4C75-AA9D-6F93FECD3E33}" dt="2025-12-25T15:02:46.508" v="641" actId="20577"/>
          <ac:spMkLst>
            <pc:docMk/>
            <pc:sldMk cId="2300213316" sldId="1061"/>
            <ac:spMk id="10" creationId="{D23A53BF-3087-2D03-9F41-03139D9E5FBE}"/>
          </ac:spMkLst>
        </pc:spChg>
      </pc:sldChg>
      <pc:sldChg chg="modSp add mod modAnim">
        <pc:chgData name="shahjad israil" userId="765442391d65c39a" providerId="LiveId" clId="{AD403976-A7C0-4C75-AA9D-6F93FECD3E33}" dt="2025-12-25T15:04:02.329" v="666" actId="15"/>
        <pc:sldMkLst>
          <pc:docMk/>
          <pc:sldMk cId="1338431161" sldId="1062"/>
        </pc:sldMkLst>
        <pc:spChg chg="mod">
          <ac:chgData name="shahjad israil" userId="765442391d65c39a" providerId="LiveId" clId="{AD403976-A7C0-4C75-AA9D-6F93FECD3E33}" dt="2025-12-25T15:04:02.329" v="666" actId="15"/>
          <ac:spMkLst>
            <pc:docMk/>
            <pc:sldMk cId="1338431161" sldId="1062"/>
            <ac:spMk id="3" creationId="{3B3E394C-20FD-BD98-0691-720D7EAED9B8}"/>
          </ac:spMkLst>
        </pc:spChg>
        <pc:spChg chg="mod">
          <ac:chgData name="shahjad israil" userId="765442391d65c39a" providerId="LiveId" clId="{AD403976-A7C0-4C75-AA9D-6F93FECD3E33}" dt="2025-12-25T15:03:49.086" v="661"/>
          <ac:spMkLst>
            <pc:docMk/>
            <pc:sldMk cId="1338431161" sldId="1062"/>
            <ac:spMk id="10" creationId="{8752C805-0ABC-58C4-53D7-DDA13BA1DBEF}"/>
          </ac:spMkLst>
        </pc:spChg>
      </pc:sldChg>
      <pc:sldChg chg="modSp add mod modAnim">
        <pc:chgData name="shahjad israil" userId="765442391d65c39a" providerId="LiveId" clId="{AD403976-A7C0-4C75-AA9D-6F93FECD3E33}" dt="2026-01-10T06:18:53.032" v="878" actId="20577"/>
        <pc:sldMkLst>
          <pc:docMk/>
          <pc:sldMk cId="3664193226" sldId="1063"/>
        </pc:sldMkLst>
        <pc:spChg chg="mod">
          <ac:chgData name="shahjad israil" userId="765442391d65c39a" providerId="LiveId" clId="{AD403976-A7C0-4C75-AA9D-6F93FECD3E33}" dt="2026-01-10T06:18:53.032" v="878" actId="20577"/>
          <ac:spMkLst>
            <pc:docMk/>
            <pc:sldMk cId="3664193226" sldId="1063"/>
            <ac:spMk id="3" creationId="{AAB651A7-EC11-8E98-D613-CB4E6B63F9A5}"/>
          </ac:spMkLst>
        </pc:spChg>
        <pc:spChg chg="mod">
          <ac:chgData name="shahjad israil" userId="765442391d65c39a" providerId="LiveId" clId="{AD403976-A7C0-4C75-AA9D-6F93FECD3E33}" dt="2025-12-25T15:04:22.970" v="670"/>
          <ac:spMkLst>
            <pc:docMk/>
            <pc:sldMk cId="3664193226" sldId="1063"/>
            <ac:spMk id="10" creationId="{E9C04ACD-412B-0FB5-57B0-0AE1618E0C5F}"/>
          </ac:spMkLst>
        </pc:spChg>
      </pc:sldChg>
      <pc:sldChg chg="modSp add mod modAnim">
        <pc:chgData name="shahjad israil" userId="765442391d65c39a" providerId="LiveId" clId="{AD403976-A7C0-4C75-AA9D-6F93FECD3E33}" dt="2025-12-25T15:05:25.296" v="689" actId="13926"/>
        <pc:sldMkLst>
          <pc:docMk/>
          <pc:sldMk cId="3058326052" sldId="1064"/>
        </pc:sldMkLst>
        <pc:spChg chg="mod">
          <ac:chgData name="shahjad israil" userId="765442391d65c39a" providerId="LiveId" clId="{AD403976-A7C0-4C75-AA9D-6F93FECD3E33}" dt="2025-12-25T15:05:25.296" v="689" actId="13926"/>
          <ac:spMkLst>
            <pc:docMk/>
            <pc:sldMk cId="3058326052" sldId="1064"/>
            <ac:spMk id="3" creationId="{00FC94AA-4384-D986-938F-8C1B19953D65}"/>
          </ac:spMkLst>
        </pc:spChg>
        <pc:spChg chg="mod">
          <ac:chgData name="shahjad israil" userId="765442391d65c39a" providerId="LiveId" clId="{AD403976-A7C0-4C75-AA9D-6F93FECD3E33}" dt="2025-12-25T15:05:03.604" v="680"/>
          <ac:spMkLst>
            <pc:docMk/>
            <pc:sldMk cId="3058326052" sldId="1064"/>
            <ac:spMk id="10" creationId="{C210C450-9571-7C56-AE47-D245EA54F0F6}"/>
          </ac:spMkLst>
        </pc:spChg>
      </pc:sldChg>
      <pc:sldChg chg="addSp modSp add mod">
        <pc:chgData name="shahjad israil" userId="765442391d65c39a" providerId="LiveId" clId="{AD403976-A7C0-4C75-AA9D-6F93FECD3E33}" dt="2026-01-10T06:14:12.012" v="785" actId="20577"/>
        <pc:sldMkLst>
          <pc:docMk/>
          <pc:sldMk cId="948917232" sldId="1065"/>
        </pc:sldMkLst>
        <pc:spChg chg="mod">
          <ac:chgData name="shahjad israil" userId="765442391d65c39a" providerId="LiveId" clId="{AD403976-A7C0-4C75-AA9D-6F93FECD3E33}" dt="2026-01-10T06:14:12.012" v="785" actId="20577"/>
          <ac:spMkLst>
            <pc:docMk/>
            <pc:sldMk cId="948917232" sldId="1065"/>
            <ac:spMk id="2" creationId="{5FEAC750-305E-DE26-311C-E5C2779B587C}"/>
          </ac:spMkLst>
        </pc:spChg>
        <pc:spChg chg="mod">
          <ac:chgData name="shahjad israil" userId="765442391d65c39a" providerId="LiveId" clId="{AD403976-A7C0-4C75-AA9D-6F93FECD3E33}" dt="2026-01-10T06:10:32.021" v="751" actId="20577"/>
          <ac:spMkLst>
            <pc:docMk/>
            <pc:sldMk cId="948917232" sldId="1065"/>
            <ac:spMk id="5" creationId="{25FC686F-C9FD-006D-225C-E37E45A8D81B}"/>
          </ac:spMkLst>
        </pc:spChg>
        <pc:spChg chg="add">
          <ac:chgData name="shahjad israil" userId="765442391d65c39a" providerId="LiveId" clId="{AD403976-A7C0-4C75-AA9D-6F93FECD3E33}" dt="2026-01-10T06:10:17.249" v="747"/>
          <ac:spMkLst>
            <pc:docMk/>
            <pc:sldMk cId="948917232" sldId="1065"/>
            <ac:spMk id="8" creationId="{4AA91103-E202-035E-32D5-AD1B81B92789}"/>
          </ac:spMkLst>
        </pc:spChg>
        <pc:picChg chg="add mod">
          <ac:chgData name="shahjad israil" userId="765442391d65c39a" providerId="LiveId" clId="{AD403976-A7C0-4C75-AA9D-6F93FECD3E33}" dt="2026-01-10T06:10:47.277" v="754" actId="1076"/>
          <ac:picMkLst>
            <pc:docMk/>
            <pc:sldMk cId="948917232" sldId="1065"/>
            <ac:picMk id="11" creationId="{05A3B921-AA9D-B4A8-041C-98B345F5C091}"/>
          </ac:picMkLst>
        </pc:picChg>
      </pc:sldChg>
      <pc:sldChg chg="add">
        <pc:chgData name="shahjad israil" userId="765442391d65c39a" providerId="LiveId" clId="{AD403976-A7C0-4C75-AA9D-6F93FECD3E33}" dt="2026-01-10T06:13:34.701" v="755" actId="2890"/>
        <pc:sldMkLst>
          <pc:docMk/>
          <pc:sldMk cId="4061583673" sldId="1066"/>
        </pc:sldMkLst>
      </pc:sldChg>
      <pc:sldChg chg="modSp add mod modAnim">
        <pc:chgData name="shahjad israil" userId="765442391d65c39a" providerId="LiveId" clId="{AD403976-A7C0-4C75-AA9D-6F93FECD3E33}" dt="2026-01-10T06:17:05.888" v="852" actId="21"/>
        <pc:sldMkLst>
          <pc:docMk/>
          <pc:sldMk cId="322074437" sldId="1067"/>
        </pc:sldMkLst>
        <pc:spChg chg="mod">
          <ac:chgData name="shahjad israil" userId="765442391d65c39a" providerId="LiveId" clId="{AD403976-A7C0-4C75-AA9D-6F93FECD3E33}" dt="2026-01-10T06:17:05.888" v="852" actId="21"/>
          <ac:spMkLst>
            <pc:docMk/>
            <pc:sldMk cId="322074437" sldId="1067"/>
            <ac:spMk id="3" creationId="{F7765513-FC23-C567-0777-85C9D7902202}"/>
          </ac:spMkLst>
        </pc:spChg>
      </pc:sldChg>
      <pc:sldChg chg="modSp add modAnim">
        <pc:chgData name="shahjad israil" userId="765442391d65c39a" providerId="LiveId" clId="{AD403976-A7C0-4C75-AA9D-6F93FECD3E33}" dt="2026-01-10T06:17:56.762" v="866" actId="255"/>
        <pc:sldMkLst>
          <pc:docMk/>
          <pc:sldMk cId="3264672557" sldId="1068"/>
        </pc:sldMkLst>
        <pc:spChg chg="mod">
          <ac:chgData name="shahjad israil" userId="765442391d65c39a" providerId="LiveId" clId="{AD403976-A7C0-4C75-AA9D-6F93FECD3E33}" dt="2026-01-10T06:17:56.762" v="866" actId="255"/>
          <ac:spMkLst>
            <pc:docMk/>
            <pc:sldMk cId="3264672557" sldId="1068"/>
            <ac:spMk id="3" creationId="{3F8F7F99-193E-0284-EC7C-AEA2AF13A443}"/>
          </ac:spMkLst>
        </pc:spChg>
      </pc:sldChg>
      <pc:sldChg chg="addSp delSp modSp add mod">
        <pc:chgData name="shahjad israil" userId="765442391d65c39a" providerId="LiveId" clId="{AD403976-A7C0-4C75-AA9D-6F93FECD3E33}" dt="2026-01-10T06:19:38.257" v="888"/>
        <pc:sldMkLst>
          <pc:docMk/>
          <pc:sldMk cId="488927413" sldId="1069"/>
        </pc:sldMkLst>
        <pc:spChg chg="del mod">
          <ac:chgData name="shahjad israil" userId="765442391d65c39a" providerId="LiveId" clId="{AD403976-A7C0-4C75-AA9D-6F93FECD3E33}" dt="2026-01-10T06:19:38.257" v="888"/>
          <ac:spMkLst>
            <pc:docMk/>
            <pc:sldMk cId="488927413" sldId="1069"/>
            <ac:spMk id="5" creationId="{47A9125A-EB31-66C7-145B-B33240964C40}"/>
          </ac:spMkLst>
        </pc:spChg>
        <pc:picChg chg="add mod">
          <ac:chgData name="shahjad israil" userId="765442391d65c39a" providerId="LiveId" clId="{AD403976-A7C0-4C75-AA9D-6F93FECD3E33}" dt="2026-01-10T06:19:34.634" v="886" actId="1076"/>
          <ac:picMkLst>
            <pc:docMk/>
            <pc:sldMk cId="488927413" sldId="1069"/>
            <ac:picMk id="11" creationId="{12D57ADC-3B52-4397-4533-CC1049A2CC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16F6-BD12-FF59-3FE2-05C13DD5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0054F-A58E-E589-0BBB-7F030D2A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63EF9-0FE0-6631-02A5-0011D54E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2132-9936-D02B-0E88-04E36E85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53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4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C81E-76DC-364B-63D2-EDF9FC65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5DE0C-7B50-7E53-AB46-77B52D5E9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BC593-AA82-8502-8CCA-F07F506A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018D-EE1D-613C-4EE8-51C364FB5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395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668F-4845-6133-7CD6-A905E884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EFD40-98E8-0397-5040-8C0746536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C4A75-B300-77F3-BBA8-0E9844075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95E3D-5E42-9275-4A17-04244359C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58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D895-59A2-5356-D214-3E0DB74D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538ED217-CBAD-3DBE-8313-5B207115BC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9E5C49BF-58E7-1EED-884C-ADA5CCA8F9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2A8D1CD9-B700-31A2-7ABB-C32E1D0A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70D0A9BD-D23A-8C70-67B0-1B6EDFE7CC6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32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E330-A39B-DE75-70A7-49E9C435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59826E59-2B49-BAF4-90AF-D8EAA0B12E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E6E4CB7-D043-385B-56B4-3848826C61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2A473BDD-DEEE-5FBD-042F-0667CF4A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AC33F518-531E-8AB6-F165-46DB89CB3B2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8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05E7-577F-5C1A-5331-946C4F38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2CB5BFF6-F514-EF17-1729-92CFF60D4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6B1C84EC-3ED7-F9B6-1209-57E4BED116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7033CF8-138D-B434-9A34-93B768372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9B70AD61-6101-8F6D-544F-3F1C2628213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29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8118-670D-AD61-87AF-E53C44B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2561008-13F3-3B63-E502-81AFBDEF2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ED65B0B-C2C1-C2AE-0EE4-6E79AB5F7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6A37932-6CC0-9D03-7353-8731FDC4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4992685-CDEA-5C3C-5728-03CB7EF7290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8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6B24-22F2-883D-E226-16A69A84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3FB99B6-4F2C-0085-7A63-C33A6539C1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734652B-D590-9795-F0F0-E7E426FC0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2A716AD-626F-6219-C3E1-9B4D94B4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3A7D6AB-799A-52E2-918C-2E410422B09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EAF7-B8CD-AAB6-0D4A-35E8B2D3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DAC2E6C-409C-2F87-BEDC-0E33BA98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9C2C687-D22D-266C-3468-4478A2003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5DDEE4F-8A7D-ABE6-D77F-1FF8FB2D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30ECF04-BD2B-5A1B-4B0A-4BAF9A71A71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1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ADC-AF4C-5EB5-828B-870932CF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B78E54B-BB34-5264-4244-96872BF1C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34CE234-5232-42E3-BE08-6DC8F6FC8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7936A-AD77-A825-5959-FF244437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A4B990-7903-DF9A-6E43-330DD384730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D2A5-47B7-2E1F-5FE9-10BF2028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A62B05F-6B6A-BE30-791F-20394D51A2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C98ACC9-D2FD-CAE5-C4F4-8B0ACE296A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20918722-3964-4845-AC35-9D4FD8B36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D1F1DCC-747C-E379-4D67-AF8BB60F575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82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641-31BD-1003-8D46-E1E32DA0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F233FD4-328C-269C-73BE-42195000F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396A861-FB80-8AC8-CDFC-6E35040422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315A16B-EB3C-0376-9582-94915BBD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0778860-E799-06C7-51D4-02112A5D296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0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38373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325054"/>
            <a:ext cx="7326944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ct val="150000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dirty="0">
                <a:ea typeface="Segoe UI"/>
                <a:cs typeface="Segoe UI"/>
              </a:rPr>
              <a:t>​</a:t>
            </a:r>
            <a:r>
              <a:rPr lang="en-IN" sz="2400" dirty="0">
                <a:latin typeface="Calibri"/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76" y="5139601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200400"/>
            <a:ext cx="45972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UNIT-1: </a:t>
            </a:r>
            <a:r>
              <a:rPr lang="en-US" sz="20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0FED1-4584-C6DC-D729-239C0E85D546}"/>
              </a:ext>
            </a:extLst>
          </p:cNvPr>
          <p:cNvSpPr txBox="1"/>
          <p:nvPr/>
        </p:nvSpPr>
        <p:spPr>
          <a:xfrm>
            <a:off x="2565408" y="3600510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95536" y="1679076"/>
            <a:ext cx="8352928" cy="2686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6: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dirty="0"/>
              <a:t>Divide &amp; Conquer Paradigm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E72C7-3EC7-6CA2-6B7A-44ECBA7BE1F1}"/>
                  </a:ext>
                </a:extLst>
              </p:cNvPr>
              <p:cNvSpPr txBox="1"/>
              <p:nvPr/>
            </p:nvSpPr>
            <p:spPr>
              <a:xfrm>
                <a:off x="216027" y="1173140"/>
                <a:ext cx="8642123" cy="5131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an algorithm?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approach tries all possibilities directly?</a:t>
                </a:r>
                <a:br>
                  <a:rPr lang="en-US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Greedy b) Brute Force c) Divide &amp; Conquer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are the three types of complexity classes 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IN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functions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ar-AE" sz="2800" i="1">
                            <a:solidFill>
                              <a:srgbClr val="4B099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solidFill>
                              <a:srgbClr val="4B099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IN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ar-AE" sz="2800" i="1">
                            <a:solidFill>
                              <a:srgbClr val="4B099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solidFill>
                              <a:srgbClr val="4B099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ar-AE" sz="2800">
                        <a:solidFill>
                          <a:srgbClr val="4B099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ar-AE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800" dirty="0">
                    <a:solidFill>
                      <a:srgbClr val="4B099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the asymptotic complexity class.</a:t>
                </a:r>
                <a:endParaRPr lang="en-US" sz="2800" dirty="0">
                  <a:solidFill>
                    <a:srgbClr val="4B09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E72C7-3EC7-6CA2-6B7A-44ECBA7BE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27" y="1173140"/>
                <a:ext cx="8642123" cy="5131661"/>
              </a:xfrm>
              <a:prstGeom prst="rect">
                <a:avLst/>
              </a:prstGeom>
              <a:blipFill>
                <a:blip r:embed="rId6"/>
                <a:stretch>
                  <a:fillRect b="-2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26CB-6E6A-CC86-A6D3-81DE595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DB8DE0-B28F-C776-19F6-A402F617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1BD1C3-AEB5-9FCE-B0D2-ADA8D8D4DC7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997992-73A2-38E9-689A-52412B273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627D3-5907-047B-6B52-954E94DE94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F1234-0971-80AA-FB67-E0255BC90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0F4BC-1578-8FF1-3C28-916D5D795024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4C2B05CF-61E8-0F3E-9150-04F7938B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7A58F2-5905-B411-4C77-B03FC9EEF246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65D461-9A40-AB7B-CF6C-07750AA1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4DCF8-703F-7C5B-A6D3-EE94C34DC832}"/>
              </a:ext>
            </a:extLst>
          </p:cNvPr>
          <p:cNvSpPr txBox="1"/>
          <p:nvPr/>
        </p:nvSpPr>
        <p:spPr>
          <a:xfrm>
            <a:off x="216027" y="1173140"/>
            <a:ext cx="8642123" cy="186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we learn: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large problems are solved efficiently by breaking them into smaller problems.</a:t>
            </a:r>
          </a:p>
        </p:txBody>
      </p:sp>
    </p:spTree>
    <p:extLst>
      <p:ext uri="{BB962C8B-B14F-4D97-AF65-F5344CB8AC3E}">
        <p14:creationId xmlns:p14="http://schemas.microsoft.com/office/powerpoint/2010/main" val="317690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dirty="0"/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5952-90EC-EFC7-AC9D-1F0A71D70CB1}"/>
              </a:ext>
            </a:extLst>
          </p:cNvPr>
          <p:cNvSpPr txBox="1"/>
          <p:nvPr/>
        </p:nvSpPr>
        <p:spPr>
          <a:xfrm>
            <a:off x="539552" y="1142008"/>
            <a:ext cx="8352928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After this lecture, students will be able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Explain the Divide &amp; Conquer approach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Identify problems suitable for Divide &amp; Conquer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Write steps of a Divide &amp; Conquer algorithm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Analyze its time complexity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i="1" dirty="0">
                <a:solidFill>
                  <a:srgbClr val="4B0993"/>
                </a:solidFill>
              </a:rPr>
              <a:t>Apply it to real-world problems</a:t>
            </a:r>
          </a:p>
          <a:p>
            <a:pPr lvl="1"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3949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400" b="1" dirty="0"/>
              <a:t>What is Divide &amp; Conquer?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90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3000" b="1" dirty="0"/>
              <a:t>Definition:</a:t>
            </a:r>
            <a:br>
              <a:rPr lang="en-IN" sz="2800" dirty="0"/>
            </a:br>
            <a:r>
              <a:rPr lang="en-IN" sz="2800" dirty="0"/>
              <a:t>Divide &amp; Conquer is an algorithm design technique that: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i="1" dirty="0"/>
              <a:t>Divides a problem into smaller subproblems Solves each subproblem</a:t>
            </a:r>
          </a:p>
          <a:p>
            <a:pPr lvl="1">
              <a:lnSpc>
                <a:spcPct val="150000"/>
              </a:lnSpc>
            </a:pPr>
            <a:r>
              <a:rPr lang="en-IN" sz="2800" dirty="0"/>
              <a:t>Combines the results to get the final solution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i="1" dirty="0">
                <a:highlight>
                  <a:srgbClr val="FFFF00"/>
                </a:highlight>
              </a:rPr>
              <a:t>Key idea:</a:t>
            </a:r>
            <a:r>
              <a:rPr lang="en-IN" sz="2800" dirty="0">
                <a:highlight>
                  <a:srgbClr val="FFFF00"/>
                </a:highlight>
              </a:rPr>
              <a:t> “Break → Solve → Combine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400" b="1" dirty="0"/>
              <a:t>Three Main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982744" cy="3483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000" b="1" dirty="0"/>
              <a:t>Divide &amp; Conquer has 3 steps:</a:t>
            </a:r>
            <a:endParaRPr lang="en-US" sz="3000" dirty="0"/>
          </a:p>
          <a:p>
            <a:pPr marL="1428750" lvl="2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3000" b="1" dirty="0">
                <a:solidFill>
                  <a:srgbClr val="002060"/>
                </a:solidFill>
              </a:rPr>
              <a:t>Divide</a:t>
            </a:r>
            <a:r>
              <a:rPr lang="en-US" sz="3000" dirty="0">
                <a:solidFill>
                  <a:srgbClr val="002060"/>
                </a:solidFill>
              </a:rPr>
              <a:t> – Break the problem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3000" b="1" dirty="0">
                <a:solidFill>
                  <a:srgbClr val="002060"/>
                </a:solidFill>
              </a:rPr>
              <a:t>Conquer</a:t>
            </a:r>
            <a:r>
              <a:rPr lang="en-US" sz="3000" dirty="0">
                <a:solidFill>
                  <a:srgbClr val="002060"/>
                </a:solidFill>
              </a:rPr>
              <a:t> – Solve smaller problems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3000" b="1" dirty="0">
                <a:solidFill>
                  <a:srgbClr val="002060"/>
                </a:solidFill>
              </a:rPr>
              <a:t>Combine</a:t>
            </a:r>
            <a:r>
              <a:rPr lang="en-US" sz="3000" dirty="0">
                <a:solidFill>
                  <a:srgbClr val="002060"/>
                </a:solidFill>
              </a:rPr>
              <a:t> – Merge solutions</a:t>
            </a:r>
          </a:p>
          <a:p>
            <a:pPr lvl="2">
              <a:lnSpc>
                <a:spcPct val="150000"/>
              </a:lnSpc>
            </a:pPr>
            <a:endParaRPr lang="en-US" sz="3000" dirty="0">
              <a:solidFill>
                <a:srgbClr val="002060"/>
              </a:solidFill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DE86-DABF-FF54-E273-5C322E1FF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5036FD-0DAE-DE75-E434-9FA97DC7F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458D41-D42D-5E64-23B5-E076488768D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81AFDB9-401F-F148-01F9-151D025479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1B17A-43B7-3AA4-ECE0-122EF6703DE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4CE9F-1D7A-B146-E3DB-2194DD2B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400" b="1" dirty="0"/>
              <a:t>Three Main Steps (Visual-Oriented)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71879-2106-0606-8C82-26146203006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A4FD284-3BBB-7C69-1B5A-2E8C3ADFF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CDB804-E824-9233-5944-837CE719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D57ADC-3B52-4397-4533-CC1049A2C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" y="1166274"/>
            <a:ext cx="7692888" cy="51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2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400" b="1" dirty="0"/>
              <a:t>Real-Life Analogy (Concrete Example)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802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/>
              <a:t>Example: Searching a word in a dictionary</a:t>
            </a:r>
            <a:endParaRPr lang="en-US" sz="2400" dirty="0"/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Do we read page by page?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We split the book into </a:t>
            </a:r>
            <a:r>
              <a:rPr lang="en-US" sz="2400"/>
              <a:t>halves </a:t>
            </a:r>
            <a:endParaRPr lang="en-US" sz="2400" dirty="0"/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Keep dividing until the word is found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This is </a:t>
            </a:r>
            <a:r>
              <a:rPr lang="en-US" sz="2400" b="1" dirty="0"/>
              <a:t>Divide &amp; Conquer in real life</a:t>
            </a: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3A718-390C-4DBB-9C27-49073F9E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CF1E13-186D-E467-8940-637D07500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447A67-C3BC-40F5-67A9-C790F8A331A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5681663-A2F7-EDA9-CAB1-3F1BC58683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E4A0A4-61AA-14D6-B222-71CF97DA68D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AC750-305E-DE26-311C-E5C2779B5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sz="3600" b="1" dirty="0"/>
              <a:t>Working Procedure Divide and Conquer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55F30-934A-C658-6E6E-15F1AFDDDFA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C686F-C9FD-006D-225C-E37E45A8D81B}"/>
              </a:ext>
            </a:extLst>
          </p:cNvPr>
          <p:cNvSpPr/>
          <p:nvPr/>
        </p:nvSpPr>
        <p:spPr>
          <a:xfrm>
            <a:off x="107504" y="1107776"/>
            <a:ext cx="8784976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E0B344C-F09A-2524-806F-5749D70EA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BAF3E9-F579-6E80-292B-168688C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A3B921-AA9D-B4A8-041C-98B345F5C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45" y="1099288"/>
            <a:ext cx="7848870" cy="553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17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r>
              <a:rPr lang="en-IN" sz="2800" b="1" dirty="0"/>
              <a:t>Sort the following array using Divide &amp; Conquer:</a:t>
            </a:r>
            <a:endParaRPr lang="en-IN" sz="2800" dirty="0"/>
          </a:p>
          <a:p>
            <a:pPr lvl="1"/>
            <a:r>
              <a:rPr lang="en-IN" dirty="0"/>
              <a:t>[38, 27, 43, 3, 9, 82, 10]</a:t>
            </a:r>
            <a:endParaRPr lang="en-IN" sz="2800" dirty="0"/>
          </a:p>
          <a:p>
            <a:pPr marL="914400" lvl="2" indent="0">
              <a:buNone/>
            </a:pPr>
            <a:r>
              <a:rPr lang="en-IN" sz="2000" b="1" dirty="0"/>
              <a:t>Step 1: DIVIDE (Split the array)</a:t>
            </a:r>
          </a:p>
          <a:p>
            <a:pPr marL="914400" lvl="2" indent="0">
              <a:buNone/>
            </a:pPr>
            <a:r>
              <a:rPr lang="en-IN" sz="2200" dirty="0"/>
              <a:t>[38, 27, 43, 3, 9, 82, 10]</a:t>
            </a:r>
          </a:p>
          <a:p>
            <a:pPr marL="0" indent="0">
              <a:buNone/>
            </a:pPr>
            <a:r>
              <a:rPr lang="en-IN" sz="2200" dirty="0"/>
              <a:t>	        ↓</a:t>
            </a:r>
          </a:p>
          <a:p>
            <a:pPr marL="914400" lvl="2" indent="0">
              <a:buNone/>
            </a:pPr>
            <a:r>
              <a:rPr lang="en-IN" sz="2200" dirty="0"/>
              <a:t>[38, 27, 43]      [3, 9, 82, 10]</a:t>
            </a:r>
          </a:p>
          <a:p>
            <a:pPr marL="0" indent="0">
              <a:buNone/>
            </a:pPr>
            <a:r>
              <a:rPr lang="en-IN" sz="2200" dirty="0"/>
              <a:t>Split again:</a:t>
            </a:r>
          </a:p>
          <a:p>
            <a:pPr marL="914400" lvl="2" indent="0">
              <a:buNone/>
            </a:pPr>
            <a:r>
              <a:rPr lang="en-IN" sz="2200" dirty="0"/>
              <a:t>[38, 27]   [43]      [3, 9]   [82, 10]</a:t>
            </a:r>
          </a:p>
          <a:p>
            <a:pPr marL="457200" lvl="1" indent="0">
              <a:buNone/>
            </a:pPr>
            <a:r>
              <a:rPr lang="en-IN" sz="2200" dirty="0"/>
              <a:t>Split until single elements:</a:t>
            </a:r>
          </a:p>
          <a:p>
            <a:pPr marL="914400" lvl="2" indent="0">
              <a:buNone/>
            </a:pPr>
            <a:r>
              <a:rPr lang="en-IN" sz="2200" dirty="0"/>
              <a:t>[38] [27] [43] [3] [9] [82] [10]</a:t>
            </a:r>
          </a:p>
          <a:p>
            <a:pPr marL="0" indent="0">
              <a:buNone/>
            </a:pPr>
            <a:endParaRPr lang="en-IN" sz="2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130B-2854-E8D9-50B4-B7343005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65513-FC23-C567-0777-85C9D79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pPr lvl="1"/>
            <a:r>
              <a:rPr lang="en-IN" sz="2000" b="1" dirty="0"/>
              <a:t>Single element = already sorted</a:t>
            </a:r>
            <a:endParaRPr lang="en-IN" sz="2000" dirty="0"/>
          </a:p>
          <a:p>
            <a:pPr marL="0" indent="0">
              <a:buNone/>
            </a:pPr>
            <a:r>
              <a:rPr lang="en-IN" sz="2400" b="1" dirty="0"/>
              <a:t> Step 2: CONQUER (Solve subproblems)</a:t>
            </a:r>
          </a:p>
          <a:p>
            <a:r>
              <a:rPr lang="en-IN" sz="2400" dirty="0"/>
              <a:t>Each single element is </a:t>
            </a:r>
            <a:r>
              <a:rPr lang="en-IN" sz="2400" b="1" dirty="0"/>
              <a:t>considered sorted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 Step 3: COMBINE (Merge sorted parts)</a:t>
            </a:r>
          </a:p>
          <a:p>
            <a:r>
              <a:rPr lang="en-IN" sz="2400" dirty="0"/>
              <a:t>Merge step by step:</a:t>
            </a:r>
          </a:p>
          <a:p>
            <a:pPr lvl="1"/>
            <a:r>
              <a:rPr lang="en-IN" sz="2400" dirty="0"/>
              <a:t>[38] + [27]  → [27, 38]</a:t>
            </a:r>
          </a:p>
          <a:p>
            <a:pPr lvl="1"/>
            <a:r>
              <a:rPr lang="en-IN" sz="2400" dirty="0"/>
              <a:t>[3]  + [9]   → [3, 9]</a:t>
            </a:r>
          </a:p>
          <a:p>
            <a:pPr lvl="1"/>
            <a:r>
              <a:rPr lang="en-IN" sz="2400" dirty="0"/>
              <a:t>[82] + [10]  → [10, 82]</a:t>
            </a:r>
          </a:p>
          <a:p>
            <a:r>
              <a:rPr lang="en-IN" sz="2400" dirty="0"/>
              <a:t>Next level merge:</a:t>
            </a:r>
          </a:p>
          <a:p>
            <a:pPr lvl="1"/>
            <a:r>
              <a:rPr lang="en-IN" sz="2400" dirty="0"/>
              <a:t>[27, 38] + [43] → [27, 38, 43]</a:t>
            </a:r>
          </a:p>
          <a:p>
            <a:pPr lvl="1"/>
            <a:r>
              <a:rPr lang="en-IN" sz="2400" dirty="0"/>
              <a:t>[3, 9] + [10, 82] → [3, 9, 10, 82]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454CC-6A22-93BB-E118-F2D6CE89B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37C70F-EE24-D781-B799-704A2820C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63A28-F126-8EFA-A483-228464D2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E2579A-37EB-5C97-9C73-6B18258C6A8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744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6C85-F572-F063-0D5A-B639071C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7F99-193E-0284-EC7C-AEA2AF13A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r>
              <a:rPr lang="en-IN" sz="2400" dirty="0"/>
              <a:t>Final merge:</a:t>
            </a:r>
          </a:p>
          <a:p>
            <a:pPr lvl="1"/>
            <a:r>
              <a:rPr lang="en-IN" sz="2400" dirty="0"/>
              <a:t>[27, 38, 43] + [3, 9, 10, 82]</a:t>
            </a:r>
          </a:p>
          <a:p>
            <a:pPr lvl="1"/>
            <a:r>
              <a:rPr lang="en-IN" sz="2400" dirty="0"/>
              <a:t>→ [3, 9, 10, 27, 38, 43, 82]</a:t>
            </a:r>
          </a:p>
          <a:p>
            <a:pPr marL="457200" lvl="1" indent="0">
              <a:buNone/>
            </a:pPr>
            <a:r>
              <a:rPr lang="en-IN" sz="2400" b="1" dirty="0"/>
              <a:t> Visual Tree Representation (Board / Slide)</a:t>
            </a:r>
          </a:p>
          <a:p>
            <a:pPr lvl="1"/>
            <a:r>
              <a:rPr lang="en-IN" sz="2200" dirty="0"/>
              <a:t>                 [38,27,43,3,9,82,10]</a:t>
            </a:r>
          </a:p>
          <a:p>
            <a:pPr lvl="1"/>
            <a:r>
              <a:rPr lang="en-IN" sz="2200" dirty="0"/>
              <a:t>                /                    \</a:t>
            </a:r>
          </a:p>
          <a:p>
            <a:pPr lvl="1"/>
            <a:r>
              <a:rPr lang="en-IN" sz="2200" dirty="0"/>
              <a:t>       [38,27,43]                  [3,9,82,10]</a:t>
            </a:r>
          </a:p>
          <a:p>
            <a:pPr lvl="1"/>
            <a:r>
              <a:rPr lang="en-IN" sz="2200" dirty="0"/>
              <a:t>        /        \                  /         \</a:t>
            </a:r>
          </a:p>
          <a:p>
            <a:pPr lvl="1"/>
            <a:r>
              <a:rPr lang="en-IN" sz="2200" dirty="0"/>
              <a:t>   [38,27]      [43]           [3,9]        [82,10]</a:t>
            </a:r>
          </a:p>
          <a:p>
            <a:pPr lvl="1"/>
            <a:r>
              <a:rPr lang="en-IN" sz="2200" dirty="0"/>
              <a:t>    /   \                          /  \</a:t>
            </a:r>
          </a:p>
          <a:p>
            <a:pPr lvl="1"/>
            <a:r>
              <a:rPr lang="en-IN" sz="2200" dirty="0"/>
              <a:t> [38] [27]                     [82] [10]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CB72D-C735-497D-23BA-9E0D88735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AF4240-21F2-F3C2-72F6-D5FA92F0D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71310-7524-1C43-78A7-F22C3886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629088-EC41-05C0-DCDA-5345BD82E0C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6725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9C69-692D-B650-449E-CD74A9AF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9BAEB-68E6-0480-4BDF-49E8345BB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600" b="1" dirty="0"/>
              <a:t>Industry Use Case:</a:t>
            </a:r>
            <a:endParaRPr lang="en-IN" sz="2600" dirty="0"/>
          </a:p>
          <a:p>
            <a:pPr lvl="1">
              <a:lnSpc>
                <a:spcPct val="200000"/>
              </a:lnSpc>
            </a:pPr>
            <a:r>
              <a:rPr lang="en-IN" sz="2600" dirty="0"/>
              <a:t>Searching data in large databases</a:t>
            </a:r>
          </a:p>
          <a:p>
            <a:pPr lvl="1">
              <a:lnSpc>
                <a:spcPct val="200000"/>
              </a:lnSpc>
            </a:pPr>
            <a:r>
              <a:rPr lang="en-IN" sz="2600" dirty="0"/>
              <a:t>Sorting huge datasets (Amazon, Google)</a:t>
            </a:r>
          </a:p>
          <a:p>
            <a:pPr lvl="1">
              <a:lnSpc>
                <a:spcPct val="200000"/>
              </a:lnSpc>
            </a:pPr>
            <a:r>
              <a:rPr lang="en-IN" sz="2600" dirty="0"/>
              <a:t>Image processing &amp; signal processing</a:t>
            </a:r>
          </a:p>
          <a:p>
            <a:pPr>
              <a:lnSpc>
                <a:spcPct val="200000"/>
              </a:lnSpc>
            </a:pPr>
            <a:r>
              <a:rPr lang="en-IN" sz="2600" dirty="0"/>
              <a:t>Divide &amp; Conquer improves </a:t>
            </a:r>
            <a:r>
              <a:rPr lang="en-IN" sz="2600" b="1" dirty="0"/>
              <a:t>speed &amp; scalability</a:t>
            </a:r>
            <a:endParaRPr lang="en-IN" sz="2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28C9F-ADD7-1642-DF4B-8351A986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400" b="1" dirty="0"/>
              <a:t>Engineering / Industry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74FC33-0E19-0784-F5A9-282385A176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3D013F-9652-8C38-6921-368C0337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C95386-2D53-C1E9-3C02-3A5CAAD9C11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5836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400050" lvl="1" indent="0">
              <a:buNone/>
            </a:pPr>
            <a:r>
              <a:rPr lang="en-IN" dirty="0"/>
              <a:t>Common algorithms using Divide &amp; Conquer:</a:t>
            </a:r>
          </a:p>
          <a:p>
            <a:pPr lvl="2"/>
            <a:r>
              <a:rPr lang="en-IN" sz="2800" dirty="0"/>
              <a:t>Binary Search</a:t>
            </a:r>
          </a:p>
          <a:p>
            <a:pPr lvl="2"/>
            <a:r>
              <a:rPr lang="en-IN" sz="2800" dirty="0"/>
              <a:t>Merge Sort</a:t>
            </a:r>
          </a:p>
          <a:p>
            <a:pPr lvl="2"/>
            <a:r>
              <a:rPr lang="en-IN" sz="2800" dirty="0"/>
              <a:t>Quick Sort</a:t>
            </a:r>
          </a:p>
          <a:p>
            <a:pPr lvl="2"/>
            <a:r>
              <a:rPr lang="en-IN" sz="2800" dirty="0"/>
              <a:t>Strassen’s Matrix Multiplication</a:t>
            </a:r>
          </a:p>
          <a:p>
            <a:pPr lvl="1"/>
            <a:r>
              <a:rPr lang="en-IN" i="1" dirty="0"/>
              <a:t>One algorithm name = one idea (avoid overload)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6205"/>
            <a:ext cx="891073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400" b="1" dirty="0"/>
              <a:t>Classical Divide &amp; Conquer Algorithms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C4E-F18B-FCD6-8306-258FC6B9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B56A-38AE-3ACB-7FE1-E6E1B2E5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Problem:</a:t>
            </a:r>
            <a:r>
              <a:rPr lang="en-US" dirty="0"/>
              <a:t> Find element 25 in a sorted array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Check middle element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Decide left or right half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Repeat until found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D4324-4372-F763-0707-ADE2553E2B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EF812-B75F-F5FE-02ED-9DC6150E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FF188-9D0A-E8C6-46B4-23ACC7F52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Worked Example (Binary Search)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F23C5-2115-1A49-345E-68CCC3A85DE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780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344-258B-32BC-6939-E3373F42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6DE7-6C5E-3072-BB5B-6EAD3B7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fontScale="925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Binary Search – Student Completes Steps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Array: 5, 10, 15, 20, 25, 30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Target = 15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Middle = 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Left or Right?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Think–Pair–Share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86E52-3E99-CBFF-F178-B30B411D09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E5C5F-8008-9DF1-A2C2-309E8A0E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EC3E2-24E0-1424-F01A-D1FBB0D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Partially Worked Example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054AA-558C-F9CE-4797-A131F10D7A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0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DD99-FCF8-197C-872D-A8A88B3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DC0F-D1D4-3F26-8D2D-4AA9ED3E5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fontScale="70000" lnSpcReduction="20000"/>
          </a:bodyPr>
          <a:lstStyle/>
          <a:p>
            <a:pPr marL="400050" lvl="1" indent="0">
              <a:lnSpc>
                <a:spcPct val="150000"/>
              </a:lnSpc>
              <a:buNone/>
            </a:pPr>
            <a:r>
              <a:rPr lang="en-US" b="1" dirty="0"/>
              <a:t>Why Divide &amp; Conquer is efficient?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Problem size reduces each step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Fewer comparisons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Faster than linear methods</a:t>
            </a:r>
          </a:p>
          <a:p>
            <a:r>
              <a:rPr lang="en-US" dirty="0"/>
              <a:t>Example: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Linear Search → O(n)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Binary Search → O(log n)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Highlight key terms only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2F3F5-5E11-081E-A14F-F56EC162A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C76AC-B9AF-D2E6-DF7E-4917A48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A53BF-3087-2D03-9F41-03139D9E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Time Complexity Insight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D437EC-302F-C1A6-1DE5-2370617BE31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133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1186-8B29-8476-2D2B-8922F3B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394C-20FD-BD98-0691-720D7EAE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Identify Divide, Conquer, Combine in Merge Sort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Which step uses recursion?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✔ Start easy</a:t>
            </a:r>
            <a:br>
              <a:rPr lang="en-US" dirty="0"/>
            </a:br>
            <a:r>
              <a:rPr lang="en-US" dirty="0"/>
              <a:t>✔ Teacher guides answers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05E85-089B-DE31-A08D-8B7520C6A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A72E7-A057-E04F-0764-D0B19293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2C805-0ABC-58C4-53D7-DDA13B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10B49-EEE2-7D6F-2902-7F3DA469DE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311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417B5-B5AD-617D-BA63-E05F261C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51A7-EC11-8E98-D613-CB4E6B63F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dirty="0"/>
              <a:t>Divide &amp; Conquer ≠ random splitting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Not all problems fit this approach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Works best when subproblems are </a:t>
            </a:r>
            <a:r>
              <a:rPr lang="en-US" b="1" dirty="0"/>
              <a:t>independent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i="1" dirty="0"/>
              <a:t>Immediate misconception correction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98635-94A9-250C-21D7-32240F140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8075C-6E5E-0D61-9F94-181C5A13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04ACD-412B-0FB5-57B0-0AE1618E0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Common Misconceptions (Correction Slide)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99AEA-F2E1-25D0-0F83-57AB1F22211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1932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E485-C739-861C-FCD2-44A394E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94AA-4384-D986-938F-8C1B1995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fontScale="92500" lnSpcReduction="10000"/>
          </a:bodyPr>
          <a:lstStyle/>
          <a:p>
            <a:pPr marL="400050" lvl="1" indent="0">
              <a:lnSpc>
                <a:spcPct val="150000"/>
              </a:lnSpc>
              <a:buNone/>
            </a:pPr>
            <a:r>
              <a:rPr lang="en-US" b="1" dirty="0"/>
              <a:t>Reflection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What did we learn today?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Where can we apply Divide &amp; Conquer?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100" b="1" dirty="0">
                <a:highlight>
                  <a:srgbClr val="FFFF00"/>
                </a:highlight>
              </a:rPr>
              <a:t>Homework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Explain Divide &amp; Conquer using a real-life example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 Linear Search vs Binary Search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F7B2-3592-28D1-525B-0C272774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BD29F-8A49-1ED2-A88C-B1F068C3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0C450-9571-7C56-AE47-D245EA5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Reflection &amp; Independent Practice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74178A-CB8C-9D73-23C4-C949BBAE437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60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17137</TotalTime>
  <Words>1003</Words>
  <Application>Microsoft Office PowerPoint</Application>
  <PresentationFormat>On-screen Show (4:3)</PresentationFormat>
  <Paragraphs>192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Cambria Math</vt:lpstr>
      <vt:lpstr>Garamond</vt:lpstr>
      <vt:lpstr>Segoe UI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1281</cp:revision>
  <cp:lastPrinted>2022-09-05T08:43:44Z</cp:lastPrinted>
  <dcterms:created xsi:type="dcterms:W3CDTF">2020-01-16T09:05:56Z</dcterms:created>
  <dcterms:modified xsi:type="dcterms:W3CDTF">2026-01-10T06:20:04Z</dcterms:modified>
</cp:coreProperties>
</file>