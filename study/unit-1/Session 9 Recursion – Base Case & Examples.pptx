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497" r:id="rId2"/>
    <p:sldId id="1057" r:id="rId3"/>
    <p:sldId id="740" r:id="rId4"/>
    <p:sldId id="1058" r:id="rId5"/>
    <p:sldId id="741" r:id="rId6"/>
    <p:sldId id="1066" r:id="rId7"/>
    <p:sldId id="878" r:id="rId8"/>
    <p:sldId id="1065" r:id="rId9"/>
    <p:sldId id="879" r:id="rId10"/>
    <p:sldId id="1070" r:id="rId11"/>
    <p:sldId id="1071" r:id="rId12"/>
    <p:sldId id="1072" r:id="rId13"/>
    <p:sldId id="1073" r:id="rId14"/>
    <p:sldId id="1074" r:id="rId15"/>
    <p:sldId id="835" r:id="rId16"/>
    <p:sldId id="1075" r:id="rId17"/>
    <p:sldId id="1060" r:id="rId18"/>
    <p:sldId id="1061" r:id="rId19"/>
    <p:sldId id="1062" r:id="rId20"/>
    <p:sldId id="1064" r:id="rId21"/>
    <p:sldId id="1067" r:id="rId22"/>
    <p:sldId id="1068" r:id="rId23"/>
    <p:sldId id="1069" r:id="rId24"/>
    <p:sldId id="269" r:id="rId25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0993"/>
    <a:srgbClr val="E83030"/>
    <a:srgbClr val="0060AA"/>
    <a:srgbClr val="0066B3"/>
    <a:srgbClr val="E31E24"/>
    <a:srgbClr val="006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CCCA7A-2C72-48D1-B8E6-3FD5012D070C}" v="34" dt="2026-01-10T07:32:46.0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54" autoAdjust="0"/>
    <p:restoredTop sz="93883" autoAdjust="0"/>
  </p:normalViewPr>
  <p:slideViewPr>
    <p:cSldViewPr>
      <p:cViewPr varScale="1">
        <p:scale>
          <a:sx n="63" d="100"/>
          <a:sy n="63" d="100"/>
        </p:scale>
        <p:origin x="1216" y="64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jad israil" userId="765442391d65c39a" providerId="LiveId" clId="{AD403976-A7C0-4C75-AA9D-6F93FECD3E33}"/>
    <pc:docChg chg="undo custSel addSld delSld modSld sldOrd">
      <pc:chgData name="shahjad israil" userId="765442391d65c39a" providerId="LiveId" clId="{AD403976-A7C0-4C75-AA9D-6F93FECD3E33}" dt="2026-01-10T07:42:52.906" v="151" actId="20577"/>
      <pc:docMkLst>
        <pc:docMk/>
      </pc:docMkLst>
      <pc:sldChg chg="addSp modSp mod">
        <pc:chgData name="shahjad israil" userId="765442391d65c39a" providerId="LiveId" clId="{AD403976-A7C0-4C75-AA9D-6F93FECD3E33}" dt="2026-01-10T07:20:21.151" v="8" actId="20577"/>
        <pc:sldMkLst>
          <pc:docMk/>
          <pc:sldMk cId="4142536426" sldId="497"/>
        </pc:sldMkLst>
        <pc:spChg chg="add mod">
          <ac:chgData name="shahjad israil" userId="765442391d65c39a" providerId="LiveId" clId="{AD403976-A7C0-4C75-AA9D-6F93FECD3E33}" dt="2026-01-10T07:20:00.172" v="4" actId="1076"/>
          <ac:spMkLst>
            <pc:docMk/>
            <pc:sldMk cId="4142536426" sldId="497"/>
            <ac:spMk id="3" creationId="{BBA1DEB1-51CA-E11D-7624-3150F4717710}"/>
          </ac:spMkLst>
        </pc:spChg>
        <pc:spChg chg="mod">
          <ac:chgData name="shahjad israil" userId="765442391d65c39a" providerId="LiveId" clId="{AD403976-A7C0-4C75-AA9D-6F93FECD3E33}" dt="2026-01-10T07:20:21.151" v="8" actId="20577"/>
          <ac:spMkLst>
            <pc:docMk/>
            <pc:sldMk cId="4142536426" sldId="497"/>
            <ac:spMk id="5" creationId="{F735F61E-D087-D90C-58CB-F3056C508EEF}"/>
          </ac:spMkLst>
        </pc:spChg>
        <pc:spChg chg="mod">
          <ac:chgData name="shahjad israil" userId="765442391d65c39a" providerId="LiveId" clId="{AD403976-A7C0-4C75-AA9D-6F93FECD3E33}" dt="2026-01-10T07:20:04.913" v="5" actId="1076"/>
          <ac:spMkLst>
            <pc:docMk/>
            <pc:sldMk cId="4142536426" sldId="497"/>
            <ac:spMk id="7" creationId="{0A7DA37A-11B2-EE8B-F6D4-23A07A6F9262}"/>
          </ac:spMkLst>
        </pc:spChg>
        <pc:picChg chg="mod">
          <ac:chgData name="shahjad israil" userId="765442391d65c39a" providerId="LiveId" clId="{AD403976-A7C0-4C75-AA9D-6F93FECD3E33}" dt="2026-01-10T07:19:52.470" v="2" actId="1076"/>
          <ac:picMkLst>
            <pc:docMk/>
            <pc:sldMk cId="4142536426" sldId="497"/>
            <ac:picMk id="4" creationId="{00000000-0000-0000-0000-000000000000}"/>
          </ac:picMkLst>
        </pc:picChg>
      </pc:sldChg>
      <pc:sldChg chg="ord">
        <pc:chgData name="shahjad israil" userId="765442391d65c39a" providerId="LiveId" clId="{AD403976-A7C0-4C75-AA9D-6F93FECD3E33}" dt="2026-01-10T07:20:43.657" v="10"/>
        <pc:sldMkLst>
          <pc:docMk/>
          <pc:sldMk cId="1239496716" sldId="741"/>
        </pc:sldMkLst>
      </pc:sldChg>
      <pc:sldChg chg="modSp mod">
        <pc:chgData name="shahjad israil" userId="765442391d65c39a" providerId="LiveId" clId="{AD403976-A7C0-4C75-AA9D-6F93FECD3E33}" dt="2026-01-10T07:30:00.028" v="107" actId="15"/>
        <pc:sldMkLst>
          <pc:docMk/>
          <pc:sldMk cId="1200935623" sldId="835"/>
        </pc:sldMkLst>
        <pc:spChg chg="mod">
          <ac:chgData name="shahjad israil" userId="765442391d65c39a" providerId="LiveId" clId="{AD403976-A7C0-4C75-AA9D-6F93FECD3E33}" dt="2026-01-10T07:29:50.424" v="103"/>
          <ac:spMkLst>
            <pc:docMk/>
            <pc:sldMk cId="1200935623" sldId="835"/>
            <ac:spMk id="2" creationId="{7FEE1B99-B51C-4A5A-108B-8445DFED19F8}"/>
          </ac:spMkLst>
        </pc:spChg>
        <pc:spChg chg="mod">
          <ac:chgData name="shahjad israil" userId="765442391d65c39a" providerId="LiveId" clId="{AD403976-A7C0-4C75-AA9D-6F93FECD3E33}" dt="2026-01-10T07:30:00.028" v="107" actId="15"/>
          <ac:spMkLst>
            <pc:docMk/>
            <pc:sldMk cId="1200935623" sldId="835"/>
            <ac:spMk id="5" creationId="{00000000-0000-0000-0000-000000000000}"/>
          </ac:spMkLst>
        </pc:spChg>
      </pc:sldChg>
      <pc:sldChg chg="ord">
        <pc:chgData name="shahjad israil" userId="765442391d65c39a" providerId="LiveId" clId="{AD403976-A7C0-4C75-AA9D-6F93FECD3E33}" dt="2026-01-10T07:33:16.950" v="128"/>
        <pc:sldMkLst>
          <pc:docMk/>
          <pc:sldMk cId="566196382" sldId="878"/>
        </pc:sldMkLst>
      </pc:sldChg>
      <pc:sldChg chg="add del">
        <pc:chgData name="shahjad israil" userId="765442391d65c39a" providerId="LiveId" clId="{AD403976-A7C0-4C75-AA9D-6F93FECD3E33}" dt="2026-01-10T07:30:58.568" v="112"/>
        <pc:sldMkLst>
          <pc:docMk/>
          <pc:sldMk cId="535136064" sldId="879"/>
        </pc:sldMkLst>
      </pc:sldChg>
      <pc:sldChg chg="modSp add del mod ord">
        <pc:chgData name="shahjad israil" userId="765442391d65c39a" providerId="LiveId" clId="{AD403976-A7C0-4C75-AA9D-6F93FECD3E33}" dt="2026-01-10T07:42:52.906" v="151" actId="20577"/>
        <pc:sldMkLst>
          <pc:docMk/>
          <pc:sldMk cId="2157738065" sldId="879"/>
        </pc:sldMkLst>
        <pc:spChg chg="mod">
          <ac:chgData name="shahjad israil" userId="765442391d65c39a" providerId="LiveId" clId="{AD403976-A7C0-4C75-AA9D-6F93FECD3E33}" dt="2026-01-10T07:42:52.906" v="151" actId="20577"/>
          <ac:spMkLst>
            <pc:docMk/>
            <pc:sldMk cId="2157738065" sldId="879"/>
            <ac:spMk id="5" creationId="{00000000-0000-0000-0000-000000000000}"/>
          </ac:spMkLst>
        </pc:spChg>
      </pc:sldChg>
      <pc:sldChg chg="add del">
        <pc:chgData name="shahjad israil" userId="765442391d65c39a" providerId="LiveId" clId="{AD403976-A7C0-4C75-AA9D-6F93FECD3E33}" dt="2026-01-10T07:31:20.748" v="114"/>
        <pc:sldMkLst>
          <pc:docMk/>
          <pc:sldMk cId="3345119766" sldId="879"/>
        </pc:sldMkLst>
      </pc:sldChg>
      <pc:sldChg chg="del">
        <pc:chgData name="shahjad israil" userId="765442391d65c39a" providerId="LiveId" clId="{AD403976-A7C0-4C75-AA9D-6F93FECD3E33}" dt="2026-01-10T07:34:23.430" v="139" actId="47"/>
        <pc:sldMkLst>
          <pc:docMk/>
          <pc:sldMk cId="256811407" sldId="1030"/>
        </pc:sldMkLst>
      </pc:sldChg>
      <pc:sldChg chg="del">
        <pc:chgData name="shahjad israil" userId="765442391d65c39a" providerId="LiveId" clId="{AD403976-A7C0-4C75-AA9D-6F93FECD3E33}" dt="2026-01-10T07:34:26.037" v="140" actId="47"/>
        <pc:sldMkLst>
          <pc:docMk/>
          <pc:sldMk cId="1311512296" sldId="1031"/>
        </pc:sldMkLst>
      </pc:sldChg>
      <pc:sldChg chg="del">
        <pc:chgData name="shahjad israil" userId="765442391d65c39a" providerId="LiveId" clId="{AD403976-A7C0-4C75-AA9D-6F93FECD3E33}" dt="2026-01-10T07:34:31.565" v="141" actId="47"/>
        <pc:sldMkLst>
          <pc:docMk/>
          <pc:sldMk cId="1067978032" sldId="1059"/>
        </pc:sldMkLst>
      </pc:sldChg>
      <pc:sldChg chg="modSp mod">
        <pc:chgData name="shahjad israil" userId="765442391d65c39a" providerId="LiveId" clId="{AD403976-A7C0-4C75-AA9D-6F93FECD3E33}" dt="2026-01-10T07:34:52.342" v="149" actId="20577"/>
        <pc:sldMkLst>
          <pc:docMk/>
          <pc:sldMk cId="1338431161" sldId="1062"/>
        </pc:sldMkLst>
        <pc:spChg chg="mod">
          <ac:chgData name="shahjad israil" userId="765442391d65c39a" providerId="LiveId" clId="{AD403976-A7C0-4C75-AA9D-6F93FECD3E33}" dt="2026-01-10T07:34:52.342" v="149" actId="20577"/>
          <ac:spMkLst>
            <pc:docMk/>
            <pc:sldMk cId="1338431161" sldId="1062"/>
            <ac:spMk id="3" creationId="{3B3E394C-20FD-BD98-0691-720D7EAED9B8}"/>
          </ac:spMkLst>
        </pc:spChg>
      </pc:sldChg>
      <pc:sldChg chg="add del">
        <pc:chgData name="shahjad israil" userId="765442391d65c39a" providerId="LiveId" clId="{AD403976-A7C0-4C75-AA9D-6F93FECD3E33}" dt="2026-01-10T07:30:58.568" v="112"/>
        <pc:sldMkLst>
          <pc:docMk/>
          <pc:sldMk cId="786462816" sldId="1065"/>
        </pc:sldMkLst>
      </pc:sldChg>
      <pc:sldChg chg="add del">
        <pc:chgData name="shahjad israil" userId="765442391d65c39a" providerId="LiveId" clId="{AD403976-A7C0-4C75-AA9D-6F93FECD3E33}" dt="2026-01-10T07:31:20.748" v="114"/>
        <pc:sldMkLst>
          <pc:docMk/>
          <pc:sldMk cId="1356777950" sldId="1065"/>
        </pc:sldMkLst>
      </pc:sldChg>
      <pc:sldChg chg="add del ord">
        <pc:chgData name="shahjad israil" userId="765442391d65c39a" providerId="LiveId" clId="{AD403976-A7C0-4C75-AA9D-6F93FECD3E33}" dt="2026-01-10T07:33:48.164" v="132"/>
        <pc:sldMkLst>
          <pc:docMk/>
          <pc:sldMk cId="1848674676" sldId="1065"/>
        </pc:sldMkLst>
      </pc:sldChg>
      <pc:sldChg chg="modSp add mod">
        <pc:chgData name="shahjad israil" userId="765442391d65c39a" providerId="LiveId" clId="{AD403976-A7C0-4C75-AA9D-6F93FECD3E33}" dt="2026-01-10T07:24:41.464" v="26" actId="21"/>
        <pc:sldMkLst>
          <pc:docMk/>
          <pc:sldMk cId="2724311263" sldId="1070"/>
        </pc:sldMkLst>
        <pc:spChg chg="mod">
          <ac:chgData name="shahjad israil" userId="765442391d65c39a" providerId="LiveId" clId="{AD403976-A7C0-4C75-AA9D-6F93FECD3E33}" dt="2026-01-10T07:23:56.960" v="17" actId="20577"/>
          <ac:spMkLst>
            <pc:docMk/>
            <pc:sldMk cId="2724311263" sldId="1070"/>
            <ac:spMk id="2" creationId="{61A4894C-EC40-96DF-B388-B27BEE81D3B3}"/>
          </ac:spMkLst>
        </pc:spChg>
        <pc:spChg chg="mod">
          <ac:chgData name="shahjad israil" userId="765442391d65c39a" providerId="LiveId" clId="{AD403976-A7C0-4C75-AA9D-6F93FECD3E33}" dt="2026-01-10T07:24:41.464" v="26" actId="21"/>
          <ac:spMkLst>
            <pc:docMk/>
            <pc:sldMk cId="2724311263" sldId="1070"/>
            <ac:spMk id="14" creationId="{B8DEAD19-5DE7-26FD-6BA1-432AB8F3DF58}"/>
          </ac:spMkLst>
        </pc:spChg>
      </pc:sldChg>
      <pc:sldChg chg="modSp add mod">
        <pc:chgData name="shahjad israil" userId="765442391d65c39a" providerId="LiveId" clId="{AD403976-A7C0-4C75-AA9D-6F93FECD3E33}" dt="2026-01-10T07:25:39.434" v="53" actId="255"/>
        <pc:sldMkLst>
          <pc:docMk/>
          <pc:sldMk cId="3933337877" sldId="1071"/>
        </pc:sldMkLst>
        <pc:spChg chg="mod">
          <ac:chgData name="shahjad israil" userId="765442391d65c39a" providerId="LiveId" clId="{AD403976-A7C0-4C75-AA9D-6F93FECD3E33}" dt="2026-01-10T07:25:01.681" v="45" actId="20577"/>
          <ac:spMkLst>
            <pc:docMk/>
            <pc:sldMk cId="3933337877" sldId="1071"/>
            <ac:spMk id="2" creationId="{F62B39A5-2730-E67A-871B-018875F1A47D}"/>
          </ac:spMkLst>
        </pc:spChg>
        <pc:spChg chg="mod">
          <ac:chgData name="shahjad israil" userId="765442391d65c39a" providerId="LiveId" clId="{AD403976-A7C0-4C75-AA9D-6F93FECD3E33}" dt="2026-01-10T07:25:39.434" v="53" actId="255"/>
          <ac:spMkLst>
            <pc:docMk/>
            <pc:sldMk cId="3933337877" sldId="1071"/>
            <ac:spMk id="14" creationId="{D7949AC8-1A36-0DFE-C3B7-A452C392365A}"/>
          </ac:spMkLst>
        </pc:spChg>
      </pc:sldChg>
      <pc:sldChg chg="modSp add mod">
        <pc:chgData name="shahjad israil" userId="765442391d65c39a" providerId="LiveId" clId="{AD403976-A7C0-4C75-AA9D-6F93FECD3E33}" dt="2026-01-10T07:27:18.713" v="73" actId="20577"/>
        <pc:sldMkLst>
          <pc:docMk/>
          <pc:sldMk cId="1648048959" sldId="1072"/>
        </pc:sldMkLst>
        <pc:spChg chg="mod">
          <ac:chgData name="shahjad israil" userId="765442391d65c39a" providerId="LiveId" clId="{AD403976-A7C0-4C75-AA9D-6F93FECD3E33}" dt="2026-01-10T07:25:58.499" v="58"/>
          <ac:spMkLst>
            <pc:docMk/>
            <pc:sldMk cId="1648048959" sldId="1072"/>
            <ac:spMk id="2" creationId="{B404AB9B-E451-F68A-FE98-74F76BD2F235}"/>
          </ac:spMkLst>
        </pc:spChg>
        <pc:spChg chg="mod">
          <ac:chgData name="shahjad israil" userId="765442391d65c39a" providerId="LiveId" clId="{AD403976-A7C0-4C75-AA9D-6F93FECD3E33}" dt="2026-01-10T07:27:18.713" v="73" actId="20577"/>
          <ac:spMkLst>
            <pc:docMk/>
            <pc:sldMk cId="1648048959" sldId="1072"/>
            <ac:spMk id="14" creationId="{B6F91B58-06D7-FE9B-C882-2E5F7FA87EEE}"/>
          </ac:spMkLst>
        </pc:spChg>
      </pc:sldChg>
      <pc:sldChg chg="modSp add mod">
        <pc:chgData name="shahjad israil" userId="765442391d65c39a" providerId="LiveId" clId="{AD403976-A7C0-4C75-AA9D-6F93FECD3E33}" dt="2026-01-10T07:28:29.919" v="87" actId="255"/>
        <pc:sldMkLst>
          <pc:docMk/>
          <pc:sldMk cId="2249250441" sldId="1073"/>
        </pc:sldMkLst>
        <pc:spChg chg="mod">
          <ac:chgData name="shahjad israil" userId="765442391d65c39a" providerId="LiveId" clId="{AD403976-A7C0-4C75-AA9D-6F93FECD3E33}" dt="2026-01-10T07:27:48.471" v="77"/>
          <ac:spMkLst>
            <pc:docMk/>
            <pc:sldMk cId="2249250441" sldId="1073"/>
            <ac:spMk id="2" creationId="{D7A0BC82-2B74-84A4-FFCE-B1B7325E468D}"/>
          </ac:spMkLst>
        </pc:spChg>
        <pc:spChg chg="mod">
          <ac:chgData name="shahjad israil" userId="765442391d65c39a" providerId="LiveId" clId="{AD403976-A7C0-4C75-AA9D-6F93FECD3E33}" dt="2026-01-10T07:28:29.919" v="87" actId="255"/>
          <ac:spMkLst>
            <pc:docMk/>
            <pc:sldMk cId="2249250441" sldId="1073"/>
            <ac:spMk id="14" creationId="{1B611AEC-177B-F3DD-DD29-C392BF1BD2E2}"/>
          </ac:spMkLst>
        </pc:spChg>
      </pc:sldChg>
      <pc:sldChg chg="modSp add del mod">
        <pc:chgData name="shahjad israil" userId="765442391d65c39a" providerId="LiveId" clId="{AD403976-A7C0-4C75-AA9D-6F93FECD3E33}" dt="2026-01-10T07:31:52.460" v="118" actId="20577"/>
        <pc:sldMkLst>
          <pc:docMk/>
          <pc:sldMk cId="214455831" sldId="1074"/>
        </pc:sldMkLst>
        <pc:spChg chg="mod">
          <ac:chgData name="shahjad israil" userId="765442391d65c39a" providerId="LiveId" clId="{AD403976-A7C0-4C75-AA9D-6F93FECD3E33}" dt="2026-01-10T07:31:52.460" v="118" actId="20577"/>
          <ac:spMkLst>
            <pc:docMk/>
            <pc:sldMk cId="214455831" sldId="1074"/>
            <ac:spMk id="2" creationId="{9D506C09-B8E5-9A2D-E2DA-8462A6B3C205}"/>
          </ac:spMkLst>
        </pc:spChg>
        <pc:spChg chg="mod">
          <ac:chgData name="shahjad israil" userId="765442391d65c39a" providerId="LiveId" clId="{AD403976-A7C0-4C75-AA9D-6F93FECD3E33}" dt="2026-01-10T07:29:26.652" v="99" actId="2710"/>
          <ac:spMkLst>
            <pc:docMk/>
            <pc:sldMk cId="214455831" sldId="1074"/>
            <ac:spMk id="14" creationId="{A0FBC6F0-5FD6-4544-2D02-C8D3636D8CCD}"/>
          </ac:spMkLst>
        </pc:spChg>
      </pc:sldChg>
      <pc:sldChg chg="add del">
        <pc:chgData name="shahjad israil" userId="765442391d65c39a" providerId="LiveId" clId="{AD403976-A7C0-4C75-AA9D-6F93FECD3E33}" dt="2026-01-10T07:30:58.568" v="112"/>
        <pc:sldMkLst>
          <pc:docMk/>
          <pc:sldMk cId="2260294367" sldId="1074"/>
        </pc:sldMkLst>
      </pc:sldChg>
      <pc:sldChg chg="add del">
        <pc:chgData name="shahjad israil" userId="765442391d65c39a" providerId="LiveId" clId="{AD403976-A7C0-4C75-AA9D-6F93FECD3E33}" dt="2026-01-10T07:31:20.748" v="114"/>
        <pc:sldMkLst>
          <pc:docMk/>
          <pc:sldMk cId="3117233069" sldId="1074"/>
        </pc:sldMkLst>
      </pc:sldChg>
      <pc:sldChg chg="add">
        <pc:chgData name="shahjad israil" userId="765442391d65c39a" providerId="LiveId" clId="{AD403976-A7C0-4C75-AA9D-6F93FECD3E33}" dt="2026-01-10T07:29:42.275" v="100" actId="2890"/>
        <pc:sldMkLst>
          <pc:docMk/>
          <pc:sldMk cId="3422318029" sldId="1075"/>
        </pc:sldMkLst>
      </pc:sldChg>
      <pc:sldChg chg="add del">
        <pc:chgData name="shahjad israil" userId="765442391d65c39a" providerId="LiveId" clId="{AD403976-A7C0-4C75-AA9D-6F93FECD3E33}" dt="2026-01-10T07:32:46.073" v="122"/>
        <pc:sldMkLst>
          <pc:docMk/>
          <pc:sldMk cId="3798865184" sldId="1076"/>
        </pc:sldMkLst>
      </pc:sldChg>
      <pc:sldChg chg="add del">
        <pc:chgData name="shahjad israil" userId="765442391d65c39a" providerId="LiveId" clId="{AD403976-A7C0-4C75-AA9D-6F93FECD3E33}" dt="2026-01-10T07:32:46.073" v="122"/>
        <pc:sldMkLst>
          <pc:docMk/>
          <pc:sldMk cId="1377505049" sldId="1077"/>
        </pc:sldMkLst>
      </pc:sldChg>
      <pc:sldChg chg="add del">
        <pc:chgData name="shahjad israil" userId="765442391d65c39a" providerId="LiveId" clId="{AD403976-A7C0-4C75-AA9D-6F93FECD3E33}" dt="2026-01-10T07:32:46.073" v="122"/>
        <pc:sldMkLst>
          <pc:docMk/>
          <pc:sldMk cId="3927839081" sldId="10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623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36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16F6-BD12-FF59-3FE2-05C13DD50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D0054F-A58E-E589-0BBB-7F030D2AC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63EF9-0FE0-6631-02A5-0011D54ED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52132-9936-D02B-0E88-04E36E854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953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745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10E99-923F-DC7B-8302-B7424B840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85BEB6-EC3B-FD0B-1F9B-6ECB23645F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A3F585-628C-215F-988D-EC47CBC9B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C4448-AF43-1F21-83EC-788E94551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915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70706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6E385-D862-60CA-0B08-146F0A321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51E0A-BBB3-B704-AE70-4A6C62EC5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A1DBB0-8FB5-1BF9-878F-C57CFAA2D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B60DC-9D23-DC7B-A15B-046324CE62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6669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83250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A1786-451D-DA05-3B24-AFF2DABC0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68D36B-5D43-EE05-8EE4-F35EAED29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0AE56-BEE4-D7BD-BFE2-D99CAC316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8C247-309C-B61A-A085-815FE64EFC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55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92F8C-3627-99D3-6495-029EB4EC3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C4646E-4F15-A18F-8D4D-1197F6C4A0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17720-8D1F-6761-94ED-E58683DA1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ABE2A-278F-81D7-0007-2F0B115A96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4373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83179-7F2F-7105-1096-5E668C7CD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4DC28F-6BF7-58BD-56A6-EA7C6D0AA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D75402-04E4-26CA-A753-47F6F260C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4B5E6-2255-44C7-42C5-19E68C6CBC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7681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78968-86F7-AF58-B3EE-F6929434B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ECCC79-942F-CB59-82FA-2130FE59C4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1FB277-49AB-DD0F-8F67-54E86B45A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D5571-07D1-39EC-1F8E-0791AED47E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938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23546-D4A1-886C-27C8-FD5EEE968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F94902-9D6C-275F-8D66-6392083ED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48F536-C376-1EB7-C370-0FB892B6F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D67FA-020B-3D1B-B152-7304991E9A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6922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34458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49088-47EF-EB1B-0731-A391EE42E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0CE41F-DBDC-4683-C021-352788D64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DE0C8B-FE6D-917C-9E03-F429FCF69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E92D4-156B-0183-65DC-8EF477DBC9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11178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B6B24-22F2-883D-E226-16A69A846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63FB99B6-4F2C-0085-7A63-C33A6539C1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D734652B-D590-9795-F0F0-E7E426FC0E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02A716AD-626F-6219-C3E1-9B4D94B449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17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C3A7D6AB-799A-52E2-918C-2E410422B093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75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EAF7-B8CD-AAB6-0D4A-35E8B2D37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DDAC2E6C-409C-2F87-BEDC-0E33BA988E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79C2C687-D22D-266C-3468-4478A2003E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55DDEE4F-8A7D-ABE6-D77F-1FF8FB2D1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18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430ECF04-BD2B-5A1B-4B0A-4BAF9A71A717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4213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E3ADC-AF4C-5EB5-828B-870932CFA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BB78E54B-BB34-5264-4244-96872BF1CC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C34CE234-5232-42E3-BE08-6DC8F6FC8B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EBE7936A-AD77-A825-5959-FF244437E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19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25A4B990-7903-DF9A-6E43-330DD3847308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66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40641-31BD-1003-8D46-E1E32DA02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AF233FD4-328C-269C-73BE-42195000FC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7396A861-FB80-8AC8-CDFC-6E35040422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F315A16B-EB3C-0376-9582-94915BBD39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20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80778860-E799-06C7-51D4-02112A5D296E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2027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F0EBC-79AE-EFFC-A715-59ACFDED6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E1702DDF-C36C-C42A-5D83-D50EBD5DAA3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D578620B-72DA-1500-4736-2C3BBF8F936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829D304D-B9E7-8F93-FE8D-586F9F3A60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21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8BD74FBB-737E-8E67-1D0F-6CE65E940E11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0412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CE2E3-7689-5C7E-2F25-888984F1E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95DC8E92-1891-51EA-9534-F7B85CC6D10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F3218629-0DA9-988E-BE43-3DE0AD6B3E2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3B2E1CEE-0C00-9647-726F-96B8F8C9C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22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9A5E0A3B-2E1E-48C3-597C-8C716A9EE82D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28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AF77D-37CE-8FEB-33D4-E70178B98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DB32068E-180E-AC61-D184-AD6FFC86B7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5AC1A2EA-EA1A-76B6-21B7-89A96C580BC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314070CD-1FCA-2688-77C1-3FA26D2F1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F1820E-432A-4FAF-9EC0-C6CAB4869873}" type="slidenum">
              <a:rPr lang="en-US" altLang="en-US">
                <a:latin typeface="Calibri" panose="020F0502020204030204" pitchFamily="34" charset="0"/>
              </a:rPr>
              <a:pPr eaLnBrk="1" hangingPunct="1"/>
              <a:t>23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7" name="Header Placeholder 4">
            <a:extLst>
              <a:ext uri="{FF2B5EF4-FFF2-40B4-BE49-F238E27FC236}">
                <a16:creationId xmlns:a16="http://schemas.microsoft.com/office/drawing/2014/main" id="{1FB5288E-B991-85E5-1851-055053A3CE59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09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4B7B-8CFF-4188-8E5F-458DAB1C0A4A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9787-5071-4C5F-8398-907FFB8E997A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D4A38-ED53-47D7-AE4F-3A32E1D0B761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C11A-2FA5-4339-92FF-90F24570CF34}" type="datetime1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D08AE-5CD2-4284-9AA6-E7789323D6D3}" type="datetime1">
              <a:rPr lang="en-IN" smtClean="0"/>
              <a:t>10-01-2026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60620-BF48-47C8-866F-BD2B795F969B}" type="datetime1">
              <a:rPr lang="en-IN" smtClean="0"/>
              <a:t>10-01-2026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5FF9E-CF26-418E-BB22-6940D96EF7E7}" type="datetime1">
              <a:rPr lang="en-IN" smtClean="0"/>
              <a:t>10-01-2026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4137F-4D77-446B-A870-1EF4F0733918}" type="datetime1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ADDEB-C1F3-42F3-BF41-A914899E02E7}" type="datetime1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51C25-DB47-428F-ABD3-694DD58C9503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5F40-14B5-4FF1-A15B-41C2F3868468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C24D9-24F3-417C-BC8F-BF4AA98118EF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Swati, Ms Suman &amp; Ms Neetu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80512" cy="6383734"/>
          </a:xfr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C3CB79-CA11-1F62-A28D-0E9AB7E6F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35F61E-D087-D90C-58CB-F3056C508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508" y="1575122"/>
            <a:ext cx="7326944" cy="133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lnSpc>
                <a:spcPts val="4125"/>
              </a:lnSpc>
            </a:pPr>
            <a:r>
              <a:rPr lang="en-IN" sz="3600" b="1" baseline="0" dirty="0">
                <a:latin typeface="Arial"/>
                <a:ea typeface="Segoe UI"/>
                <a:cs typeface="Segoe UI"/>
              </a:rPr>
              <a:t>Course: </a:t>
            </a:r>
            <a:r>
              <a:rPr lang="en-US" sz="3600" b="1" baseline="0" dirty="0">
                <a:latin typeface="Arial"/>
                <a:ea typeface="Segoe UI"/>
                <a:cs typeface="Segoe UI"/>
              </a:rPr>
              <a:t>Data Structure</a:t>
            </a:r>
            <a:r>
              <a:rPr lang="en-US" sz="3600" dirty="0">
                <a:latin typeface="Arial"/>
                <a:ea typeface="Segoe UI"/>
                <a:cs typeface="Segoe UI"/>
              </a:rPr>
              <a:t>​</a:t>
            </a:r>
          </a:p>
          <a:p>
            <a:pPr algn="ctr">
              <a:lnSpc>
                <a:spcPts val="2775"/>
              </a:lnSpc>
            </a:pPr>
            <a:r>
              <a:rPr lang="en-IN" sz="24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Course Code: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ETCCDS202 </a:t>
            </a:r>
            <a:r>
              <a:rPr lang="en-IN" sz="24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)</a:t>
            </a:r>
            <a:r>
              <a:rPr lang="en-US" sz="24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​</a:t>
            </a:r>
          </a:p>
          <a:p>
            <a:pPr algn="ctr">
              <a:lnSpc>
                <a:spcPts val="2775"/>
              </a:lnSpc>
            </a:pPr>
            <a:r>
              <a:rPr lang="en-IN" sz="2400" dirty="0">
                <a:ea typeface="Segoe UI"/>
                <a:cs typeface="Segoe UI"/>
              </a:rPr>
              <a:t>​</a:t>
            </a:r>
            <a:endParaRPr lang="en-IN" sz="4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7DA37A-11B2-EE8B-F6D4-23A07A6F9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4928935"/>
            <a:ext cx="864096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ct val="25000"/>
            </a:pPr>
            <a:r>
              <a:rPr lang="en-US" sz="2000" b="1" kern="100" dirty="0">
                <a:effectLst/>
                <a:latin typeface="Sylfaen"/>
                <a:ea typeface="Times New Roman" panose="02020603050405020304" pitchFamily="18" charset="0"/>
                <a:cs typeface="Times New Roman"/>
              </a:rPr>
              <a:t>     </a:t>
            </a:r>
            <a:r>
              <a:rPr lang="en-US" sz="2000" b="1" kern="100" dirty="0">
                <a:latin typeface="Sylfaen"/>
                <a:ea typeface="Times New Roman" panose="02020603050405020304" pitchFamily="18" charset="0"/>
                <a:cs typeface="Times New Roman"/>
              </a:rPr>
              <a:t>    School of Engineering &amp; Technology</a:t>
            </a:r>
            <a:r>
              <a:rPr lang="en-US" sz="2000" b="1" kern="100" dirty="0">
                <a:effectLst/>
                <a:latin typeface="Sylfaen"/>
                <a:ea typeface="Times New Roman" panose="02020603050405020304" pitchFamily="18" charset="0"/>
                <a:cs typeface="Times New Roman"/>
              </a:rPr>
              <a:t> </a:t>
            </a:r>
            <a:endParaRPr lang="en-US" dirty="0"/>
          </a:p>
          <a:p>
            <a:pPr lvl="0" algn="ctr">
              <a:buSzPct val="25000"/>
            </a:pPr>
            <a:r>
              <a:rPr lang="en-US" sz="2000" b="1" kern="100" dirty="0">
                <a:latin typeface="Sylfaen"/>
                <a:ea typeface="Times New Roman" panose="02020603050405020304" pitchFamily="18" charset="0"/>
                <a:cs typeface="Times New Roman"/>
              </a:rPr>
              <a:t>    K.R. Mangalam University</a:t>
            </a:r>
            <a:r>
              <a:rPr lang="en-US" sz="2000" b="1" kern="100" dirty="0">
                <a:effectLst/>
                <a:latin typeface="Sylfaen"/>
                <a:ea typeface="Times New Roman" panose="02020603050405020304" pitchFamily="18" charset="0"/>
                <a:cs typeface="Times New Roman"/>
              </a:rPr>
              <a:t> </a:t>
            </a:r>
            <a:endParaRPr lang="en-IN" sz="2000" b="1" dirty="0">
              <a:latin typeface="Sylfaen" panose="010A05020503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68F7CDE4-C1B5-EA85-23FB-C515D9544028}"/>
              </a:ext>
            </a:extLst>
          </p:cNvPr>
          <p:cNvSpPr txBox="1"/>
          <p:nvPr/>
        </p:nvSpPr>
        <p:spPr>
          <a:xfrm>
            <a:off x="2615400" y="3200400"/>
            <a:ext cx="4597200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/>
              <a:t>UNIT-1: </a:t>
            </a:r>
            <a:r>
              <a:rPr lang="en-US" sz="2000" b="1" dirty="0"/>
              <a:t>Foundations of Data Structures</a:t>
            </a:r>
            <a:r>
              <a:rPr lang="en-US" sz="2000" dirty="0">
                <a:ea typeface="Calibri"/>
                <a:cs typeface="Calibri"/>
              </a:rPr>
              <a:t>​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1DEB1-51CA-E11D-7624-3150F4717710}"/>
              </a:ext>
            </a:extLst>
          </p:cNvPr>
          <p:cNvSpPr txBox="1"/>
          <p:nvPr/>
        </p:nvSpPr>
        <p:spPr>
          <a:xfrm>
            <a:off x="2585388" y="3861106"/>
            <a:ext cx="4697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Shahjad, Mr. Deepak, Neetu Ma’am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​</a:t>
            </a: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1309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475251" y="2521110"/>
            <a:ext cx="8352928" cy="19216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9:</a:t>
            </a:r>
          </a:p>
          <a:p>
            <a:pPr algn="ctr">
              <a:lnSpc>
                <a:spcPct val="2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2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Recursion – Base Case &amp; Examples</a:t>
            </a:r>
            <a:endParaRPr lang="en-US" sz="3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7710" y="5642664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	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922697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371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Quick Recall</a:t>
            </a: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AE72C7-3EC7-6CA2-6B7A-44ECBA7BE1F1}"/>
              </a:ext>
            </a:extLst>
          </p:cNvPr>
          <p:cNvSpPr txBox="1"/>
          <p:nvPr/>
        </p:nvSpPr>
        <p:spPr>
          <a:xfrm>
            <a:off x="216027" y="1173140"/>
            <a:ext cx="8642123" cy="5421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session, you will learn: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recursion is (in simple terms)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a base case is compulsory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recursive calls work step by step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4B09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recursion examples used in exams &amp; interviews</a:t>
            </a:r>
          </a:p>
          <a:p>
            <a:pPr lvl="1">
              <a:lnSpc>
                <a:spcPct val="150000"/>
              </a:lnSpc>
            </a:pPr>
            <a:endParaRPr lang="en-US" sz="2600" dirty="0">
              <a:solidFill>
                <a:srgbClr val="4B09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600" dirty="0">
              <a:solidFill>
                <a:srgbClr val="4B09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600" dirty="0">
              <a:solidFill>
                <a:srgbClr val="4B09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840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426CB-6E6A-CC86-A6D3-81DE59548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DB8DE0-B28F-C776-19F6-A402F617F1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1BD1C3-AEB5-9FCE-B0D2-ADA8D8D4DC78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4997992-73A2-38E9-689A-52412B2733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F627D3-5907-047B-6B52-954E94DE9423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0F1234-0971-80AA-FB67-E0255BC90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2106"/>
            <a:ext cx="8910736" cy="823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from Programming Basics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40F4BC-1578-8FF1-3C28-916D5D795024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4C2B05CF-61E8-0F3E-9150-04F7938B2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7A58F2-5905-B411-4C77-B03FC9EEF246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065D461-9A40-AB7B-CF6C-07750AA15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14DCF8-703F-7C5B-A6D3-EE94C34DC832}"/>
              </a:ext>
            </a:extLst>
          </p:cNvPr>
          <p:cNvSpPr txBox="1"/>
          <p:nvPr/>
        </p:nvSpPr>
        <p:spPr>
          <a:xfrm>
            <a:off x="216027" y="1173140"/>
            <a:ext cx="8642123" cy="38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&amp; Answer: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when a function calls itself again and again?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a loop stop execution?</a:t>
            </a:r>
          </a:p>
          <a:p>
            <a:pPr lvl="1">
              <a:lnSpc>
                <a:spcPct val="150000"/>
              </a:lnSpc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like loops need a condition to stop, recursion also needs a stopping rule.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902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45955"/>
            <a:ext cx="8910736" cy="796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400" dirty="0"/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</a:t>
            </a:fld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0D5952-90EC-EFC7-AC9D-1F0A71D70CB1}"/>
              </a:ext>
            </a:extLst>
          </p:cNvPr>
          <p:cNvSpPr txBox="1"/>
          <p:nvPr/>
        </p:nvSpPr>
        <p:spPr>
          <a:xfrm>
            <a:off x="539552" y="1142008"/>
            <a:ext cx="8352928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dirty="0"/>
              <a:t>After this lecture, students will be able to: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Explain the concept of recursion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Identify base and recursive cases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Understand how the call stack works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Trace recursive function execution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Compare recursion with iteration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39496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5ADAF-838F-27A6-F10C-D6745D64C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7412D2-855A-6A4F-1EC7-DD0BE2F403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2EE77-3D07-2B56-B6E6-5F147056F3A6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D3E30EB-F121-738F-AD7F-4DFC1C7CA2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FE3BE6-53E5-02BA-0AAF-D404BDED726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58CDAD-BA8D-84E4-7597-63D3AB48E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7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What is Recursion?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1B2E3E-197F-80AF-8037-751881A6252E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EFC82A29-7C0A-2EE3-9938-3F28DE21B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D5461C-312F-2088-B62F-902DBCC3AE92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231AD09-8DEA-4F3E-6430-C95C5E25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07DA73-4B2A-215B-DE11-10BA2ED672A8}"/>
              </a:ext>
            </a:extLst>
          </p:cNvPr>
          <p:cNvSpPr txBox="1"/>
          <p:nvPr/>
        </p:nvSpPr>
        <p:spPr>
          <a:xfrm>
            <a:off x="216027" y="1173140"/>
            <a:ext cx="8642123" cy="5139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programming technique where: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 calls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itself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solve a smaller version of the same problem.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problem → broken into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similar problems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One-line Definition: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Recursion solves a problem by reducing it to simpler 	instances of itself.</a:t>
            </a:r>
          </a:p>
        </p:txBody>
      </p:sp>
    </p:spTree>
    <p:extLst>
      <p:ext uri="{BB962C8B-B14F-4D97-AF65-F5344CB8AC3E}">
        <p14:creationId xmlns:p14="http://schemas.microsoft.com/office/powerpoint/2010/main" val="1638207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Structure of a Recursive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E4AFFF-60C2-12A5-D06F-1E520E84DA51}"/>
              </a:ext>
            </a:extLst>
          </p:cNvPr>
          <p:cNvSpPr txBox="1"/>
          <p:nvPr/>
        </p:nvSpPr>
        <p:spPr>
          <a:xfrm>
            <a:off x="307154" y="1317711"/>
            <a:ext cx="8064896" cy="593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Every recursive function has </a:t>
            </a:r>
            <a:r>
              <a:rPr lang="en-US" sz="2800" b="1" dirty="0"/>
              <a:t>two mandatory parts</a:t>
            </a:r>
            <a:r>
              <a:rPr lang="en-US" sz="2800" dirty="0"/>
              <a:t>: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Base Case</a:t>
            </a:r>
            <a:r>
              <a:rPr lang="en-US" sz="2800" dirty="0"/>
              <a:t> – stops recursion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Recursive Case</a:t>
            </a:r>
            <a:r>
              <a:rPr lang="en-US" sz="2800" dirty="0"/>
              <a:t> – function calls itself</a:t>
            </a:r>
          </a:p>
          <a:p>
            <a:pPr lvl="3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</a:rPr>
              <a:t>function recursion(){</a:t>
            </a:r>
          </a:p>
          <a:p>
            <a:pPr lvl="3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</a:rPr>
              <a:t>if(base condition) // Base Case</a:t>
            </a:r>
          </a:p>
          <a:p>
            <a:pPr lvl="3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</a:rPr>
              <a:t>stop;</a:t>
            </a:r>
          </a:p>
          <a:p>
            <a:pPr lvl="3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</a:rPr>
              <a:t>else</a:t>
            </a:r>
          </a:p>
          <a:p>
            <a:pPr lvl="3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</a:rPr>
              <a:t>recursion(); // Recursive Call</a:t>
            </a:r>
          </a:p>
          <a:p>
            <a:pPr lvl="3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</a:rPr>
              <a:t>}</a:t>
            </a:r>
          </a:p>
          <a:p>
            <a:pPr lvl="1">
              <a:lnSpc>
                <a:spcPct val="15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66196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EDBB8-C15A-F352-10AA-95A1B7B3E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E2C2925-D298-5C6F-AD08-AA786BCF6B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7BFE68-882B-1D55-4A03-F5013A7920C8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DE127F7-5868-BDDF-1222-B37A0EE5EE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EB01B7-0500-E01E-DACD-FE9D94E8D719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B63C36-8988-BF86-D353-4B9CAAEB5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5245"/>
            <a:ext cx="8910736" cy="837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600" b="1" dirty="0"/>
              <a:t>What is a Base Case?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731112-50FB-BFBC-2895-0C3EF247EE9F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38F1F6-CCDD-ED02-CB19-41AA1F256910}"/>
              </a:ext>
            </a:extLst>
          </p:cNvPr>
          <p:cNvSpPr/>
          <p:nvPr/>
        </p:nvSpPr>
        <p:spPr>
          <a:xfrm>
            <a:off x="107504" y="1107776"/>
            <a:ext cx="8982744" cy="4546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b="1" dirty="0"/>
              <a:t>Base Case</a:t>
            </a:r>
            <a:r>
              <a:rPr lang="en-US" sz="2800" dirty="0"/>
              <a:t> is the condition where: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The function </a:t>
            </a:r>
            <a:r>
              <a:rPr lang="en-US" sz="2800" b="1" dirty="0"/>
              <a:t>stops calling itself</a:t>
            </a:r>
            <a:endParaRPr lang="en-US" sz="2800" dirty="0"/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A </a:t>
            </a:r>
            <a:r>
              <a:rPr lang="en-US" sz="2800" b="1" dirty="0"/>
              <a:t>direct answer</a:t>
            </a:r>
            <a:r>
              <a:rPr lang="en-US" sz="2800" dirty="0"/>
              <a:t> is returned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Why Base Case is Important?</a:t>
            </a:r>
            <a:endParaRPr lang="en-US" sz="2800" dirty="0"/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Prevents infinite function calls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Prevents stack overflow error</a:t>
            </a:r>
          </a:p>
          <a:p>
            <a:pPr lvl="1">
              <a:lnSpc>
                <a:spcPct val="150000"/>
              </a:lnSpc>
            </a:pPr>
            <a:r>
              <a:rPr lang="en-US" sz="2800" i="1" dirty="0"/>
              <a:t>No base case = program crash</a:t>
            </a:r>
            <a:endParaRPr lang="en-US" sz="2800" dirty="0"/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BDABD0B4-5DA3-2106-6942-8900BABB1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BD13E00-2E0F-A644-DB17-4B039A8FB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8674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5245"/>
            <a:ext cx="8910736" cy="837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600" b="1" dirty="0"/>
              <a:t>What Happens Without a Base Case?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3900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b="1" dirty="0"/>
              <a:t>Scenario:</a:t>
            </a:r>
            <a:endParaRPr lang="en-US" sz="2800" dirty="0"/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Function keeps calling itself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Memory keeps filling call stack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/>
              <a:t>Program never stops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Result</a:t>
            </a:r>
            <a:r>
              <a:rPr lang="en-US" sz="2800" b="1"/>
              <a:t>:</a:t>
            </a:r>
            <a:r>
              <a:rPr lang="en-US" sz="2800"/>
              <a:t> Stack </a:t>
            </a:r>
            <a:r>
              <a:rPr lang="en-US" sz="2800" dirty="0"/>
              <a:t>Overflow Error</a:t>
            </a:r>
          </a:p>
          <a:p>
            <a:pPr lvl="1">
              <a:lnSpc>
                <a:spcPct val="150000"/>
              </a:lnSpc>
            </a:pPr>
            <a:r>
              <a:rPr lang="en-US" sz="2800" i="1" dirty="0"/>
              <a:t>Base case is mandatory in recursion</a:t>
            </a:r>
            <a:endParaRPr lang="en-US" sz="2800" dirty="0"/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7738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4B2F2-8461-5FD2-34E9-72EDFB64E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77F0EA3-19B8-3385-C32C-5A4A9C17F4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85469B-AFDA-E313-E258-90E6921F41F3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A9F8159-0B4B-B1D4-A4CC-8C4862CCD5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34D3FE-395F-03AE-7AB0-90F7F7D913A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A4894C-EC40-96DF-B388-B27BEE81D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7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Simple Logical Examples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7CA26E-49CD-1899-25DD-C97205EA8FD9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10F07CE2-ECA6-B618-8E15-653B91C94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BE38823-71DD-9676-174E-450389E0A509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0D0360-5B6A-9AA7-E1E1-DC4E87FB2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10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DEAD19-5DE7-26FD-6BA1-432AB8F3DF58}"/>
              </a:ext>
            </a:extLst>
          </p:cNvPr>
          <p:cNvSpPr txBox="1"/>
          <p:nvPr/>
        </p:nvSpPr>
        <p:spPr>
          <a:xfrm>
            <a:off x="216027" y="1173140"/>
            <a:ext cx="8642123" cy="3677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b="1" dirty="0"/>
              <a:t>Example 1: Factorial of a Number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b="1" dirty="0"/>
              <a:t>Problem:</a:t>
            </a:r>
            <a:r>
              <a:rPr lang="en-US" sz="2600" dirty="0"/>
              <a:t> Find factorial of n (n! = n × (n-1) × ... × 1)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b="1" dirty="0"/>
              <a:t>Recursion Logic:</a:t>
            </a:r>
            <a:endParaRPr lang="en-US" sz="2600" dirty="0"/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Base Case: If n = 0, return 1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Recursive Step: Multiply n by factorial of n-1</a:t>
            </a:r>
          </a:p>
          <a:p>
            <a:pPr lvl="2">
              <a:lnSpc>
                <a:spcPct val="150000"/>
              </a:lnSpc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724311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BC2A7-F118-3D48-AFED-6D2887009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A390291-5394-6F06-2959-72FEF1E07A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5BF8F3-B504-6A3A-17F7-08429583E538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2FAF188-0755-52D2-96E3-B22EEA40C2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97ED5D-FFCA-9D7F-E271-A04DF7B406DD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2B39A5-2730-E67A-871B-018875F1A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7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Simple Logical Examples: Python Program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8DEF6A-9398-7D41-FA79-DD393A2C9EEF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7850E151-468A-54D0-84B0-17E4E5BCA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E8699FD-CC11-4CBE-8A2C-2A83E2EE527D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6DAE7DF-F59B-5B59-BDFC-6F23E3631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11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949AC8-1A36-0DFE-C3B7-A452C392365A}"/>
              </a:ext>
            </a:extLst>
          </p:cNvPr>
          <p:cNvSpPr txBox="1"/>
          <p:nvPr/>
        </p:nvSpPr>
        <p:spPr>
          <a:xfrm>
            <a:off x="216027" y="1173140"/>
            <a:ext cx="8642123" cy="607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lnSpc>
                <a:spcPct val="150000"/>
              </a:lnSpc>
            </a:pPr>
            <a:r>
              <a:rPr lang="en-US" sz="2600" i="1" dirty="0">
                <a:solidFill>
                  <a:srgbClr val="4B0993"/>
                </a:solidFill>
              </a:rPr>
              <a:t>def factorial(n):</a:t>
            </a:r>
          </a:p>
          <a:p>
            <a:pPr lvl="2">
              <a:lnSpc>
                <a:spcPct val="150000"/>
              </a:lnSpc>
            </a:pPr>
            <a:r>
              <a:rPr lang="en-US" sz="2600" i="1" dirty="0">
                <a:solidFill>
                  <a:srgbClr val="4B0993"/>
                </a:solidFill>
              </a:rPr>
              <a:t>    if n == 0:           # Base case</a:t>
            </a:r>
          </a:p>
          <a:p>
            <a:pPr lvl="2">
              <a:lnSpc>
                <a:spcPct val="150000"/>
              </a:lnSpc>
            </a:pPr>
            <a:r>
              <a:rPr lang="en-US" sz="2600" i="1" dirty="0">
                <a:solidFill>
                  <a:srgbClr val="4B0993"/>
                </a:solidFill>
              </a:rPr>
              <a:t>        return 1</a:t>
            </a:r>
          </a:p>
          <a:p>
            <a:pPr lvl="2">
              <a:lnSpc>
                <a:spcPct val="150000"/>
              </a:lnSpc>
            </a:pPr>
            <a:r>
              <a:rPr lang="en-US" sz="2600" i="1" dirty="0">
                <a:solidFill>
                  <a:srgbClr val="4B0993"/>
                </a:solidFill>
              </a:rPr>
              <a:t>    else:</a:t>
            </a:r>
          </a:p>
          <a:p>
            <a:pPr lvl="2">
              <a:lnSpc>
                <a:spcPct val="150000"/>
              </a:lnSpc>
            </a:pPr>
            <a:r>
              <a:rPr lang="en-US" sz="2600" i="1" dirty="0">
                <a:solidFill>
                  <a:srgbClr val="4B0993"/>
                </a:solidFill>
              </a:rPr>
              <a:t>        return n * factorial(n-1)   # Recursive call</a:t>
            </a:r>
          </a:p>
          <a:p>
            <a:pPr lvl="2">
              <a:lnSpc>
                <a:spcPct val="150000"/>
              </a:lnSpc>
            </a:pPr>
            <a:r>
              <a:rPr lang="en-US" sz="2600" i="1" dirty="0">
                <a:solidFill>
                  <a:srgbClr val="4B0993"/>
                </a:solidFill>
              </a:rPr>
              <a:t>print(factorial(5))  # Output: 120</a:t>
            </a:r>
          </a:p>
          <a:p>
            <a:pPr lvl="1">
              <a:lnSpc>
                <a:spcPct val="150000"/>
              </a:lnSpc>
            </a:pPr>
            <a:r>
              <a:rPr lang="en-US" sz="2000" b="1" dirty="0"/>
              <a:t>Explanation:</a:t>
            </a:r>
            <a:endParaRPr lang="en-US" sz="2000" dirty="0"/>
          </a:p>
          <a:p>
            <a:pPr lvl="1">
              <a:lnSpc>
                <a:spcPct val="150000"/>
              </a:lnSpc>
            </a:pPr>
            <a:r>
              <a:rPr lang="en-US" sz="2000" dirty="0"/>
              <a:t>factorial(5) → 5 * factorial(4)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factorial(4) → 4 * factorial(3)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factorial(0) → 1 (stops here)</a:t>
            </a:r>
          </a:p>
          <a:p>
            <a:pPr lvl="2">
              <a:lnSpc>
                <a:spcPct val="150000"/>
              </a:lnSpc>
            </a:pPr>
            <a:endParaRPr lang="en-US" sz="2600" i="1" dirty="0">
              <a:solidFill>
                <a:srgbClr val="4B099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337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09465-67D9-5FEC-C9C9-9BAF8862A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9A7C0D-72F9-4111-4152-4D09ED2A92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66246A-8F4B-798E-C716-89FA262F3C64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69B1123-867C-BBCE-C044-BCA0D877E6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C721CB-5F92-0A2E-2A62-BFB483BF791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04AB9B-E451-F68A-FE98-74F76BD2F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7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Example 2: Sum of Natural Numbers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7FE529-541B-B5FA-7DA9-95227CB3E3CC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C47CA279-C42F-00E5-9587-9B128DE7E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4A2870-9FAC-5E35-DA3F-9B9EBA864545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65AE671-D475-DD34-9DFA-832982F0D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12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F91B58-06D7-FE9B-C882-2E5F7FA87EEE}"/>
              </a:ext>
            </a:extLst>
          </p:cNvPr>
          <p:cNvSpPr txBox="1"/>
          <p:nvPr/>
        </p:nvSpPr>
        <p:spPr>
          <a:xfrm>
            <a:off x="216027" y="1173140"/>
            <a:ext cx="8642123" cy="5438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Problem:</a:t>
            </a:r>
            <a:r>
              <a:rPr lang="en-US" sz="2400" dirty="0"/>
              <a:t> Find sum of first n numbers.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/>
              <a:t>Recursion Logic: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Base Case: If n = 0, return 0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Recursive Step: sum(n) = n + sum(n-1)</a:t>
            </a:r>
          </a:p>
          <a:p>
            <a:pPr lvl="2">
              <a:lnSpc>
                <a:spcPct val="150000"/>
              </a:lnSpc>
            </a:pPr>
            <a:r>
              <a:rPr lang="en-US" sz="2300" i="1" dirty="0">
                <a:solidFill>
                  <a:srgbClr val="4B0993"/>
                </a:solidFill>
              </a:rPr>
              <a:t>def </a:t>
            </a:r>
            <a:r>
              <a:rPr lang="en-US" sz="2300" i="1" dirty="0" err="1">
                <a:solidFill>
                  <a:srgbClr val="4B0993"/>
                </a:solidFill>
              </a:rPr>
              <a:t>sum_natural</a:t>
            </a:r>
            <a:r>
              <a:rPr lang="en-US" sz="2300" i="1" dirty="0">
                <a:solidFill>
                  <a:srgbClr val="4B0993"/>
                </a:solidFill>
              </a:rPr>
              <a:t>(n):</a:t>
            </a:r>
          </a:p>
          <a:p>
            <a:pPr lvl="2">
              <a:lnSpc>
                <a:spcPct val="150000"/>
              </a:lnSpc>
            </a:pPr>
            <a:r>
              <a:rPr lang="en-US" sz="2300" i="1" dirty="0">
                <a:solidFill>
                  <a:srgbClr val="4B0993"/>
                </a:solidFill>
              </a:rPr>
              <a:t>    if n == 0:       # Base case</a:t>
            </a:r>
          </a:p>
          <a:p>
            <a:pPr lvl="2">
              <a:lnSpc>
                <a:spcPct val="150000"/>
              </a:lnSpc>
            </a:pPr>
            <a:r>
              <a:rPr lang="en-US" sz="2300" i="1" dirty="0">
                <a:solidFill>
                  <a:srgbClr val="4B0993"/>
                </a:solidFill>
              </a:rPr>
              <a:t>return 0</a:t>
            </a:r>
          </a:p>
          <a:p>
            <a:pPr lvl="2">
              <a:lnSpc>
                <a:spcPct val="150000"/>
              </a:lnSpc>
            </a:pPr>
            <a:r>
              <a:rPr lang="en-US" sz="2300" i="1" dirty="0">
                <a:solidFill>
                  <a:srgbClr val="4B0993"/>
                </a:solidFill>
              </a:rPr>
              <a:t>    else:</a:t>
            </a:r>
          </a:p>
          <a:p>
            <a:pPr lvl="2">
              <a:lnSpc>
                <a:spcPct val="150000"/>
              </a:lnSpc>
            </a:pPr>
            <a:r>
              <a:rPr lang="en-US" sz="2300" i="1" dirty="0">
                <a:solidFill>
                  <a:srgbClr val="4B0993"/>
                </a:solidFill>
              </a:rPr>
              <a:t>        return n + </a:t>
            </a:r>
            <a:r>
              <a:rPr lang="en-US" sz="2300" i="1" dirty="0" err="1">
                <a:solidFill>
                  <a:srgbClr val="4B0993"/>
                </a:solidFill>
              </a:rPr>
              <a:t>sum_natural</a:t>
            </a:r>
            <a:r>
              <a:rPr lang="en-US" sz="2300" i="1" dirty="0">
                <a:solidFill>
                  <a:srgbClr val="4B0993"/>
                </a:solidFill>
              </a:rPr>
              <a:t>(n-1)  # Recursive call</a:t>
            </a:r>
          </a:p>
          <a:p>
            <a:pPr lvl="2">
              <a:lnSpc>
                <a:spcPct val="150000"/>
              </a:lnSpc>
            </a:pPr>
            <a:r>
              <a:rPr lang="en-US" sz="2300" i="1" dirty="0">
                <a:solidFill>
                  <a:srgbClr val="4B0993"/>
                </a:solidFill>
              </a:rPr>
              <a:t>print(</a:t>
            </a:r>
            <a:r>
              <a:rPr lang="en-US" sz="2300" i="1" dirty="0" err="1">
                <a:solidFill>
                  <a:srgbClr val="4B0993"/>
                </a:solidFill>
              </a:rPr>
              <a:t>sum_natural</a:t>
            </a:r>
            <a:r>
              <a:rPr lang="en-US" sz="2300" i="1" dirty="0">
                <a:solidFill>
                  <a:srgbClr val="4B0993"/>
                </a:solidFill>
              </a:rPr>
              <a:t>(5))  # Output: 15</a:t>
            </a:r>
          </a:p>
        </p:txBody>
      </p:sp>
    </p:spTree>
    <p:extLst>
      <p:ext uri="{BB962C8B-B14F-4D97-AF65-F5344CB8AC3E}">
        <p14:creationId xmlns:p14="http://schemas.microsoft.com/office/powerpoint/2010/main" val="1648048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6A64C-6C2D-712F-949F-E61F40C00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C7946C-58E9-2EF2-AE45-9FF6A6706F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7381F2B-8CEC-4BF5-3703-334B3E3BF4A5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32D1031-EE2B-F8DD-B4E9-B817271670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1F4636-1887-A0A2-93E0-A77E82CAF842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0BC82-2B74-84A4-FFCE-B1B7325E4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7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600" b="1" dirty="0"/>
              <a:t>Example 3: Fibonacci Numbers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A0027E-EA77-B1BC-4639-B5D33DF388F9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1DCF06DA-9606-7FA4-8C22-85CC614CB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AA8F85E-2E9C-1FD1-4826-181EA96350CC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066A0BE-E023-124C-AC0D-B151A7CF7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13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611AEC-177B-F3DD-DD29-C392BF1BD2E2}"/>
              </a:ext>
            </a:extLst>
          </p:cNvPr>
          <p:cNvSpPr txBox="1"/>
          <p:nvPr/>
        </p:nvSpPr>
        <p:spPr>
          <a:xfrm>
            <a:off x="216027" y="1173140"/>
            <a:ext cx="8642123" cy="5852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/>
              <a:t>Problem:</a:t>
            </a:r>
            <a:r>
              <a:rPr lang="en-IN" sz="2400" dirty="0"/>
              <a:t> Find the nth Fibonacci number.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b="1" dirty="0"/>
              <a:t>Recursion Logic:</a:t>
            </a:r>
            <a:endParaRPr lang="en-IN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/>
              <a:t>Base Case: </a:t>
            </a:r>
            <a:r>
              <a:rPr lang="en-IN" dirty="0"/>
              <a:t>n=0 → 0</a:t>
            </a:r>
            <a:r>
              <a:rPr lang="en-IN" sz="2400" dirty="0"/>
              <a:t>, </a:t>
            </a:r>
            <a:r>
              <a:rPr lang="en-IN" dirty="0"/>
              <a:t>n=1 → 1</a:t>
            </a:r>
            <a:endParaRPr lang="en-IN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/>
              <a:t>Recursive Step: fib(n) = fib(n-1) + fib(n-2)</a:t>
            </a:r>
          </a:p>
          <a:p>
            <a:pPr lvl="1"/>
            <a:r>
              <a:rPr lang="en-IN" sz="2200" dirty="0"/>
              <a:t>def </a:t>
            </a:r>
            <a:r>
              <a:rPr lang="en-IN" sz="2200" dirty="0" err="1"/>
              <a:t>fibonacci</a:t>
            </a:r>
            <a:r>
              <a:rPr lang="en-IN" sz="2200" dirty="0"/>
              <a:t>(n):</a:t>
            </a:r>
          </a:p>
          <a:p>
            <a:pPr lvl="1"/>
            <a:r>
              <a:rPr lang="en-IN" sz="2200" dirty="0"/>
              <a:t>    if n == 0:</a:t>
            </a:r>
          </a:p>
          <a:p>
            <a:pPr lvl="1"/>
            <a:r>
              <a:rPr lang="en-IN" sz="2200" dirty="0"/>
              <a:t>        return 0       # Base case 1</a:t>
            </a:r>
          </a:p>
          <a:p>
            <a:pPr lvl="1"/>
            <a:r>
              <a:rPr lang="en-IN" sz="2200" dirty="0"/>
              <a:t>    </a:t>
            </a:r>
            <a:r>
              <a:rPr lang="en-IN" sz="2200" dirty="0" err="1"/>
              <a:t>elif</a:t>
            </a:r>
            <a:r>
              <a:rPr lang="en-IN" sz="2200" dirty="0"/>
              <a:t> n == 1:</a:t>
            </a:r>
          </a:p>
          <a:p>
            <a:pPr lvl="1"/>
            <a:r>
              <a:rPr lang="en-IN" sz="2200" dirty="0"/>
              <a:t>        return 1       # Base case 2</a:t>
            </a:r>
          </a:p>
          <a:p>
            <a:pPr lvl="1"/>
            <a:r>
              <a:rPr lang="en-IN" sz="2200" dirty="0"/>
              <a:t>    else:</a:t>
            </a:r>
          </a:p>
          <a:p>
            <a:pPr lvl="1"/>
            <a:r>
              <a:rPr lang="en-IN" sz="2200" dirty="0"/>
              <a:t>        return </a:t>
            </a:r>
            <a:r>
              <a:rPr lang="en-IN" sz="2200" dirty="0" err="1"/>
              <a:t>fibonacci</a:t>
            </a:r>
            <a:r>
              <a:rPr lang="en-IN" sz="2200" dirty="0"/>
              <a:t>(n-1) + </a:t>
            </a:r>
            <a:r>
              <a:rPr lang="en-IN" sz="2200" dirty="0" err="1"/>
              <a:t>fibonacci</a:t>
            </a:r>
            <a:r>
              <a:rPr lang="en-IN" sz="2200" dirty="0"/>
              <a:t>(n-2)  # Recursive call</a:t>
            </a:r>
          </a:p>
          <a:p>
            <a:pPr lvl="1"/>
            <a:endParaRPr lang="en-IN" sz="2200" dirty="0"/>
          </a:p>
          <a:p>
            <a:pPr lvl="1"/>
            <a:r>
              <a:rPr lang="en-IN" sz="2200" dirty="0"/>
              <a:t>print(</a:t>
            </a:r>
            <a:r>
              <a:rPr lang="en-IN" sz="2200" dirty="0" err="1"/>
              <a:t>fibonacci</a:t>
            </a:r>
            <a:r>
              <a:rPr lang="en-IN" sz="2200" dirty="0"/>
              <a:t>(6))  # Output: 8</a:t>
            </a:r>
          </a:p>
          <a:p>
            <a:pPr lvl="1">
              <a:lnSpc>
                <a:spcPct val="150000"/>
              </a:lnSpc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49250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F940F-610C-B63A-92F8-E8B965712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DD5726-D66D-0167-6E94-7436777BE2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62D4765-9DBE-4F29-55F3-90E4AB2488AF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DEE8DF7-F7F7-233B-964E-2CDFF2CD0C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1A4075-A673-3B78-8BB2-E8ED43D5BF4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506C09-B8E5-9A2D-E2DA-8462A6B3C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7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Example : Check if a Number is Palindrome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E9DAAE-FD83-8A54-B672-926B15418593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AAA51C49-32AA-372A-D439-DBBDE808B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CF2C0AC-A110-5A82-020A-38B07F22072E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7128B6-20BF-BB95-A7F3-B96E05FA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14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FBC6F0-5FD6-4544-2D02-C8D3636D8CCD}"/>
              </a:ext>
            </a:extLst>
          </p:cNvPr>
          <p:cNvSpPr txBox="1"/>
          <p:nvPr/>
        </p:nvSpPr>
        <p:spPr>
          <a:xfrm>
            <a:off x="216027" y="1173140"/>
            <a:ext cx="8642123" cy="5821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Problem:</a:t>
            </a:r>
            <a:r>
              <a:rPr lang="en-US" sz="2400" dirty="0"/>
              <a:t> Determine if number </a:t>
            </a:r>
            <a:r>
              <a:rPr lang="en-US" dirty="0"/>
              <a:t>121</a:t>
            </a:r>
            <a:r>
              <a:rPr lang="en-US" sz="2400" dirty="0"/>
              <a:t> is a palindrome.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/>
              <a:t>Recursion Logic: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Base Case: If number has 1 or 0 digits → True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Recursive Step: Compare first and last digits, then recurse on middle part</a:t>
            </a:r>
          </a:p>
          <a:p>
            <a:pPr lvl="1"/>
            <a:r>
              <a:rPr lang="en-US" sz="2000" dirty="0"/>
              <a:t>def </a:t>
            </a:r>
            <a:r>
              <a:rPr lang="en-US" sz="2000" dirty="0" err="1"/>
              <a:t>is_palindrome</a:t>
            </a:r>
            <a:r>
              <a:rPr lang="en-US" sz="2000" dirty="0"/>
              <a:t>(s):</a:t>
            </a:r>
          </a:p>
          <a:p>
            <a:pPr lvl="1"/>
            <a:r>
              <a:rPr lang="en-US" sz="2000" dirty="0"/>
              <a:t>    if </a:t>
            </a:r>
            <a:r>
              <a:rPr lang="en-US" sz="2000" dirty="0" err="1"/>
              <a:t>len</a:t>
            </a:r>
            <a:r>
              <a:rPr lang="en-US" sz="2000" dirty="0"/>
              <a:t>(s) &lt;= 1:  # Base case</a:t>
            </a:r>
          </a:p>
          <a:p>
            <a:pPr lvl="1"/>
            <a:r>
              <a:rPr lang="en-US" sz="2000" dirty="0"/>
              <a:t>        return True</a:t>
            </a:r>
          </a:p>
          <a:p>
            <a:pPr lvl="1"/>
            <a:r>
              <a:rPr lang="en-US" sz="2000" dirty="0"/>
              <a:t>    else:</a:t>
            </a:r>
          </a:p>
          <a:p>
            <a:pPr lvl="1"/>
            <a:r>
              <a:rPr lang="en-US" sz="2000" dirty="0"/>
              <a:t>        return s[0] == s[-1] and </a:t>
            </a:r>
            <a:r>
              <a:rPr lang="en-US" sz="2000" dirty="0" err="1"/>
              <a:t>is_palindrome</a:t>
            </a:r>
            <a:r>
              <a:rPr lang="en-US" sz="2000" dirty="0"/>
              <a:t>(s[1:-1])  # Recursive call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print(</a:t>
            </a:r>
            <a:r>
              <a:rPr lang="en-US" sz="2000" dirty="0" err="1"/>
              <a:t>is_palindrome</a:t>
            </a:r>
            <a:r>
              <a:rPr lang="en-US" sz="2000" dirty="0"/>
              <a:t>("121"))  # Output: True</a:t>
            </a:r>
          </a:p>
          <a:p>
            <a:pPr lvl="1"/>
            <a:r>
              <a:rPr lang="en-US" sz="2000" dirty="0"/>
              <a:t>print(</a:t>
            </a:r>
            <a:r>
              <a:rPr lang="en-US" sz="2000" dirty="0" err="1"/>
              <a:t>is_palindrome</a:t>
            </a:r>
            <a:r>
              <a:rPr lang="en-US" sz="2000" dirty="0"/>
              <a:t>("123"))  # Output: False</a:t>
            </a:r>
          </a:p>
          <a:p>
            <a:pPr lvl="1"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455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Key Points to Teach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3631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b="1" dirty="0"/>
              <a:t>Always define a base case</a:t>
            </a:r>
            <a:r>
              <a:rPr lang="en-US" sz="2600" dirty="0"/>
              <a:t> to avoid infinite recursion.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b="1" dirty="0"/>
              <a:t>Recursive step</a:t>
            </a:r>
            <a:r>
              <a:rPr lang="en-US" sz="2600" dirty="0"/>
              <a:t> should move towards the base case.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Recursion is often easier for problems with </a:t>
            </a:r>
            <a:r>
              <a:rPr lang="en-US" sz="2600" b="1" dirty="0"/>
              <a:t>repetitive subproblems</a:t>
            </a:r>
            <a:r>
              <a:rPr lang="en-US" sz="2600" dirty="0"/>
              <a:t>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Trace the recursion with </a:t>
            </a:r>
            <a:r>
              <a:rPr lang="en-US" sz="2600" b="1" dirty="0"/>
              <a:t>diagrams</a:t>
            </a:r>
            <a:r>
              <a:rPr lang="en-US" sz="2600" dirty="0"/>
              <a:t> to visualize function calls and returns.</a:t>
            </a: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0935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E716F-1277-B141-801B-00EC8F583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005C91A-0F5A-55FF-6EA8-64C7BD769F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8475B0-F99E-8199-8A06-5D99C58DDFCA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40374EF-77AB-F355-CD86-D7CC1DD85F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F1CA49-96B4-1D04-5FFF-2A523825BFE1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F801F3-6E20-9B61-DF7D-FA3503C48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Real-Life Analogy of Recursion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8A8FFB-998E-DFE8-74E6-9C42BCAD4F47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ECC0FD-923C-9A25-D9B5-F6F7CF330323}"/>
              </a:ext>
            </a:extLst>
          </p:cNvPr>
          <p:cNvSpPr/>
          <p:nvPr/>
        </p:nvSpPr>
        <p:spPr>
          <a:xfrm>
            <a:off x="107504" y="1107776"/>
            <a:ext cx="8784976" cy="3245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Mirror Reflection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see yourself inside a mirror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that reflection → another reflection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continues until the mirror edge ends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The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mirror =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Case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3784A148-5186-AA96-DD6B-3533D745D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EF88C34-9231-E085-9C43-4481B5C89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2318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4B344-258B-32BC-6939-E3373F421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86DE7-6C5E-3072-BB5B-6EAD3B733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9" y="1359529"/>
            <a:ext cx="8932862" cy="3995737"/>
          </a:xfrm>
        </p:spPr>
        <p:txBody>
          <a:bodyPr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Think of recursion as a stack: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Each function call waits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Base case returns first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Results move backward</a:t>
            </a:r>
          </a:p>
          <a:p>
            <a:pPr>
              <a:lnSpc>
                <a:spcPct val="150000"/>
              </a:lnSpc>
            </a:pPr>
            <a:r>
              <a:rPr lang="en-US" i="1" dirty="0"/>
              <a:t>Last called function finishes first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986E52-3E99-CBFF-F178-B30B411D09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CE5C5F-8008-9DF1-A2C2-309E8A0ED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17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EEC3E2-24E0-1424-F01A-D1FBB0DC1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Recursive Call Flow (Visualization)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F054AA-558C-F9CE-4797-A131F10D7ADA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1305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0DD99-FCF8-197C-872D-A8A88B3D2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92F3F5-5E11-081E-A14F-F56EC162AE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AC76AC-B9AF-D2E6-DF7E-4917A4873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18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3A53BF-3087-2D03-9F41-03139D9E5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When to Use Recursion?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D437EC-302F-C1A6-1DE5-2370617BE314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4A5355-D15A-D3D9-7F74-CAE496833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251133"/>
            <a:ext cx="8229600" cy="45259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Best suited for: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Tree traversal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Divide &amp; Conquer algorithms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Problems with repeated sub-structure</a:t>
            </a:r>
          </a:p>
          <a:p>
            <a:pPr>
              <a:lnSpc>
                <a:spcPct val="150000"/>
              </a:lnSpc>
            </a:pPr>
            <a:r>
              <a:rPr lang="en-US" b="1" dirty="0"/>
              <a:t>Avoid recursion when: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Simple looping works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Memory usage is critical</a:t>
            </a:r>
          </a:p>
        </p:txBody>
      </p:sp>
    </p:spTree>
    <p:extLst>
      <p:ext uri="{BB962C8B-B14F-4D97-AF65-F5344CB8AC3E}">
        <p14:creationId xmlns:p14="http://schemas.microsoft.com/office/powerpoint/2010/main" val="2300213316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B1186-8B29-8476-2D2B-8922F3B89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E394C-20FD-BD98-0691-720D7EAED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124744"/>
            <a:ext cx="8465318" cy="3995737"/>
          </a:xfrm>
        </p:spPr>
        <p:txBody>
          <a:bodyPr rtlCol="0">
            <a:normAutofit/>
          </a:bodyPr>
          <a:lstStyle/>
          <a:p>
            <a:pPr>
              <a:lnSpc>
                <a:spcPct val="200000"/>
              </a:lnSpc>
            </a:pPr>
            <a:r>
              <a:rPr lang="en-US"/>
              <a:t>Missing </a:t>
            </a:r>
            <a:r>
              <a:rPr lang="en-US" dirty="0"/>
              <a:t>base case</a:t>
            </a:r>
            <a:br>
              <a:rPr lang="en-US"/>
            </a:br>
            <a:r>
              <a:rPr lang="en-US"/>
              <a:t>Wrong </a:t>
            </a:r>
            <a:r>
              <a:rPr lang="en-US" dirty="0"/>
              <a:t>base condition</a:t>
            </a:r>
            <a:br>
              <a:rPr lang="en-US"/>
            </a:br>
            <a:r>
              <a:rPr lang="en-US"/>
              <a:t>Recursive </a:t>
            </a:r>
            <a:r>
              <a:rPr lang="en-US" dirty="0"/>
              <a:t>call not reducing problem size</a:t>
            </a:r>
            <a:br>
              <a:rPr lang="en-US"/>
            </a:br>
            <a:r>
              <a:rPr lang="en-US"/>
              <a:t>Too </a:t>
            </a:r>
            <a:r>
              <a:rPr lang="en-US" dirty="0"/>
              <a:t>many recursive calls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A05E85-089B-DE31-A08D-8B7520C6A3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DA72E7-A057-E04F-0764-D0B192932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19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52C805-0ABC-58C4-53D7-DDA13BA1D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Common Mistakes in Recursion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F10B49-EEE2-7D6F-2902-7F3DA469DED1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431161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AE485-C739-861C-FCD2-44A394E3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C94AA-4384-D986-938F-8C1B19953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9" y="1359529"/>
            <a:ext cx="8932862" cy="3995737"/>
          </a:xfrm>
        </p:spPr>
        <p:txBody>
          <a:bodyPr rtlCol="0"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Identify base case in factorial recursion</a:t>
            </a:r>
          </a:p>
          <a:p>
            <a:pPr>
              <a:lnSpc>
                <a:spcPct val="200000"/>
              </a:lnSpc>
            </a:pPr>
            <a:r>
              <a:rPr lang="en-US" dirty="0"/>
              <a:t>Write recursive rule for: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Power(x, n)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Sum of digits of a number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0F7B2-3592-28D1-525B-0C27277403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0BD29F-8A49-1ED2-A88C-B1F068C3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20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10C450-9571-7C56-AE47-D245EA54F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Activity – Think &amp; Solve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274178A-CB8C-9D73-23C4-C949BBAE4375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32605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CB5C6-9F2D-0BD3-BE69-F9B21A08E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C06FE-2A20-A933-841A-FDF2A12AA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9" y="1359529"/>
            <a:ext cx="8932862" cy="3995737"/>
          </a:xfrm>
        </p:spPr>
        <p:txBody>
          <a:bodyPr rtlCol="0"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dirty="0"/>
              <a:t>Recursion = function calling itself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Base case is compulsory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Recursive call must reduce problem size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Understand call flow for clarity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34D5B5-6821-2FD4-5766-BA3048FE20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C19D80-6094-CAF6-5268-A1EABB233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21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4024D6-9512-FD59-37B7-40E524A7A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Key Takeaways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AE6187-B150-249E-8C6C-A32FD79A23A6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13792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6609B-3E55-36DA-2164-54161940A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F6F4E-F320-269B-DCCE-291F60568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9" y="1359529"/>
            <a:ext cx="8932862" cy="3995737"/>
          </a:xfrm>
        </p:spPr>
        <p:txBody>
          <a:bodyPr rtlCol="0">
            <a:normAutofit/>
          </a:bodyPr>
          <a:lstStyle/>
          <a:p>
            <a:pPr lvl="1">
              <a:lnSpc>
                <a:spcPct val="200000"/>
              </a:lnSpc>
            </a:pPr>
            <a:r>
              <a:rPr lang="en-US" b="1" dirty="0"/>
              <a:t>Q1:</a:t>
            </a:r>
            <a:r>
              <a:rPr lang="en-US" dirty="0"/>
              <a:t> What is recursion?</a:t>
            </a:r>
          </a:p>
          <a:p>
            <a:pPr lvl="1">
              <a:lnSpc>
                <a:spcPct val="200000"/>
              </a:lnSpc>
            </a:pPr>
            <a:r>
              <a:rPr lang="en-US" b="1" dirty="0"/>
              <a:t>Q2:</a:t>
            </a:r>
            <a:r>
              <a:rPr lang="en-US" dirty="0"/>
              <a:t> Why is base case required?</a:t>
            </a:r>
          </a:p>
          <a:p>
            <a:pPr lvl="1">
              <a:lnSpc>
                <a:spcPct val="200000"/>
              </a:lnSpc>
            </a:pPr>
            <a:r>
              <a:rPr lang="en-US" b="1" dirty="0"/>
              <a:t>Q3:</a:t>
            </a:r>
            <a:r>
              <a:rPr lang="en-US" dirty="0"/>
              <a:t> Write base case for Fibonacci series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C7B788-A5E9-DAD9-7793-78113BF489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BA674B-7CF0-E71B-0E85-6D8E6C764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22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554BD5-3090-C257-50F2-C65FECEA4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Quick Check (Exam-Oriented)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E753AC-0B83-48DB-3B3F-DD1261C72055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28686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C74B8-2F79-788A-96F4-715E073A0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C4102-90AF-6DA8-DB49-8EA6A5068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9" y="1359529"/>
            <a:ext cx="8932862" cy="3995737"/>
          </a:xfrm>
        </p:spPr>
        <p:txBody>
          <a:bodyPr rtlCol="0">
            <a:normAutofit/>
          </a:bodyPr>
          <a:lstStyle/>
          <a:p>
            <a:r>
              <a:rPr lang="en-US" i="1" dirty="0"/>
              <a:t>Recursion is powerful, but only when it knows when to stop.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072397-5C72-1607-8F38-59F5AF8724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F38825-866C-3F37-FA4B-BD425A1CC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23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95E494-3F67-D193-B974-6B6B19038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6"/>
            <a:ext cx="89107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Summary Line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30E0DB-D915-1D26-133B-9F2EDCAD9AD1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03935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17873</TotalTime>
  <Words>1211</Words>
  <Application>Microsoft Office PowerPoint</Application>
  <PresentationFormat>On-screen Show (4:3)</PresentationFormat>
  <Paragraphs>237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Calibri</vt:lpstr>
      <vt:lpstr>Garamond</vt:lpstr>
      <vt:lpstr>Segoe UI</vt:lpstr>
      <vt:lpstr>Sylfaen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shahjad israil</cp:lastModifiedBy>
  <cp:revision>1282</cp:revision>
  <cp:lastPrinted>2022-09-05T08:43:44Z</cp:lastPrinted>
  <dcterms:created xsi:type="dcterms:W3CDTF">2020-01-16T09:05:56Z</dcterms:created>
  <dcterms:modified xsi:type="dcterms:W3CDTF">2026-01-10T07:42:53Z</dcterms:modified>
</cp:coreProperties>
</file>