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97" r:id="rId2"/>
    <p:sldId id="1057" r:id="rId3"/>
    <p:sldId id="740" r:id="rId4"/>
    <p:sldId id="1066" r:id="rId5"/>
    <p:sldId id="1067" r:id="rId6"/>
    <p:sldId id="741" r:id="rId7"/>
    <p:sldId id="835" r:id="rId8"/>
    <p:sldId id="1069" r:id="rId9"/>
    <p:sldId id="878" r:id="rId10"/>
    <p:sldId id="1065" r:id="rId11"/>
    <p:sldId id="1068" r:id="rId12"/>
    <p:sldId id="1070" r:id="rId13"/>
    <p:sldId id="1071" r:id="rId14"/>
    <p:sldId id="1072" r:id="rId15"/>
    <p:sldId id="1073" r:id="rId16"/>
    <p:sldId id="1074" r:id="rId17"/>
    <p:sldId id="879" r:id="rId18"/>
    <p:sldId id="1030" r:id="rId19"/>
    <p:sldId id="1031" r:id="rId20"/>
    <p:sldId id="1059" r:id="rId21"/>
    <p:sldId id="1076" r:id="rId22"/>
    <p:sldId id="1079" r:id="rId23"/>
    <p:sldId id="1077" r:id="rId24"/>
    <p:sldId id="1060" r:id="rId25"/>
    <p:sldId id="1075" r:id="rId26"/>
    <p:sldId id="1061" r:id="rId27"/>
    <p:sldId id="1062" r:id="rId28"/>
    <p:sldId id="1063" r:id="rId29"/>
    <p:sldId id="1064" r:id="rId30"/>
    <p:sldId id="1080" r:id="rId31"/>
    <p:sldId id="269" r:id="rId32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06988-8D25-4BE6-A5D7-552025C78096}" v="116" dt="2026-01-10T07:06:57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16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 sldOrd">
      <pc:chgData name="shahjad israil" userId="765442391d65c39a" providerId="LiveId" clId="{AD403976-A7C0-4C75-AA9D-6F93FECD3E33}" dt="2026-01-10T07:06:57.067" v="1546" actId="12"/>
      <pc:docMkLst>
        <pc:docMk/>
      </pc:docMkLst>
      <pc:sldChg chg="addSp modSp mod">
        <pc:chgData name="shahjad israil" userId="765442391d65c39a" providerId="LiveId" clId="{AD403976-A7C0-4C75-AA9D-6F93FECD3E33}" dt="2026-01-10T06:22:01.087" v="1098" actId="114"/>
        <pc:sldMkLst>
          <pc:docMk/>
          <pc:sldMk cId="4142536426" sldId="497"/>
        </pc:sldMkLst>
        <pc:spChg chg="add mod">
          <ac:chgData name="shahjad israil" userId="765442391d65c39a" providerId="LiveId" clId="{AD403976-A7C0-4C75-AA9D-6F93FECD3E33}" dt="2026-01-10T06:21:25.361" v="1094" actId="1076"/>
          <ac:spMkLst>
            <pc:docMk/>
            <pc:sldMk cId="4142536426" sldId="497"/>
            <ac:spMk id="3" creationId="{974A704A-D3E7-267C-3D63-7BA3A341F8D7}"/>
          </ac:spMkLst>
        </pc:spChg>
        <pc:spChg chg="mod">
          <ac:chgData name="shahjad israil" userId="765442391d65c39a" providerId="LiveId" clId="{AD403976-A7C0-4C75-AA9D-6F93FECD3E33}" dt="2026-01-10T06:22:01.087" v="1098" actId="114"/>
          <ac:spMkLst>
            <pc:docMk/>
            <pc:sldMk cId="4142536426" sldId="497"/>
            <ac:spMk id="5" creationId="{F735F61E-D087-D90C-58CB-F3056C508EEF}"/>
          </ac:spMkLst>
        </pc:spChg>
        <pc:spChg chg="mod">
          <ac:chgData name="shahjad israil" userId="765442391d65c39a" providerId="LiveId" clId="{AD403976-A7C0-4C75-AA9D-6F93FECD3E33}" dt="2026-01-10T06:21:32.420" v="1095" actId="1076"/>
          <ac:spMkLst>
            <pc:docMk/>
            <pc:sldMk cId="4142536426" sldId="497"/>
            <ac:spMk id="7" creationId="{0A7DA37A-11B2-EE8B-F6D4-23A07A6F9262}"/>
          </ac:spMkLst>
        </pc:spChg>
        <pc:spChg chg="mod">
          <ac:chgData name="shahjad israil" userId="765442391d65c39a" providerId="LiveId" clId="{AD403976-A7C0-4C75-AA9D-6F93FECD3E33}" dt="2026-01-10T06:21:10.973" v="1092" actId="1076"/>
          <ac:spMkLst>
            <pc:docMk/>
            <pc:sldMk cId="4142536426" sldId="497"/>
            <ac:spMk id="8" creationId="{68F7CDE4-C1B5-EA85-23FB-C515D9544028}"/>
          </ac:spMkLst>
        </pc:spChg>
        <pc:picChg chg="mod">
          <ac:chgData name="shahjad israil" userId="765442391d65c39a" providerId="LiveId" clId="{AD403976-A7C0-4C75-AA9D-6F93FECD3E33}" dt="2025-12-25T14:41:43.484" v="137" actId="14100"/>
          <ac:picMkLst>
            <pc:docMk/>
            <pc:sldMk cId="4142536426" sldId="497"/>
            <ac:picMk id="4" creationId="{00000000-0000-0000-0000-000000000000}"/>
          </ac:picMkLst>
        </pc:picChg>
      </pc:sldChg>
      <pc:sldChg chg="addSp delSp modSp mod">
        <pc:chgData name="shahjad israil" userId="765442391d65c39a" providerId="LiveId" clId="{AD403976-A7C0-4C75-AA9D-6F93FECD3E33}" dt="2026-01-10T06:26:32.972" v="1149" actId="20577"/>
        <pc:sldMkLst>
          <pc:docMk/>
          <pc:sldMk cId="1654840783" sldId="740"/>
        </pc:sldMkLst>
        <pc:spChg chg="mod">
          <ac:chgData name="shahjad israil" userId="765442391d65c39a" providerId="LiveId" clId="{AD403976-A7C0-4C75-AA9D-6F93FECD3E33}" dt="2026-01-10T06:24:47.847" v="1108" actId="255"/>
          <ac:spMkLst>
            <pc:docMk/>
            <pc:sldMk cId="1654840783" sldId="740"/>
            <ac:spMk id="2" creationId="{7FEE1B99-B51C-4A5A-108B-8445DFED19F8}"/>
          </ac:spMkLst>
        </pc:spChg>
        <pc:spChg chg="add del mod">
          <ac:chgData name="shahjad israil" userId="765442391d65c39a" providerId="LiveId" clId="{AD403976-A7C0-4C75-AA9D-6F93FECD3E33}" dt="2026-01-10T06:26:32.972" v="1149" actId="20577"/>
          <ac:spMkLst>
            <pc:docMk/>
            <pc:sldMk cId="1654840783" sldId="740"/>
            <ac:spMk id="14" creationId="{92AE72C7-3EC7-6CA2-6B7A-44ECBA7BE1F1}"/>
          </ac:spMkLst>
        </pc:spChg>
      </pc:sldChg>
      <pc:sldChg chg="addSp delSp modSp mod">
        <pc:chgData name="shahjad israil" userId="765442391d65c39a" providerId="LiveId" clId="{AD403976-A7C0-4C75-AA9D-6F93FECD3E33}" dt="2026-01-10T06:29:23.612" v="1207" actId="114"/>
        <pc:sldMkLst>
          <pc:docMk/>
          <pc:sldMk cId="1239496716" sldId="741"/>
        </pc:sldMkLst>
        <pc:spChg chg="mod">
          <ac:chgData name="shahjad israil" userId="765442391d65c39a" providerId="LiveId" clId="{AD403976-A7C0-4C75-AA9D-6F93FECD3E33}" dt="2025-12-25T14:50:41.423" v="430" actId="20577"/>
          <ac:spMkLst>
            <pc:docMk/>
            <pc:sldMk cId="1239496716" sldId="741"/>
            <ac:spMk id="2" creationId="{7FEE1B99-B51C-4A5A-108B-8445DFED19F8}"/>
          </ac:spMkLst>
        </pc:spChg>
        <pc:spChg chg="add mod">
          <ac:chgData name="shahjad israil" userId="765442391d65c39a" providerId="LiveId" clId="{AD403976-A7C0-4C75-AA9D-6F93FECD3E33}" dt="2026-01-10T06:29:23.612" v="1207" actId="114"/>
          <ac:spMkLst>
            <pc:docMk/>
            <pc:sldMk cId="1239496716" sldId="741"/>
            <ac:spMk id="15" creationId="{9F0D5952-90EC-EFC7-AC9D-1F0A71D70CB1}"/>
          </ac:spMkLst>
        </pc:spChg>
      </pc:sldChg>
      <pc:sldChg chg="modSp mod modAnim">
        <pc:chgData name="shahjad israil" userId="765442391d65c39a" providerId="LiveId" clId="{AD403976-A7C0-4C75-AA9D-6F93FECD3E33}" dt="2026-01-10T06:38:39.758" v="1235" actId="21"/>
        <pc:sldMkLst>
          <pc:docMk/>
          <pc:sldMk cId="1200935623" sldId="835"/>
        </pc:sldMkLst>
        <pc:spChg chg="mod">
          <ac:chgData name="shahjad israil" userId="765442391d65c39a" providerId="LiveId" clId="{AD403976-A7C0-4C75-AA9D-6F93FECD3E33}" dt="2025-12-25T15:17:24.423" v="848"/>
          <ac:spMkLst>
            <pc:docMk/>
            <pc:sldMk cId="1200935623" sldId="835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6:38:39.758" v="1235" actId="21"/>
          <ac:spMkLst>
            <pc:docMk/>
            <pc:sldMk cId="1200935623" sldId="835"/>
            <ac:spMk id="5" creationId="{00000000-0000-0000-0000-000000000000}"/>
          </ac:spMkLst>
        </pc:spChg>
      </pc:sldChg>
      <pc:sldChg chg="addSp delSp modSp mod">
        <pc:chgData name="shahjad israil" userId="765442391d65c39a" providerId="LiveId" clId="{AD403976-A7C0-4C75-AA9D-6F93FECD3E33}" dt="2026-01-10T06:29:58.594" v="1212" actId="1076"/>
        <pc:sldMkLst>
          <pc:docMk/>
          <pc:sldMk cId="566196382" sldId="878"/>
        </pc:sldMkLst>
        <pc:spChg chg="mod">
          <ac:chgData name="shahjad israil" userId="765442391d65c39a" providerId="LiveId" clId="{AD403976-A7C0-4C75-AA9D-6F93FECD3E33}" dt="2025-12-25T15:19:13.507" v="882" actId="20577"/>
          <ac:spMkLst>
            <pc:docMk/>
            <pc:sldMk cId="566196382" sldId="878"/>
            <ac:spMk id="2" creationId="{7FEE1B99-B51C-4A5A-108B-8445DFED19F8}"/>
          </ac:spMkLst>
        </pc:spChg>
        <pc:spChg chg="add mod">
          <ac:chgData name="shahjad israil" userId="765442391d65c39a" providerId="LiveId" clId="{AD403976-A7C0-4C75-AA9D-6F93FECD3E33}" dt="2026-01-10T06:29:58.594" v="1212" actId="1076"/>
          <ac:spMkLst>
            <pc:docMk/>
            <pc:sldMk cId="566196382" sldId="878"/>
            <ac:spMk id="13" creationId="{1BF5FCDE-BC73-C37E-BBE4-EAE11433D220}"/>
          </ac:spMkLst>
        </pc:spChg>
        <pc:picChg chg="add mod">
          <ac:chgData name="shahjad israil" userId="765442391d65c39a" providerId="LiveId" clId="{AD403976-A7C0-4C75-AA9D-6F93FECD3E33}" dt="2026-01-10T06:29:50.544" v="1211" actId="14100"/>
          <ac:picMkLst>
            <pc:docMk/>
            <pc:sldMk cId="566196382" sldId="878"/>
            <ac:picMk id="12" creationId="{8D4D057F-5629-E2C1-0F22-72635B4C4270}"/>
          </ac:picMkLst>
        </pc:picChg>
      </pc:sldChg>
      <pc:sldChg chg="modSp mod">
        <pc:chgData name="shahjad israil" userId="765442391d65c39a" providerId="LiveId" clId="{AD403976-A7C0-4C75-AA9D-6F93FECD3E33}" dt="2026-01-10T06:50:06.727" v="1393" actId="12"/>
        <pc:sldMkLst>
          <pc:docMk/>
          <pc:sldMk cId="2157738065" sldId="879"/>
        </pc:sldMkLst>
        <pc:spChg chg="mod">
          <ac:chgData name="shahjad israil" userId="765442391d65c39a" providerId="LiveId" clId="{AD403976-A7C0-4C75-AA9D-6F93FECD3E33}" dt="2025-12-25T15:26:38.931" v="959" actId="255"/>
          <ac:spMkLst>
            <pc:docMk/>
            <pc:sldMk cId="2157738065" sldId="879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6:50:06.727" v="1393" actId="12"/>
          <ac:spMkLst>
            <pc:docMk/>
            <pc:sldMk cId="2157738065" sldId="879"/>
            <ac:spMk id="5" creationId="{00000000-0000-0000-0000-000000000000}"/>
          </ac:spMkLst>
        </pc:spChg>
      </pc:sldChg>
      <pc:sldChg chg="modSp mod modAnim">
        <pc:chgData name="shahjad israil" userId="765442391d65c39a" providerId="LiveId" clId="{AD403976-A7C0-4C75-AA9D-6F93FECD3E33}" dt="2025-12-25T15:27:40.968" v="971" actId="2710"/>
        <pc:sldMkLst>
          <pc:docMk/>
          <pc:sldMk cId="256811407" sldId="1030"/>
        </pc:sldMkLst>
        <pc:spChg chg="mod">
          <ac:chgData name="shahjad israil" userId="765442391d65c39a" providerId="LiveId" clId="{AD403976-A7C0-4C75-AA9D-6F93FECD3E33}" dt="2025-12-25T15:27:40.968" v="971" actId="2710"/>
          <ac:spMkLst>
            <pc:docMk/>
            <pc:sldMk cId="256811407" sldId="1030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5-12-25T15:27:28.309" v="968"/>
          <ac:spMkLst>
            <pc:docMk/>
            <pc:sldMk cId="256811407" sldId="1030"/>
            <ac:spMk id="6" creationId="{7FEE1B99-B51C-4A5A-108B-8445DFED19F8}"/>
          </ac:spMkLst>
        </pc:spChg>
      </pc:sldChg>
      <pc:sldChg chg="modSp mod modAnim">
        <pc:chgData name="shahjad israil" userId="765442391d65c39a" providerId="LiveId" clId="{AD403976-A7C0-4C75-AA9D-6F93FECD3E33}" dt="2026-01-10T06:50:22.023" v="1398" actId="2710"/>
        <pc:sldMkLst>
          <pc:docMk/>
          <pc:sldMk cId="1311512296" sldId="1031"/>
        </pc:sldMkLst>
        <pc:spChg chg="mod">
          <ac:chgData name="shahjad israil" userId="765442391d65c39a" providerId="LiveId" clId="{AD403976-A7C0-4C75-AA9D-6F93FECD3E33}" dt="2026-01-10T06:50:22.023" v="1398" actId="2710"/>
          <ac:spMkLst>
            <pc:docMk/>
            <pc:sldMk cId="1311512296" sldId="1031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5-12-25T15:28:04.944" v="974"/>
          <ac:spMkLst>
            <pc:docMk/>
            <pc:sldMk cId="1311512296" sldId="1031"/>
            <ac:spMk id="10" creationId="{7FEE1B99-B51C-4A5A-108B-8445DFED19F8}"/>
          </ac:spMkLst>
        </pc:spChg>
      </pc:sldChg>
      <pc:sldChg chg="modSp mod">
        <pc:chgData name="shahjad israil" userId="765442391d65c39a" providerId="LiveId" clId="{AD403976-A7C0-4C75-AA9D-6F93FECD3E33}" dt="2026-01-10T06:22:37.705" v="1103" actId="1076"/>
        <pc:sldMkLst>
          <pc:docMk/>
          <pc:sldMk cId="922697482" sldId="1057"/>
        </pc:sldMkLst>
        <pc:spChg chg="mod">
          <ac:chgData name="shahjad israil" userId="765442391d65c39a" providerId="LiveId" clId="{AD403976-A7C0-4C75-AA9D-6F93FECD3E33}" dt="2026-01-10T06:22:37.705" v="1103" actId="1076"/>
          <ac:spMkLst>
            <pc:docMk/>
            <pc:sldMk cId="922697482" sldId="1057"/>
            <ac:spMk id="12" creationId="{00000000-0000-0000-0000-000000000000}"/>
          </ac:spMkLst>
        </pc:spChg>
      </pc:sldChg>
      <pc:sldChg chg="modSp add del mod">
        <pc:chgData name="shahjad israil" userId="765442391d65c39a" providerId="LiveId" clId="{AD403976-A7C0-4C75-AA9D-6F93FECD3E33}" dt="2026-01-10T06:29:15.620" v="1205" actId="2696"/>
        <pc:sldMkLst>
          <pc:docMk/>
          <pc:sldMk cId="3176902354" sldId="1058"/>
        </pc:sldMkLst>
      </pc:sldChg>
      <pc:sldChg chg="modSp add mod modAnim">
        <pc:chgData name="shahjad israil" userId="765442391d65c39a" providerId="LiveId" clId="{AD403976-A7C0-4C75-AA9D-6F93FECD3E33}" dt="2026-01-10T06:50:34.763" v="1406" actId="20577"/>
        <pc:sldMkLst>
          <pc:docMk/>
          <pc:sldMk cId="1067978032" sldId="1059"/>
        </pc:sldMkLst>
        <pc:spChg chg="mod">
          <ac:chgData name="shahjad israil" userId="765442391d65c39a" providerId="LiveId" clId="{AD403976-A7C0-4C75-AA9D-6F93FECD3E33}" dt="2026-01-10T06:50:34.763" v="1406" actId="20577"/>
          <ac:spMkLst>
            <pc:docMk/>
            <pc:sldMk cId="1067978032" sldId="1059"/>
            <ac:spMk id="3" creationId="{CA8EB56A-38AE-3ACB-7FE1-E6E1B2E5E633}"/>
          </ac:spMkLst>
        </pc:spChg>
        <pc:spChg chg="mod">
          <ac:chgData name="shahjad israil" userId="765442391d65c39a" providerId="LiveId" clId="{AD403976-A7C0-4C75-AA9D-6F93FECD3E33}" dt="2025-12-26T02:32:14.854" v="978"/>
          <ac:spMkLst>
            <pc:docMk/>
            <pc:sldMk cId="1067978032" sldId="1059"/>
            <ac:spMk id="10" creationId="{35FFF188-9D0A-E8C6-46B4-23ACC7F5256C}"/>
          </ac:spMkLst>
        </pc:spChg>
      </pc:sldChg>
      <pc:sldChg chg="addSp modSp add mod modAnim">
        <pc:chgData name="shahjad israil" userId="765442391d65c39a" providerId="LiveId" clId="{AD403976-A7C0-4C75-AA9D-6F93FECD3E33}" dt="2026-01-10T06:54:02.242" v="1416"/>
        <pc:sldMkLst>
          <pc:docMk/>
          <pc:sldMk cId="128713051" sldId="1060"/>
        </pc:sldMkLst>
        <pc:spChg chg="mod">
          <ac:chgData name="shahjad israil" userId="765442391d65c39a" providerId="LiveId" clId="{AD403976-A7C0-4C75-AA9D-6F93FECD3E33}" dt="2026-01-10T06:54:02.242" v="1416"/>
          <ac:spMkLst>
            <pc:docMk/>
            <pc:sldMk cId="128713051" sldId="1060"/>
            <ac:spMk id="3" creationId="{09D86DE7-6C5E-3072-BB5B-6EAD3B733C5A}"/>
          </ac:spMkLst>
        </pc:spChg>
        <pc:spChg chg="add">
          <ac:chgData name="shahjad israil" userId="765442391d65c39a" providerId="LiveId" clId="{AD403976-A7C0-4C75-AA9D-6F93FECD3E33}" dt="2026-01-10T06:53:41.212" v="1412"/>
          <ac:spMkLst>
            <pc:docMk/>
            <pc:sldMk cId="128713051" sldId="1060"/>
            <ac:spMk id="4" creationId="{A4501F56-FCDF-E22B-6ACF-065F5B4597FC}"/>
          </ac:spMkLst>
        </pc:spChg>
        <pc:spChg chg="mod">
          <ac:chgData name="shahjad israil" userId="765442391d65c39a" providerId="LiveId" clId="{AD403976-A7C0-4C75-AA9D-6F93FECD3E33}" dt="2025-12-26T02:33:00.081" v="988"/>
          <ac:spMkLst>
            <pc:docMk/>
            <pc:sldMk cId="128713051" sldId="1060"/>
            <ac:spMk id="10" creationId="{63EEC3E2-24E0-1424-F01A-D1FBB0DC1BF5}"/>
          </ac:spMkLst>
        </pc:spChg>
      </pc:sldChg>
      <pc:sldChg chg="modSp add mod modAnim">
        <pc:chgData name="shahjad israil" userId="765442391d65c39a" providerId="LiveId" clId="{AD403976-A7C0-4C75-AA9D-6F93FECD3E33}" dt="2025-12-26T02:34:03.656" v="1007" actId="20577"/>
        <pc:sldMkLst>
          <pc:docMk/>
          <pc:sldMk cId="2300213316" sldId="1061"/>
        </pc:sldMkLst>
        <pc:spChg chg="mod">
          <ac:chgData name="shahjad israil" userId="765442391d65c39a" providerId="LiveId" clId="{AD403976-A7C0-4C75-AA9D-6F93FECD3E33}" dt="2025-12-26T02:34:03.656" v="1007" actId="20577"/>
          <ac:spMkLst>
            <pc:docMk/>
            <pc:sldMk cId="2300213316" sldId="1061"/>
            <ac:spMk id="3" creationId="{45BCDC0F-D1D4-3F26-8D2D-4AA9ED3E55B7}"/>
          </ac:spMkLst>
        </pc:spChg>
        <pc:spChg chg="mod">
          <ac:chgData name="shahjad israil" userId="765442391d65c39a" providerId="LiveId" clId="{AD403976-A7C0-4C75-AA9D-6F93FECD3E33}" dt="2025-12-26T02:33:44.975" v="1000"/>
          <ac:spMkLst>
            <pc:docMk/>
            <pc:sldMk cId="2300213316" sldId="1061"/>
            <ac:spMk id="10" creationId="{D23A53BF-3087-2D03-9F41-03139D9E5FBE}"/>
          </ac:spMkLst>
        </pc:spChg>
      </pc:sldChg>
      <pc:sldChg chg="modSp add mod modAnim">
        <pc:chgData name="shahjad israil" userId="765442391d65c39a" providerId="LiveId" clId="{AD403976-A7C0-4C75-AA9D-6F93FECD3E33}" dt="2025-12-26T02:34:36.882" v="1015" actId="27636"/>
        <pc:sldMkLst>
          <pc:docMk/>
          <pc:sldMk cId="1338431161" sldId="1062"/>
        </pc:sldMkLst>
        <pc:spChg chg="mod">
          <ac:chgData name="shahjad israil" userId="765442391d65c39a" providerId="LiveId" clId="{AD403976-A7C0-4C75-AA9D-6F93FECD3E33}" dt="2025-12-26T02:34:36.882" v="1015" actId="27636"/>
          <ac:spMkLst>
            <pc:docMk/>
            <pc:sldMk cId="1338431161" sldId="1062"/>
            <ac:spMk id="3" creationId="{3B3E394C-20FD-BD98-0691-720D7EAED9B8}"/>
          </ac:spMkLst>
        </pc:spChg>
        <pc:spChg chg="mod">
          <ac:chgData name="shahjad israil" userId="765442391d65c39a" providerId="LiveId" clId="{AD403976-A7C0-4C75-AA9D-6F93FECD3E33}" dt="2025-12-26T02:34:27.167" v="1012"/>
          <ac:spMkLst>
            <pc:docMk/>
            <pc:sldMk cId="1338431161" sldId="1062"/>
            <ac:spMk id="10" creationId="{8752C805-0ABC-58C4-53D7-DDA13BA1DBEF}"/>
          </ac:spMkLst>
        </pc:spChg>
      </pc:sldChg>
      <pc:sldChg chg="addSp delSp modSp add mod modAnim">
        <pc:chgData name="shahjad israil" userId="765442391d65c39a" providerId="LiveId" clId="{AD403976-A7C0-4C75-AA9D-6F93FECD3E33}" dt="2025-12-26T02:35:50.691" v="1022" actId="122"/>
        <pc:sldMkLst>
          <pc:docMk/>
          <pc:sldMk cId="3664193226" sldId="1063"/>
        </pc:sldMkLst>
        <pc:spChg chg="mod">
          <ac:chgData name="shahjad israil" userId="765442391d65c39a" providerId="LiveId" clId="{AD403976-A7C0-4C75-AA9D-6F93FECD3E33}" dt="2025-12-26T02:35:50.691" v="1022" actId="122"/>
          <ac:spMkLst>
            <pc:docMk/>
            <pc:sldMk cId="3664193226" sldId="1063"/>
            <ac:spMk id="10" creationId="{E9C04ACD-412B-0FB5-57B0-0AE1618E0C5F}"/>
          </ac:spMkLst>
        </pc:spChg>
        <pc:graphicFrameChg chg="add mod modGraphic">
          <ac:chgData name="shahjad israil" userId="765442391d65c39a" providerId="LiveId" clId="{AD403976-A7C0-4C75-AA9D-6F93FECD3E33}" dt="2025-12-26T02:35:23.320" v="1020" actId="12385"/>
          <ac:graphicFrameMkLst>
            <pc:docMk/>
            <pc:sldMk cId="3664193226" sldId="1063"/>
            <ac:graphicFrameMk id="4" creationId="{F2B1D0AB-53F8-0833-7874-4645A3142B28}"/>
          </ac:graphicFrameMkLst>
        </pc:graphicFrameChg>
      </pc:sldChg>
      <pc:sldChg chg="modSp add mod modAnim">
        <pc:chgData name="shahjad israil" userId="765442391d65c39a" providerId="LiveId" clId="{AD403976-A7C0-4C75-AA9D-6F93FECD3E33}" dt="2026-01-10T07:06:57.067" v="1546" actId="12"/>
        <pc:sldMkLst>
          <pc:docMk/>
          <pc:sldMk cId="3058326052" sldId="1064"/>
        </pc:sldMkLst>
        <pc:spChg chg="mod">
          <ac:chgData name="shahjad israil" userId="765442391d65c39a" providerId="LiveId" clId="{AD403976-A7C0-4C75-AA9D-6F93FECD3E33}" dt="2026-01-10T07:06:57.067" v="1546" actId="12"/>
          <ac:spMkLst>
            <pc:docMk/>
            <pc:sldMk cId="3058326052" sldId="1064"/>
            <ac:spMk id="3" creationId="{00FC94AA-4384-D986-938F-8C1B19953D65}"/>
          </ac:spMkLst>
        </pc:spChg>
        <pc:spChg chg="mod">
          <ac:chgData name="shahjad israil" userId="765442391d65c39a" providerId="LiveId" clId="{AD403976-A7C0-4C75-AA9D-6F93FECD3E33}" dt="2026-01-10T07:05:48.473" v="1531" actId="20577"/>
          <ac:spMkLst>
            <pc:docMk/>
            <pc:sldMk cId="3058326052" sldId="1064"/>
            <ac:spMk id="10" creationId="{C210C450-9571-7C56-AE47-D245EA54F0F6}"/>
          </ac:spMkLst>
        </pc:spChg>
      </pc:sldChg>
      <pc:sldChg chg="addSp modSp add mod">
        <pc:chgData name="shahjad israil" userId="765442391d65c39a" providerId="LiveId" clId="{AD403976-A7C0-4C75-AA9D-6F93FECD3E33}" dt="2026-01-10T07:04:27.271" v="1512" actId="14100"/>
        <pc:sldMkLst>
          <pc:docMk/>
          <pc:sldMk cId="1848674676" sldId="1065"/>
        </pc:sldMkLst>
        <pc:spChg chg="mod">
          <ac:chgData name="shahjad israil" userId="765442391d65c39a" providerId="LiveId" clId="{AD403976-A7C0-4C75-AA9D-6F93FECD3E33}" dt="2025-12-25T15:25:58.016" v="952" actId="20577"/>
          <ac:spMkLst>
            <pc:docMk/>
            <pc:sldMk cId="1848674676" sldId="1065"/>
            <ac:spMk id="2" creationId="{65B63C36-8988-BF86-D353-4B9CAAEB54D0}"/>
          </ac:spMkLst>
        </pc:spChg>
        <pc:spChg chg="mod">
          <ac:chgData name="shahjad israil" userId="765442391d65c39a" providerId="LiveId" clId="{AD403976-A7C0-4C75-AA9D-6F93FECD3E33}" dt="2026-01-10T06:31:29.080" v="1215" actId="20577"/>
          <ac:spMkLst>
            <pc:docMk/>
            <pc:sldMk cId="1848674676" sldId="1065"/>
            <ac:spMk id="5" creationId="{0538F1F6-CCDD-ED02-CB19-41AA1F256910}"/>
          </ac:spMkLst>
        </pc:spChg>
        <pc:picChg chg="add mod">
          <ac:chgData name="shahjad israil" userId="765442391d65c39a" providerId="LiveId" clId="{AD403976-A7C0-4C75-AA9D-6F93FECD3E33}" dt="2026-01-10T07:04:27.271" v="1512" actId="14100"/>
          <ac:picMkLst>
            <pc:docMk/>
            <pc:sldMk cId="1848674676" sldId="1065"/>
            <ac:picMk id="11" creationId="{62413F70-5B65-01FF-65D7-B4F09033196C}"/>
          </ac:picMkLst>
        </pc:picChg>
      </pc:sldChg>
      <pc:sldChg chg="modSp add mod">
        <pc:chgData name="shahjad israil" userId="765442391d65c39a" providerId="LiveId" clId="{AD403976-A7C0-4C75-AA9D-6F93FECD3E33}" dt="2026-01-10T06:27:31.203" v="1165" actId="5793"/>
        <pc:sldMkLst>
          <pc:docMk/>
          <pc:sldMk cId="1843327682" sldId="1066"/>
        </pc:sldMkLst>
        <pc:spChg chg="mod">
          <ac:chgData name="shahjad israil" userId="765442391d65c39a" providerId="LiveId" clId="{AD403976-A7C0-4C75-AA9D-6F93FECD3E33}" dt="2026-01-10T06:27:31.203" v="1165" actId="5793"/>
          <ac:spMkLst>
            <pc:docMk/>
            <pc:sldMk cId="1843327682" sldId="1066"/>
            <ac:spMk id="14" creationId="{C9D4D75B-1F26-E08B-B896-4211428F3227}"/>
          </ac:spMkLst>
        </pc:spChg>
      </pc:sldChg>
      <pc:sldChg chg="modSp add mod">
        <pc:chgData name="shahjad israil" userId="765442391d65c39a" providerId="LiveId" clId="{AD403976-A7C0-4C75-AA9D-6F93FECD3E33}" dt="2026-01-10T06:28:56.103" v="1202" actId="255"/>
        <pc:sldMkLst>
          <pc:docMk/>
          <pc:sldMk cId="3811634792" sldId="1067"/>
        </pc:sldMkLst>
        <pc:spChg chg="mod">
          <ac:chgData name="shahjad israil" userId="765442391d65c39a" providerId="LiveId" clId="{AD403976-A7C0-4C75-AA9D-6F93FECD3E33}" dt="2026-01-10T06:28:56.103" v="1202" actId="255"/>
          <ac:spMkLst>
            <pc:docMk/>
            <pc:sldMk cId="3811634792" sldId="1067"/>
            <ac:spMk id="14" creationId="{07732D2F-4560-ED9F-2F2C-DED8062C8F42}"/>
          </ac:spMkLst>
        </pc:spChg>
      </pc:sldChg>
      <pc:sldChg chg="add del">
        <pc:chgData name="shahjad israil" userId="765442391d65c39a" providerId="LiveId" clId="{AD403976-A7C0-4C75-AA9D-6F93FECD3E33}" dt="2026-01-10T06:29:10.294" v="1204" actId="2890"/>
        <pc:sldMkLst>
          <pc:docMk/>
          <pc:sldMk cId="258566527" sldId="1068"/>
        </pc:sldMkLst>
      </pc:sldChg>
      <pc:sldChg chg="modSp add mod">
        <pc:chgData name="shahjad israil" userId="765442391d65c39a" providerId="LiveId" clId="{AD403976-A7C0-4C75-AA9D-6F93FECD3E33}" dt="2026-01-10T06:41:46.977" v="1276" actId="11"/>
        <pc:sldMkLst>
          <pc:docMk/>
          <pc:sldMk cId="4161267543" sldId="1068"/>
        </pc:sldMkLst>
        <pc:spChg chg="mod">
          <ac:chgData name="shahjad israil" userId="765442391d65c39a" providerId="LiveId" clId="{AD403976-A7C0-4C75-AA9D-6F93FECD3E33}" dt="2026-01-10T06:41:01.384" v="1268"/>
          <ac:spMkLst>
            <pc:docMk/>
            <pc:sldMk cId="4161267543" sldId="1068"/>
            <ac:spMk id="2" creationId="{EEAD1500-8035-764C-0CED-D93687EB7F33}"/>
          </ac:spMkLst>
        </pc:spChg>
        <pc:spChg chg="mod">
          <ac:chgData name="shahjad israil" userId="765442391d65c39a" providerId="LiveId" clId="{AD403976-A7C0-4C75-AA9D-6F93FECD3E33}" dt="2026-01-10T06:41:46.977" v="1276" actId="11"/>
          <ac:spMkLst>
            <pc:docMk/>
            <pc:sldMk cId="4161267543" sldId="1068"/>
            <ac:spMk id="5" creationId="{28CE3DDE-0651-553E-B594-2640FE4529C1}"/>
          </ac:spMkLst>
        </pc:spChg>
      </pc:sldChg>
      <pc:sldChg chg="modSp add modAnim">
        <pc:chgData name="shahjad israil" userId="765442391d65c39a" providerId="LiveId" clId="{AD403976-A7C0-4C75-AA9D-6F93FECD3E33}" dt="2026-01-10T06:39:54.675" v="1265" actId="255"/>
        <pc:sldMkLst>
          <pc:docMk/>
          <pc:sldMk cId="3729443797" sldId="1069"/>
        </pc:sldMkLst>
        <pc:spChg chg="mod">
          <ac:chgData name="shahjad israil" userId="765442391d65c39a" providerId="LiveId" clId="{AD403976-A7C0-4C75-AA9D-6F93FECD3E33}" dt="2026-01-10T06:39:54.675" v="1265" actId="255"/>
          <ac:spMkLst>
            <pc:docMk/>
            <pc:sldMk cId="3729443797" sldId="1069"/>
            <ac:spMk id="5" creationId="{E07AA4A6-2C29-8AD4-F4AA-94BF9067E834}"/>
          </ac:spMkLst>
        </pc:spChg>
      </pc:sldChg>
      <pc:sldChg chg="addSp modSp add mod">
        <pc:chgData name="shahjad israil" userId="765442391d65c39a" providerId="LiveId" clId="{AD403976-A7C0-4C75-AA9D-6F93FECD3E33}" dt="2026-01-10T06:44:20.117" v="1307" actId="14100"/>
        <pc:sldMkLst>
          <pc:docMk/>
          <pc:sldMk cId="746429090" sldId="1070"/>
        </pc:sldMkLst>
        <pc:spChg chg="mod">
          <ac:chgData name="shahjad israil" userId="765442391d65c39a" providerId="LiveId" clId="{AD403976-A7C0-4C75-AA9D-6F93FECD3E33}" dt="2026-01-10T06:43:03.344" v="1294" actId="20577"/>
          <ac:spMkLst>
            <pc:docMk/>
            <pc:sldMk cId="746429090" sldId="1070"/>
            <ac:spMk id="2" creationId="{5D941C65-6DE5-20BD-9BCE-C89E370AF42D}"/>
          </ac:spMkLst>
        </pc:spChg>
        <pc:spChg chg="mod">
          <ac:chgData name="shahjad israil" userId="765442391d65c39a" providerId="LiveId" clId="{AD403976-A7C0-4C75-AA9D-6F93FECD3E33}" dt="2026-01-10T06:44:15.052" v="1306" actId="255"/>
          <ac:spMkLst>
            <pc:docMk/>
            <pc:sldMk cId="746429090" sldId="1070"/>
            <ac:spMk id="5" creationId="{89FC7B47-8915-CA29-34CA-448388E1C409}"/>
          </ac:spMkLst>
        </pc:spChg>
        <pc:picChg chg="add">
          <ac:chgData name="shahjad israil" userId="765442391d65c39a" providerId="LiveId" clId="{AD403976-A7C0-4C75-AA9D-6F93FECD3E33}" dt="2026-01-10T06:43:59.265" v="1302"/>
          <ac:picMkLst>
            <pc:docMk/>
            <pc:sldMk cId="746429090" sldId="1070"/>
            <ac:picMk id="8" creationId="{D33B1E0C-F70E-6108-4B8D-223EC1C5AA7A}"/>
          </ac:picMkLst>
        </pc:picChg>
        <pc:picChg chg="add mod">
          <ac:chgData name="shahjad israil" userId="765442391d65c39a" providerId="LiveId" clId="{AD403976-A7C0-4C75-AA9D-6F93FECD3E33}" dt="2026-01-10T06:44:20.117" v="1307" actId="14100"/>
          <ac:picMkLst>
            <pc:docMk/>
            <pc:sldMk cId="746429090" sldId="1070"/>
            <ac:picMk id="11" creationId="{15E5C5BC-D381-751C-1AF1-5324C7825993}"/>
          </ac:picMkLst>
        </pc:picChg>
      </pc:sldChg>
      <pc:sldChg chg="delSp modSp add mod">
        <pc:chgData name="shahjad israil" userId="765442391d65c39a" providerId="LiveId" clId="{AD403976-A7C0-4C75-AA9D-6F93FECD3E33}" dt="2026-01-10T06:45:51.069" v="1333" actId="13822"/>
        <pc:sldMkLst>
          <pc:docMk/>
          <pc:sldMk cId="4010177829" sldId="1071"/>
        </pc:sldMkLst>
        <pc:spChg chg="mod">
          <ac:chgData name="shahjad israil" userId="765442391d65c39a" providerId="LiveId" clId="{AD403976-A7C0-4C75-AA9D-6F93FECD3E33}" dt="2026-01-10T06:44:59.533" v="1328" actId="20577"/>
          <ac:spMkLst>
            <pc:docMk/>
            <pc:sldMk cId="4010177829" sldId="1071"/>
            <ac:spMk id="2" creationId="{EED3EB95-2045-12A6-A797-CD6A5BAF2122}"/>
          </ac:spMkLst>
        </pc:spChg>
        <pc:spChg chg="mod">
          <ac:chgData name="shahjad israil" userId="765442391d65c39a" providerId="LiveId" clId="{AD403976-A7C0-4C75-AA9D-6F93FECD3E33}" dt="2026-01-10T06:45:51.069" v="1333" actId="13822"/>
          <ac:spMkLst>
            <pc:docMk/>
            <pc:sldMk cId="4010177829" sldId="1071"/>
            <ac:spMk id="5" creationId="{B8B90DCD-A20F-2333-FA76-C5D02FFE7BA7}"/>
          </ac:spMkLst>
        </pc:spChg>
        <pc:picChg chg="mod">
          <ac:chgData name="shahjad israil" userId="765442391d65c39a" providerId="LiveId" clId="{AD403976-A7C0-4C75-AA9D-6F93FECD3E33}" dt="2026-01-10T06:44:49.100" v="1312" actId="1076"/>
          <ac:picMkLst>
            <pc:docMk/>
            <pc:sldMk cId="4010177829" sldId="1071"/>
            <ac:picMk id="4" creationId="{1F171977-00F9-28A6-7E3B-1106E1748E4B}"/>
          </ac:picMkLst>
        </pc:picChg>
        <pc:picChg chg="del">
          <ac:chgData name="shahjad israil" userId="765442391d65c39a" providerId="LiveId" clId="{AD403976-A7C0-4C75-AA9D-6F93FECD3E33}" dt="2026-01-10T06:44:44.178" v="1309" actId="478"/>
          <ac:picMkLst>
            <pc:docMk/>
            <pc:sldMk cId="4010177829" sldId="1071"/>
            <ac:picMk id="11" creationId="{581EF8C0-DB2F-0760-DEE0-26A64944B082}"/>
          </ac:picMkLst>
        </pc:picChg>
      </pc:sldChg>
      <pc:sldChg chg="addSp delSp modSp add mod">
        <pc:chgData name="shahjad israil" userId="765442391d65c39a" providerId="LiveId" clId="{AD403976-A7C0-4C75-AA9D-6F93FECD3E33}" dt="2026-01-10T06:46:57.891" v="1347" actId="20577"/>
        <pc:sldMkLst>
          <pc:docMk/>
          <pc:sldMk cId="507158326" sldId="1072"/>
        </pc:sldMkLst>
        <pc:spChg chg="mod">
          <ac:chgData name="shahjad israil" userId="765442391d65c39a" providerId="LiveId" clId="{AD403976-A7C0-4C75-AA9D-6F93FECD3E33}" dt="2026-01-10T06:46:57.891" v="1347" actId="20577"/>
          <ac:spMkLst>
            <pc:docMk/>
            <pc:sldMk cId="507158326" sldId="1072"/>
            <ac:spMk id="2" creationId="{C4483FD0-6327-00ED-DB50-5A7E673CA14C}"/>
          </ac:spMkLst>
        </pc:spChg>
        <pc:spChg chg="del">
          <ac:chgData name="shahjad israil" userId="765442391d65c39a" providerId="LiveId" clId="{AD403976-A7C0-4C75-AA9D-6F93FECD3E33}" dt="2026-01-10T06:46:17.908" v="1335" actId="478"/>
          <ac:spMkLst>
            <pc:docMk/>
            <pc:sldMk cId="507158326" sldId="1072"/>
            <ac:spMk id="5" creationId="{584E270F-DC44-EC7D-586F-50563DB7BAD1}"/>
          </ac:spMkLst>
        </pc:spChg>
        <pc:spChg chg="add mod">
          <ac:chgData name="shahjad israil" userId="765442391d65c39a" providerId="LiveId" clId="{AD403976-A7C0-4C75-AA9D-6F93FECD3E33}" dt="2026-01-10T06:46:54.463" v="1345" actId="13822"/>
          <ac:spMkLst>
            <pc:docMk/>
            <pc:sldMk cId="507158326" sldId="1072"/>
            <ac:spMk id="11" creationId="{5709BC2F-14B0-EDC5-BF8E-6A59053D3F7E}"/>
          </ac:spMkLst>
        </pc:spChg>
      </pc:sldChg>
      <pc:sldChg chg="modSp add mod">
        <pc:chgData name="shahjad israil" userId="765442391d65c39a" providerId="LiveId" clId="{AD403976-A7C0-4C75-AA9D-6F93FECD3E33}" dt="2026-01-10T06:48:04.972" v="1358" actId="12"/>
        <pc:sldMkLst>
          <pc:docMk/>
          <pc:sldMk cId="1901142494" sldId="1073"/>
        </pc:sldMkLst>
        <pc:spChg chg="mod">
          <ac:chgData name="shahjad israil" userId="765442391d65c39a" providerId="LiveId" clId="{AD403976-A7C0-4C75-AA9D-6F93FECD3E33}" dt="2026-01-10T06:47:20.033" v="1351"/>
          <ac:spMkLst>
            <pc:docMk/>
            <pc:sldMk cId="1901142494" sldId="1073"/>
            <ac:spMk id="2" creationId="{7E7B6C9F-A3AE-EA55-F3B5-BD1809684130}"/>
          </ac:spMkLst>
        </pc:spChg>
        <pc:spChg chg="mod">
          <ac:chgData name="shahjad israil" userId="765442391d65c39a" providerId="LiveId" clId="{AD403976-A7C0-4C75-AA9D-6F93FECD3E33}" dt="2026-01-10T06:48:04.972" v="1358" actId="12"/>
          <ac:spMkLst>
            <pc:docMk/>
            <pc:sldMk cId="1901142494" sldId="1073"/>
            <ac:spMk id="11" creationId="{5302D612-0E92-5268-5BC8-9E9FDAC940D4}"/>
          </ac:spMkLst>
        </pc:spChg>
      </pc:sldChg>
      <pc:sldChg chg="modSp add mod">
        <pc:chgData name="shahjad israil" userId="765442391d65c39a" providerId="LiveId" clId="{AD403976-A7C0-4C75-AA9D-6F93FECD3E33}" dt="2026-01-10T06:49:39.182" v="1392" actId="255"/>
        <pc:sldMkLst>
          <pc:docMk/>
          <pc:sldMk cId="2203670442" sldId="1074"/>
        </pc:sldMkLst>
        <pc:spChg chg="mod">
          <ac:chgData name="shahjad israil" userId="765442391d65c39a" providerId="LiveId" clId="{AD403976-A7C0-4C75-AA9D-6F93FECD3E33}" dt="2026-01-10T06:48:54.442" v="1381" actId="20577"/>
          <ac:spMkLst>
            <pc:docMk/>
            <pc:sldMk cId="2203670442" sldId="1074"/>
            <ac:spMk id="2" creationId="{18855141-E0B6-ADB1-03F7-452F725E75E9}"/>
          </ac:spMkLst>
        </pc:spChg>
        <pc:spChg chg="mod">
          <ac:chgData name="shahjad israil" userId="765442391d65c39a" providerId="LiveId" clId="{AD403976-A7C0-4C75-AA9D-6F93FECD3E33}" dt="2026-01-10T06:49:39.182" v="1392" actId="255"/>
          <ac:spMkLst>
            <pc:docMk/>
            <pc:sldMk cId="2203670442" sldId="1074"/>
            <ac:spMk id="11" creationId="{7C6C695E-F9D9-725E-75CC-406EBD3A9229}"/>
          </ac:spMkLst>
        </pc:spChg>
      </pc:sldChg>
      <pc:sldChg chg="modSp add mod modAnim">
        <pc:chgData name="shahjad israil" userId="765442391d65c39a" providerId="LiveId" clId="{AD403976-A7C0-4C75-AA9D-6F93FECD3E33}" dt="2026-01-10T06:55:15.181" v="1428" actId="255"/>
        <pc:sldMkLst>
          <pc:docMk/>
          <pc:sldMk cId="2844414500" sldId="1075"/>
        </pc:sldMkLst>
        <pc:spChg chg="mod">
          <ac:chgData name="shahjad israil" userId="765442391d65c39a" providerId="LiveId" clId="{AD403976-A7C0-4C75-AA9D-6F93FECD3E33}" dt="2026-01-10T06:55:15.181" v="1428" actId="255"/>
          <ac:spMkLst>
            <pc:docMk/>
            <pc:sldMk cId="2844414500" sldId="1075"/>
            <ac:spMk id="3" creationId="{69365B3C-0A6D-2C04-97DA-1E31DCFC78FE}"/>
          </ac:spMkLst>
        </pc:spChg>
        <pc:spChg chg="mod">
          <ac:chgData name="shahjad israil" userId="765442391d65c39a" providerId="LiveId" clId="{AD403976-A7C0-4C75-AA9D-6F93FECD3E33}" dt="2026-01-10T06:54:51.231" v="1424" actId="20577"/>
          <ac:spMkLst>
            <pc:docMk/>
            <pc:sldMk cId="2844414500" sldId="1075"/>
            <ac:spMk id="10" creationId="{FEC8EBAD-3034-5BAF-7092-200430C59FB7}"/>
          </ac:spMkLst>
        </pc:spChg>
      </pc:sldChg>
      <pc:sldChg chg="addSp delSp modSp add mod modAnim">
        <pc:chgData name="shahjad israil" userId="765442391d65c39a" providerId="LiveId" clId="{AD403976-A7C0-4C75-AA9D-6F93FECD3E33}" dt="2026-01-10T06:59:28.719" v="1457" actId="20577"/>
        <pc:sldMkLst>
          <pc:docMk/>
          <pc:sldMk cId="1644876954" sldId="1076"/>
        </pc:sldMkLst>
        <pc:spChg chg="add del mod">
          <ac:chgData name="shahjad israil" userId="765442391d65c39a" providerId="LiveId" clId="{AD403976-A7C0-4C75-AA9D-6F93FECD3E33}" dt="2026-01-10T06:58:55.298" v="1433"/>
          <ac:spMkLst>
            <pc:docMk/>
            <pc:sldMk cId="1644876954" sldId="1076"/>
            <ac:spMk id="3" creationId="{37B9CD99-279F-8C22-F47F-FD9B4603EC04}"/>
          </ac:spMkLst>
        </pc:spChg>
        <pc:spChg chg="add mod">
          <ac:chgData name="shahjad israil" userId="765442391d65c39a" providerId="LiveId" clId="{AD403976-A7C0-4C75-AA9D-6F93FECD3E33}" dt="2026-01-10T06:58:55.289" v="1432"/>
          <ac:spMkLst>
            <pc:docMk/>
            <pc:sldMk cId="1644876954" sldId="1076"/>
            <ac:spMk id="4" creationId="{00FEEB6F-F22C-1396-5285-2DF93B8F703E}"/>
          </ac:spMkLst>
        </pc:spChg>
        <pc:spChg chg="mod">
          <ac:chgData name="shahjad israil" userId="765442391d65c39a" providerId="LiveId" clId="{AD403976-A7C0-4C75-AA9D-6F93FECD3E33}" dt="2026-01-10T06:59:28.719" v="1457" actId="20577"/>
          <ac:spMkLst>
            <pc:docMk/>
            <pc:sldMk cId="1644876954" sldId="1076"/>
            <ac:spMk id="10" creationId="{4BA4E26C-CB75-0263-5DA9-561F79C8371F}"/>
          </ac:spMkLst>
        </pc:spChg>
        <pc:picChg chg="add mod">
          <ac:chgData name="shahjad israil" userId="765442391d65c39a" providerId="LiveId" clId="{AD403976-A7C0-4C75-AA9D-6F93FECD3E33}" dt="2026-01-10T06:59:07.939" v="1437" actId="1076"/>
          <ac:picMkLst>
            <pc:docMk/>
            <pc:sldMk cId="1644876954" sldId="1076"/>
            <ac:picMk id="5" creationId="{1797EE92-03AA-19A7-326A-B6A1EB4CDEC6}"/>
          </ac:picMkLst>
        </pc:picChg>
      </pc:sldChg>
      <pc:sldChg chg="addSp delSp modSp add mod">
        <pc:chgData name="shahjad israil" userId="765442391d65c39a" providerId="LiveId" clId="{AD403976-A7C0-4C75-AA9D-6F93FECD3E33}" dt="2026-01-10T07:01:31.183" v="1494" actId="20577"/>
        <pc:sldMkLst>
          <pc:docMk/>
          <pc:sldMk cId="643447628" sldId="1077"/>
        </pc:sldMkLst>
        <pc:spChg chg="add del mod">
          <ac:chgData name="shahjad israil" userId="765442391d65c39a" providerId="LiveId" clId="{AD403976-A7C0-4C75-AA9D-6F93FECD3E33}" dt="2026-01-10T07:00:23.430" v="1462" actId="478"/>
          <ac:spMkLst>
            <pc:docMk/>
            <pc:sldMk cId="643447628" sldId="1077"/>
            <ac:spMk id="4" creationId="{7310FC23-4F2B-ACD1-CC83-D4F18762705F}"/>
          </ac:spMkLst>
        </pc:spChg>
        <pc:spChg chg="add">
          <ac:chgData name="shahjad israil" userId="765442391d65c39a" providerId="LiveId" clId="{AD403976-A7C0-4C75-AA9D-6F93FECD3E33}" dt="2026-01-10T07:00:24.378" v="1463"/>
          <ac:spMkLst>
            <pc:docMk/>
            <pc:sldMk cId="643447628" sldId="1077"/>
            <ac:spMk id="7" creationId="{762C5C3C-DFCA-3531-589D-C2878DFC443A}"/>
          </ac:spMkLst>
        </pc:spChg>
        <pc:spChg chg="mod">
          <ac:chgData name="shahjad israil" userId="765442391d65c39a" providerId="LiveId" clId="{AD403976-A7C0-4C75-AA9D-6F93FECD3E33}" dt="2026-01-10T07:01:31.183" v="1494" actId="20577"/>
          <ac:spMkLst>
            <pc:docMk/>
            <pc:sldMk cId="643447628" sldId="1077"/>
            <ac:spMk id="10" creationId="{CE5D9335-87E3-9220-70C2-02428B37E051}"/>
          </ac:spMkLst>
        </pc:spChg>
        <pc:picChg chg="del">
          <ac:chgData name="shahjad israil" userId="765442391d65c39a" providerId="LiveId" clId="{AD403976-A7C0-4C75-AA9D-6F93FECD3E33}" dt="2026-01-10T07:00:18.048" v="1459" actId="478"/>
          <ac:picMkLst>
            <pc:docMk/>
            <pc:sldMk cId="643447628" sldId="1077"/>
            <ac:picMk id="5" creationId="{DD4549FC-7460-482C-EE59-5209AD19D891}"/>
          </ac:picMkLst>
        </pc:picChg>
        <pc:picChg chg="add mod">
          <ac:chgData name="shahjad israil" userId="765442391d65c39a" providerId="LiveId" clId="{AD403976-A7C0-4C75-AA9D-6F93FECD3E33}" dt="2026-01-10T07:00:34.327" v="1466" actId="1076"/>
          <ac:picMkLst>
            <pc:docMk/>
            <pc:sldMk cId="643447628" sldId="1077"/>
            <ac:picMk id="8" creationId="{82734592-34C5-BC72-4AF1-41C28CCF4F04}"/>
          </ac:picMkLst>
        </pc:picChg>
      </pc:sldChg>
      <pc:sldChg chg="add del ord">
        <pc:chgData name="shahjad israil" userId="765442391d65c39a" providerId="LiveId" clId="{AD403976-A7C0-4C75-AA9D-6F93FECD3E33}" dt="2026-01-10T07:01:38.619" v="1495" actId="2696"/>
        <pc:sldMkLst>
          <pc:docMk/>
          <pc:sldMk cId="902102588" sldId="1078"/>
        </pc:sldMkLst>
      </pc:sldChg>
      <pc:sldChg chg="addSp delSp modSp add mod ord">
        <pc:chgData name="shahjad israil" userId="765442391d65c39a" providerId="LiveId" clId="{AD403976-A7C0-4C75-AA9D-6F93FECD3E33}" dt="2026-01-10T07:01:22.224" v="1492"/>
        <pc:sldMkLst>
          <pc:docMk/>
          <pc:sldMk cId="569038864" sldId="1079"/>
        </pc:sldMkLst>
        <pc:spChg chg="add">
          <ac:chgData name="shahjad israil" userId="765442391d65c39a" providerId="LiveId" clId="{AD403976-A7C0-4C75-AA9D-6F93FECD3E33}" dt="2026-01-10T07:01:04.091" v="1483"/>
          <ac:spMkLst>
            <pc:docMk/>
            <pc:sldMk cId="569038864" sldId="1079"/>
            <ac:spMk id="3" creationId="{E4D11BE9-E83C-A6B2-24FD-38E3B61B0D25}"/>
          </ac:spMkLst>
        </pc:spChg>
        <pc:picChg chg="add mod">
          <ac:chgData name="shahjad israil" userId="765442391d65c39a" providerId="LiveId" clId="{AD403976-A7C0-4C75-AA9D-6F93FECD3E33}" dt="2026-01-10T07:01:12.920" v="1486" actId="1076"/>
          <ac:picMkLst>
            <pc:docMk/>
            <pc:sldMk cId="569038864" sldId="1079"/>
            <ac:picMk id="4" creationId="{7D826E8E-66C3-B35D-8184-7E65A4FF10EC}"/>
          </ac:picMkLst>
        </pc:picChg>
        <pc:picChg chg="del">
          <ac:chgData name="shahjad israil" userId="765442391d65c39a" providerId="LiveId" clId="{AD403976-A7C0-4C75-AA9D-6F93FECD3E33}" dt="2026-01-10T07:01:03.329" v="1482" actId="478"/>
          <ac:picMkLst>
            <pc:docMk/>
            <pc:sldMk cId="569038864" sldId="1079"/>
            <ac:picMk id="8" creationId="{79F903FC-F7B7-1932-A803-5602AB03B5E7}"/>
          </ac:picMkLst>
        </pc:picChg>
      </pc:sldChg>
      <pc:sldChg chg="add">
        <pc:chgData name="shahjad israil" userId="765442391d65c39a" providerId="LiveId" clId="{AD403976-A7C0-4C75-AA9D-6F93FECD3E33}" dt="2026-01-10T07:05:38.335" v="1513" actId="2890"/>
        <pc:sldMkLst>
          <pc:docMk/>
          <pc:sldMk cId="107086601" sldId="10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2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9B67-2229-8A7F-2734-ACF9FD22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C25B4-AF00-79DE-6D77-5612BF824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E2FAE-89E0-7E5A-AE55-543A99DD1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A2BE-8570-2C6E-C995-ADE80AFF7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095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20DF-2656-8E78-6BD2-9FDEFFF5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BF81E-BB76-7E4E-0D3D-11BAD13E2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F7E8A-6F7E-FDCB-331B-F1379572B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2226-E5F7-0B5B-CC32-93BEF23DB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662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4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45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0A80-8A15-AE0E-CE51-E9079449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D139B-5382-808F-3C1F-9B90B618A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36FA9-6F7F-C67C-63CF-8F5108130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7AF7B-CC72-E3E7-CD37-3A7667B1D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1950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70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E385-D862-60CA-0B08-146F0A32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51E0A-BBB3-B704-AE70-4A6C62EC5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1DBB0-8FB5-1BF9-878F-C57CFAA2D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60DC-9D23-DC7B-A15B-046324CE6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66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DA0D9-4032-B409-E3E1-9F717B0B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2D8E6-8A8E-1B47-57DE-4C0D84D37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364DE-DC59-7AC4-6B58-F3DAE4124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397F9-79B5-E9D2-3CC1-080544469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707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0F3E4-2A55-AF32-6C47-EB3074EE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E5A70-EFCC-BA63-B45B-92B25645F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EC420-3E6E-FDFE-B63D-43383B5BA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7F706-29AA-9645-A729-69844627A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4405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7F00-6D6D-98C9-8152-87422635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C1CB8-47C1-B358-16CF-27A259E3D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E6AB6-8BF4-C90B-4C94-CF366E77C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A2FFD-3B79-1169-BC8A-207286356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94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B4C8-B440-42D3-1DC7-C8B98488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94600-11D4-DAEB-DED1-4DCE8AC9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40914-6D69-FD1C-880C-BB90A0791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08064-D76B-1495-0287-95CA17B7C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094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A2F8-DAC3-7D27-B08B-C633BB4D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497C6-4259-92BE-D565-23C466CA5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7D861-B6F4-1B2B-9395-B65E111BF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88DC1-278A-95DC-22B7-7B2F8862C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273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173A-EC13-7C79-C1BC-CB62560A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2709A-8723-4AFF-CAFD-5D7C09418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DA8E5-7C63-F620-41AF-A87FF14E8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F9E63-E27F-C8BD-FA1C-E7CCE74DB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480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325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90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35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A8118-670D-AD61-87AF-E53C44B9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2561008-13F3-3B63-E502-81AFBDEF2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ED65B0B-C2C1-C2AE-0EE4-6E79AB5F75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6A37932-6CC0-9D03-7353-8731FDC4B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4992685-CDEA-5C3C-5728-03CB7EF72902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889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016B-6D87-544B-221D-B08F90DA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320ED06-B774-1152-C9BC-754E867B5A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A72CD180-083C-24FA-C860-58947FCCE0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8F493C4A-1124-E795-E815-6A1C5C8B7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3B811010-C5DC-8814-31C7-0327BA2078B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6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D803-D0ED-3494-4BB2-DFEF1987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CE86DE8B-A1E4-604F-DA18-BF717AED9F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F373BB0E-53FA-6A10-A273-90D95FEFC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101C9B8E-0C5A-8311-DC97-A9F5BAACD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A3DFF58-1CC5-335A-D9C2-211712479FD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884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B7F7-33D9-0955-33D6-C56A5A7D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777417C-D615-A51F-B72C-C1796BFA30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FC798734-6E8F-8CB8-5DF8-F82F0BE79F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5E7CADB-0F1D-7AB0-F308-DFEAA15FE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25464B77-6008-0CF8-6FEC-F28B0F787BEC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84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6B24-22F2-883D-E226-16A69A84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3FB99B6-4F2C-0085-7A63-C33A6539C1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734652B-D590-9795-F0F0-E7E426FC0E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2A716AD-626F-6219-C3E1-9B4D94B44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3A7D6AB-799A-52E2-918C-2E410422B09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75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D7551-9D9E-0623-8871-49A30DDD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181977D-C9E5-DC5C-C92D-DB4757BE0E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1590137C-DCA4-F60E-4740-C223868CB4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6BA00AE2-A0A0-F434-FBC7-9FA26FD3C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A5518A95-FC09-C44E-76E4-7F9956177ABD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48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EAF7-B8CD-AAB6-0D4A-35E8B2D3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DAC2E6C-409C-2F87-BEDC-0E33BA988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9C2C687-D22D-266C-3468-4478A2003E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5DDEE4F-8A7D-ABE6-D77F-1FF8FB2D1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430ECF04-BD2B-5A1B-4B0A-4BAF9A71A71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213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3ADC-AF4C-5EB5-828B-870932CF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B78E54B-BB34-5264-4244-96872BF1CC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34CE234-5232-42E3-BE08-6DC8F6FC8B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BE7936A-AD77-A825-5959-FF244437E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25A4B990-7903-DF9A-6E43-330DD384730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66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FD2A5-47B7-2E1F-5FE9-10BF2028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A62B05F-6B6A-BE30-791F-20394D51A2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9C98ACC9-D2FD-CAE5-C4F4-8B0ACE296A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20918722-3964-4845-AC35-9D4FD8B36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D1F1DCC-747C-E379-4D67-AF8BB60F575C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826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0641-31BD-1003-8D46-E1E32DA0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F233FD4-328C-269C-73BE-42195000F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396A861-FB80-8AC8-CDFC-6E35040422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315A16B-EB3C-0376-9582-94915BBD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0778860-E799-06C7-51D4-02112A5D296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027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423E-22C1-FB96-4FA8-3EEA5B881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F580EE0D-AE17-7EB0-080A-56F9BA1A59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2A071D8-A110-B50B-3080-CA22F53570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2AA1CA4F-5BF2-CAD9-9722-A3C41EB5A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D24723FC-F1FF-F36E-1770-3E4A1914C070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96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38373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325054"/>
            <a:ext cx="7326944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ct val="150000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ct val="150000"/>
              </a:lnSpc>
            </a:pPr>
            <a:r>
              <a:rPr lang="en-IN" sz="2400" i="1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 </a:t>
            </a:r>
            <a:r>
              <a:rPr lang="en-IN" sz="2400" i="1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 rtl="0">
              <a:lnSpc>
                <a:spcPts val="2775"/>
              </a:lnSpc>
            </a:pPr>
            <a:r>
              <a:rPr lang="en-IN" sz="2400" dirty="0">
                <a:latin typeface="Calibri"/>
                <a:ea typeface="Segoe UI"/>
                <a:cs typeface="Segoe UI"/>
              </a:rPr>
              <a:t>​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785223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 dirty="0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515416" y="3144830"/>
            <a:ext cx="5616624" cy="49244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b="1" dirty="0"/>
              <a:t>UNIT-1: </a:t>
            </a:r>
            <a:r>
              <a:rPr lang="en-US" sz="2600" b="1" dirty="0"/>
              <a:t>Foundations of Data Structures</a:t>
            </a:r>
            <a:r>
              <a:rPr lang="en-US" sz="2000" dirty="0">
                <a:ea typeface="Calibri"/>
                <a:cs typeface="Calibri"/>
              </a:rPr>
              <a:t>​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A704A-D3E7-267C-3D63-7BA3A341F8D7}"/>
              </a:ext>
            </a:extLst>
          </p:cNvPr>
          <p:cNvSpPr txBox="1"/>
          <p:nvPr/>
        </p:nvSpPr>
        <p:spPr>
          <a:xfrm>
            <a:off x="2922816" y="3759237"/>
            <a:ext cx="469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13792" y="1715044"/>
            <a:ext cx="8352928" cy="21678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7: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3200" dirty="0"/>
              <a:t>Greedy Algorithms &amp; Dynamic Programming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2269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Recap: Divide &amp; Conquer Paradigm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E72C7-3EC7-6CA2-6B7A-44ECBA7BE1F1}"/>
              </a:ext>
            </a:extLst>
          </p:cNvPr>
          <p:cNvSpPr txBox="1"/>
          <p:nvPr/>
        </p:nvSpPr>
        <p:spPr>
          <a:xfrm>
            <a:off x="216027" y="1173140"/>
            <a:ext cx="8642123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&amp; Conquer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solves large problems by breaking them into smaller ones.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→ Solve → Combine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Steps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Split the problem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Conquer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Solve subproblems (recursively)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Merge results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Dictionary search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Open in the middle, keep dividing until the word is found.</a:t>
            </a: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44B4-2647-9801-F5C4-0B08ADAA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D18757-EBC4-51CF-D836-A5E6C6093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6B6851-AC2B-6A5E-6D4B-E9CF95AB90F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93589F5-E6FD-02A7-F8A2-AE2796BAE5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0379D6-3C96-53AB-84C1-8F655236300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71BB92-C74D-3C19-4CEB-5E4AE61CF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Recap: Divide &amp; Conquer Paradigm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C53575-AD2C-43CD-4E97-18C0782075D3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56EF65E-5571-A96E-9092-18268C10A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BFEF66-642E-A08B-51A0-A93AC496C76D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FD91DDA-BC9B-B378-02DC-3515CE17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D4D75B-1F26-E08B-B896-4211428F3227}"/>
              </a:ext>
            </a:extLst>
          </p:cNvPr>
          <p:cNvSpPr txBox="1"/>
          <p:nvPr/>
        </p:nvSpPr>
        <p:spPr>
          <a:xfrm>
            <a:off x="216027" y="1173140"/>
            <a:ext cx="8642123" cy="4642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Algorithm Examples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Divide search space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Divide array, merge sorted parts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Divide using pivot</a:t>
            </a:r>
          </a:p>
          <a:p>
            <a:pPr lvl="1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 Why It Is Efficient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size reduces at each step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comparisons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linear methods</a:t>
            </a:r>
          </a:p>
          <a:p>
            <a:pPr lvl="2">
              <a:lnSpc>
                <a:spcPct val="150000"/>
              </a:lnSpc>
            </a:pPr>
            <a:endParaRPr lang="en-US" sz="24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327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A72D-DC31-76BD-90FF-F6D02272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17326D-6DE8-11EE-F21E-89E68E7EB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0AB6AA-B653-5803-AECF-31F5EEB699D3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94A7925-45EC-0C32-AD0C-C7D4758A81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8BB5A7-A455-1C4E-C0FE-C58CA1A5B35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7D91B2-163A-DB3E-DF41-B6FE0880B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Recap: Divide &amp; Conquer Paradigm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8BAF7-42D6-B2DC-9A06-37895600A846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C63B990-DC48-3BE1-53CC-B03D1864F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425F96-2AC4-96EA-CDF8-E73E972D8D88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CE67A6-81E4-9A16-4049-7E41C9BA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32D2F-4560-ED9F-2F2C-DED8062C8F42}"/>
              </a:ext>
            </a:extLst>
          </p:cNvPr>
          <p:cNvSpPr txBox="1"/>
          <p:nvPr/>
        </p:nvSpPr>
        <p:spPr>
          <a:xfrm>
            <a:off x="216027" y="1173140"/>
            <a:ext cx="8642123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random splitting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all problems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best with independent subproblems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One-Line Takeaway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&amp; Conquer improves efficiency by solving smaller parts of a problem and combining their solutions.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63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5955"/>
            <a:ext cx="8910736" cy="7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400" dirty="0"/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D5952-90EC-EFC7-AC9D-1F0A71D70CB1}"/>
              </a:ext>
            </a:extLst>
          </p:cNvPr>
          <p:cNvSpPr txBox="1"/>
          <p:nvPr/>
        </p:nvSpPr>
        <p:spPr>
          <a:xfrm>
            <a:off x="539552" y="1142008"/>
            <a:ext cx="8352928" cy="4028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/>
              <a:t>After this lecture, students will be able to: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i="1" dirty="0">
                <a:solidFill>
                  <a:srgbClr val="4B0993"/>
                </a:solidFill>
              </a:rPr>
              <a:t>Explain Greedy and Dynamic Programming approaches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i="1" dirty="0">
                <a:solidFill>
                  <a:srgbClr val="4B0993"/>
                </a:solidFill>
              </a:rPr>
              <a:t>Identify problems suitable for each approach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i="1" dirty="0">
                <a:solidFill>
                  <a:srgbClr val="4B0993"/>
                </a:solidFill>
              </a:rPr>
              <a:t>Compare Greedy vs DP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i="1" dirty="0">
                <a:solidFill>
                  <a:srgbClr val="4B0993"/>
                </a:solidFill>
              </a:rPr>
              <a:t>Apply them to real-world problems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i="1" dirty="0">
                <a:solidFill>
                  <a:srgbClr val="4B0993"/>
                </a:solidFill>
              </a:rPr>
              <a:t>Understand why DP guarantees optimal solutions</a:t>
            </a:r>
          </a:p>
          <a:p>
            <a:pPr lvl="1"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3949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What is a Greedy Algorithm?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5011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A Greedy algorithm: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400" dirty="0"/>
              <a:t>Makes the </a:t>
            </a:r>
            <a:r>
              <a:rPr lang="en-US" sz="2400" b="1" dirty="0"/>
              <a:t>best local choice</a:t>
            </a:r>
            <a:endParaRPr lang="en-US" sz="2400" dirty="0"/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400" dirty="0"/>
              <a:t>Hopes this leads to the </a:t>
            </a:r>
            <a:r>
              <a:rPr lang="en-US" sz="2400" b="1" dirty="0"/>
              <a:t>global solution</a:t>
            </a:r>
            <a:endParaRPr lang="en-US" sz="2400" dirty="0"/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400" dirty="0"/>
              <a:t>Never reconsiders decisions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 </a:t>
            </a:r>
            <a:r>
              <a:rPr lang="en-US" sz="2800" i="1" dirty="0"/>
              <a:t>Key idea:</a:t>
            </a:r>
            <a:r>
              <a:rPr lang="en-US" sz="2800" dirty="0"/>
              <a:t> “Pick the best option now”</a:t>
            </a:r>
          </a:p>
          <a:p>
            <a:pPr lvl="1">
              <a:lnSpc>
                <a:spcPct val="150000"/>
              </a:lnSpc>
            </a:pPr>
            <a:r>
              <a:rPr lang="en-US" sz="2800" i="1" dirty="0">
                <a:solidFill>
                  <a:srgbClr val="4B0993"/>
                </a:solidFill>
              </a:rPr>
              <a:t>One-line intuition: “At every step, choose what looks best right now.”</a:t>
            </a:r>
          </a:p>
          <a:p>
            <a:pPr lvl="1">
              <a:lnSpc>
                <a:spcPct val="150000"/>
              </a:lnSpc>
            </a:pPr>
            <a:endParaRPr lang="en-US" sz="2800" i="1" dirty="0">
              <a:solidFill>
                <a:srgbClr val="4B0993"/>
              </a:solidFill>
            </a:endParaRPr>
          </a:p>
          <a:p>
            <a:pPr lvl="1">
              <a:lnSpc>
                <a:spcPct val="150000"/>
              </a:lnSpc>
            </a:pPr>
            <a:endParaRPr lang="en-US" sz="28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3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3ED7D-6E05-57E6-5ECE-F4E1FBED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FFB202-17F8-8B12-F4B0-B48F172A3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151CA-36B5-2555-24EB-0DF20B28C04F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59C9E62-46E4-A0DC-728A-B4FAED6FB9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37EE5B-1F17-4094-0E3A-22916412C87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392769-8BB6-770A-E1BF-DA23303D1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What is a Greedy Algorithm?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88BA8-F4D2-6DA9-C71D-6EB9E04AB8CB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7AA4A6-2C29-8AD4-F4AA-94BF9067E834}"/>
              </a:ext>
            </a:extLst>
          </p:cNvPr>
          <p:cNvSpPr/>
          <p:nvPr/>
        </p:nvSpPr>
        <p:spPr>
          <a:xfrm>
            <a:off x="107504" y="1107776"/>
            <a:ext cx="8784976" cy="4323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800" dirty="0"/>
              <a:t>Formal Definition (Exam-Oriented)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 greedy algorithm is an </a:t>
            </a:r>
          </a:p>
          <a:p>
            <a:pPr marL="1371600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i="1" dirty="0"/>
              <a:t>optimization technique that constructs a solution </a:t>
            </a:r>
          </a:p>
          <a:p>
            <a:pPr marL="1371600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i="1" dirty="0"/>
              <a:t>step by step </a:t>
            </a:r>
          </a:p>
          <a:p>
            <a:pPr marL="1371600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i="1" dirty="0"/>
              <a:t>by choosing the locally optimal option </a:t>
            </a:r>
          </a:p>
          <a:p>
            <a:pPr marL="1371600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i="1" dirty="0"/>
              <a:t>at each stage, </a:t>
            </a:r>
          </a:p>
          <a:p>
            <a:pPr marL="1371600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i="1" dirty="0"/>
              <a:t>without reconsidering previous decisions.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2E35834-5881-6A90-3226-BC2E65ACC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C88198-5A50-0D49-BA5F-1EBB3D68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44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Greedy Strategy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4D057F-5629-E2C1-0F22-72635B4C42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85" y="1236927"/>
            <a:ext cx="7362724" cy="49084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F5FCDE-BC73-C37E-BBE4-EAE11433D220}"/>
              </a:ext>
            </a:extLst>
          </p:cNvPr>
          <p:cNvSpPr txBox="1"/>
          <p:nvPr/>
        </p:nvSpPr>
        <p:spPr>
          <a:xfrm>
            <a:off x="2987824" y="6175849"/>
            <a:ext cx="3996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Flowchart of Greedy Strategy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619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EDBB8-C15A-F352-10AA-95A1B7B3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2C2925-D298-5C6F-AD08-AA786BCF6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BFE68-882B-1D55-4A03-F5013A7920C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E127F7-5868-BDDF-1222-B37A0EE5EE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EB01B7-0500-E01E-DACD-FE9D94E8D71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63C36-8988-BF86-D353-4B9CAAEB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Greedy Strategy..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31112-50FB-BFBC-2895-0C3EF247EE9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8F1F6-CCDD-ED02-CB19-41AA1F256910}"/>
              </a:ext>
            </a:extLst>
          </p:cNvPr>
          <p:cNvSpPr/>
          <p:nvPr/>
        </p:nvSpPr>
        <p:spPr>
          <a:xfrm>
            <a:off x="107504" y="1107776"/>
            <a:ext cx="8982744" cy="242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Greedy Approach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best option available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problem size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solved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DABD0B4-5DA3-2106-6942-8900BABB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D13E00-2E0F-A644-DB17-4B039A8F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13F70-5B65-01FF-65D7-B4F0903319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880" y="2692655"/>
            <a:ext cx="4329608" cy="311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7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5895-E898-2C46-480E-2F104561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90E244-506E-3761-FB9B-811680606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C73BC3-048F-F712-45DB-C09B3E8FB14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6AF7F1-ED3B-7DA5-5270-FC9E7C253D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4F2DF-28CA-44A9-8F19-AABA554DB89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AD1500-8035-764C-0CED-D93687EB7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How does a greedy algorithm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9F02A-7D48-3BB1-B9F9-E8CE4FB6447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CE3DDE-0651-553E-B594-2640FE4529C1}"/>
              </a:ext>
            </a:extLst>
          </p:cNvPr>
          <p:cNvSpPr/>
          <p:nvPr/>
        </p:nvSpPr>
        <p:spPr>
          <a:xfrm>
            <a:off x="107504" y="1107776"/>
            <a:ext cx="8712966" cy="4651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To understand how a greedy algorithm works, let’s break it down into simple steps: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400" b="1" dirty="0"/>
              <a:t>Make a choice</a:t>
            </a:r>
            <a:r>
              <a:rPr lang="en-US" sz="2400" dirty="0"/>
              <a:t> – At each step, pick the best available option based on a specific criterion.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400" b="1" dirty="0"/>
              <a:t>Proceed to the next step</a:t>
            </a:r>
            <a:r>
              <a:rPr lang="en-US" sz="2400" dirty="0"/>
              <a:t> – Move forward and repeat the process until the problem is solved.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400" b="1" dirty="0"/>
              <a:t>Check the final outcome</a:t>
            </a:r>
            <a:r>
              <a:rPr lang="en-US" sz="2400" dirty="0"/>
              <a:t> – The algorithm arrives at a solution that is either optimal or close to optimal.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2CE9BF6-7FE6-829D-F72C-C62A202C2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56114-C37B-6C9F-98C2-04F082CF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67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7537-88D4-1EB6-3E9B-F5BEB01A4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9C0E91-003F-01D8-52C1-CFA39EA18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569C39-8E43-DC0A-7F31-394DD68182B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AC89070-2DF8-820C-04E8-57A9BBB43A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C85C87-9965-AB7C-9156-A516DBDC010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41C65-6DE5-20BD-9BCE-C89E370AF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B7988-D77F-78D9-9A49-BC1B8050864D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FC7B47-8915-CA29-34CA-448388E1C409}"/>
              </a:ext>
            </a:extLst>
          </p:cNvPr>
          <p:cNvSpPr/>
          <p:nvPr/>
        </p:nvSpPr>
        <p:spPr>
          <a:xfrm>
            <a:off x="107504" y="1107776"/>
            <a:ext cx="8712966" cy="4400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consider the following tree structure, where each node represents a weight, and our goal is to find the longest path (maximum sum) from root to leaf.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criterion in this example is selecting the largest weight at each step.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B5CF212-AABC-D153-1CC5-985CC6513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1E17F4-7FC9-740F-947C-27E66784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E5C5BC-D381-751C-1AF1-5324C78259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158" y="3284984"/>
            <a:ext cx="5742762" cy="323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2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1798-520D-7B06-2AC7-26CECBE9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171977-00F9-28A6-7E3B-1106E1748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3A84FE-391F-DB6F-5D0A-00CB59A4522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C397B3A-A61A-3A28-6B60-1927904582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955219-37AF-C2FC-C9A2-B364420F0E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3EB95-2045-12A6-A797-CD6A5BAF2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Solution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53EBC-83B2-E113-145E-ECCFAA4E061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90DCD-A20F-2333-FA76-C5D02FFE7BA7}"/>
              </a:ext>
            </a:extLst>
          </p:cNvPr>
          <p:cNvSpPr/>
          <p:nvPr/>
        </p:nvSpPr>
        <p:spPr>
          <a:xfrm>
            <a:off x="107504" y="1107776"/>
            <a:ext cx="8712966" cy="52014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tree, each number represents a weight, and we need to find the path from the root (10) to a leaf node that yields the highest sum.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 greedy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at the root (10).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child: 15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child: 12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choice: Pick 15 (since it’s the largest).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node (15).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child: 18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child: 14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choice: Pick 18 (since it’s the largest).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node (18).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child: 25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right child.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choice: Pick 25 (since it’s the only option).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Path Chosen by Greedy Algorithm: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→ 15 → 18 → 25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sum: 10 + 15 + 18 + 25 = 68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E024FFC-7E4B-44B1-620D-5FDB1217C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541381-575F-C36C-784B-15341C26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17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CFA54-ED2E-A27B-00A4-FC40A3D8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800EAE-3220-FA6D-7224-CDECE6699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0C2D6D-905F-39AE-0BFA-73AA942BABE7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0E7B5DB-EF47-D13C-FFE6-73C39AED35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583E7F-5E94-D1DF-F6BB-D0C6FB8F710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483FD0-6327-00ED-DB50-5A7E673CA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Solution..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3B058-BBBD-A152-1191-64939B937C7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F74E5-97F4-5482-4E42-9E6C359E8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0F59D5-2E2D-6F66-AC68-54AB2379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09BC2F-14B0-EDC5-BF8E-6A59053D3F7E}"/>
              </a:ext>
            </a:extLst>
          </p:cNvPr>
          <p:cNvSpPr txBox="1"/>
          <p:nvPr/>
        </p:nvSpPr>
        <p:spPr>
          <a:xfrm>
            <a:off x="314401" y="1052736"/>
            <a:ext cx="8640958" cy="52152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2400" b="1" i="0" dirty="0">
                <a:solidFill>
                  <a:srgbClr val="10162F"/>
                </a:solidFill>
                <a:effectLst/>
                <a:latin typeface="Apercu"/>
              </a:rPr>
              <a:t>Checking the optimal path</a:t>
            </a:r>
          </a:p>
          <a:p>
            <a:pPr lvl="1">
              <a:lnSpc>
                <a:spcPct val="150000"/>
              </a:lnSpc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Now, let’s explore all possible paths: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Greedy path: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10 → 15 → 18 → 25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Sum = 68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Alternative path: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10 → 15 → 14 → 30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Sum = 10 + 15 + 14 + 30 = 69 Higher than greedy choice!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Other path: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10 → 12 → 20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0162F"/>
                </a:solidFill>
                <a:effectLst/>
                <a:latin typeface="Apercu"/>
              </a:rPr>
              <a:t>Sum = 42 (Lower)</a:t>
            </a:r>
          </a:p>
        </p:txBody>
      </p:sp>
    </p:spTree>
    <p:extLst>
      <p:ext uri="{BB962C8B-B14F-4D97-AF65-F5344CB8AC3E}">
        <p14:creationId xmlns:p14="http://schemas.microsoft.com/office/powerpoint/2010/main" val="507158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A1DC-FCC8-1860-A3AC-650AD7C0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F7385B-4ADA-9D0A-E17F-03383D1C3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65C90C-25FF-779A-DDAB-12CF52F4937F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1F62FB9-D2B8-CF55-506C-CE5DAB8E07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29796-9727-4BF5-B6A2-E4A5B9560CD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7B6C9F-A3AE-EA55-F3B5-BD1809684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Why did the greedy approach fail?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80859-508B-D6F0-193F-1D4EB6C55AD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FEEA62B-5E6B-1024-3D24-006076284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D9B9FFA-5740-19AB-B7DD-7B709FEE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2D612-0E92-5268-5BC8-9E9FDAC940D4}"/>
              </a:ext>
            </a:extLst>
          </p:cNvPr>
          <p:cNvSpPr txBox="1"/>
          <p:nvPr/>
        </p:nvSpPr>
        <p:spPr>
          <a:xfrm>
            <a:off x="314401" y="1052736"/>
            <a:ext cx="8640958" cy="543174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Chose 15 over 12 (Correct choice here)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Chose 18 over 14 (Mistake! Because 14 leads to 30, which gives a better sum!)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The best global solution was 10 → 15 → 14 → 30, with a sum of 69, but the greedy algorithm missed it because it made decisions greedily at each step instead of considering the full path.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Now, let’s discuss these characteristics of the greedy algorithm in the next section.</a:t>
            </a:r>
          </a:p>
        </p:txBody>
      </p:sp>
    </p:spTree>
    <p:extLst>
      <p:ext uri="{BB962C8B-B14F-4D97-AF65-F5344CB8AC3E}">
        <p14:creationId xmlns:p14="http://schemas.microsoft.com/office/powerpoint/2010/main" val="190114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FCF8-DA09-3A65-543F-935A9138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940480-C9F6-27BF-5A6B-F4A3B0A51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42D5A5-D4BA-D55A-F69A-15E067B82CA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7A0A055-05CC-A9E2-DD7A-4E537E33B9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37B806-683A-3734-1FCF-26254DDA83B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855141-E0B6-ADB1-03F7-452F725E7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Example 2: Coin change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230A2-8D3F-4B9D-73D6-10CDDE9AAD1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4DDE7B1-24FA-37D2-F9CE-4BFCBA55D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7E3723-378E-B48E-221A-83F76BB0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C695E-F9D9-725E-75CC-406EBD3A9229}"/>
              </a:ext>
            </a:extLst>
          </p:cNvPr>
          <p:cNvSpPr txBox="1"/>
          <p:nvPr/>
        </p:nvSpPr>
        <p:spPr>
          <a:xfrm>
            <a:off x="314401" y="1052736"/>
            <a:ext cx="8640958" cy="36360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Coin Change problem is a classic example of a greedy algorithm in action.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task is: 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given a set of coin denominations, 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determine the minimum number of coins required to make a specific amount.</a:t>
            </a:r>
          </a:p>
        </p:txBody>
      </p:sp>
    </p:spTree>
    <p:extLst>
      <p:ext uri="{BB962C8B-B14F-4D97-AF65-F5344CB8AC3E}">
        <p14:creationId xmlns:p14="http://schemas.microsoft.com/office/powerpoint/2010/main" val="2203670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5956"/>
            <a:ext cx="8910736" cy="7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400" b="1" dirty="0"/>
              <a:t>Real-Life Greedy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302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600" b="1" dirty="0"/>
              <a:t>Example: Selecting Coins for Change</a:t>
            </a:r>
            <a:endParaRPr lang="en-US" sz="26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Always pick the </a:t>
            </a:r>
            <a:r>
              <a:rPr lang="en-US" sz="2600" b="1" dirty="0"/>
              <a:t>largest coin</a:t>
            </a:r>
            <a:endParaRPr lang="en-US" sz="26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Continue until amount is zero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Fast and simple, but </a:t>
            </a:r>
            <a:r>
              <a:rPr lang="en-US" sz="2600" b="1" dirty="0"/>
              <a:t>not always optimal</a:t>
            </a:r>
            <a:endParaRPr lang="en-US" sz="26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 Concrete example = better retention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738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3"/>
            <a:ext cx="7992888" cy="367240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dirty="0"/>
              <a:t>Common Greedy Algorithms: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Activity Selection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Fractional Knapsack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Huffman Coding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Dijkstra’s Algorithm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✔ One algorithm = one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Classical Greedy Problems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18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114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r>
              <a:rPr lang="en-US" b="1" dirty="0"/>
              <a:t>Key Limitation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Greedy does </a:t>
            </a:r>
            <a:r>
              <a:rPr lang="en-US" b="1" dirty="0"/>
              <a:t>not guarantee optimal solution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Wrong local choice → wrong final answer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Example: Coin change with non-standard coins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Misconception correction (important slide)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19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Limitation of Greedy Approach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122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EC4E-F18B-FCD6-8306-258FC6B9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B56A-38AE-3ACB-7FE1-E6E1B2E5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Dynamic Programming: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Breaks problem into subproblems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Stores results of solved subproblems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Reuses them to build optimal solution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</a:t>
            </a:r>
            <a:r>
              <a:rPr lang="en-US" i="1" dirty="0"/>
              <a:t>Key idea:</a:t>
            </a:r>
            <a:r>
              <a:rPr lang="en-US" dirty="0"/>
              <a:t> “Solve once, remember forever”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D4324-4372-F763-0707-ADE2553E2B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EF812-B75F-F5FE-02ED-9DC6150E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FF188-9D0A-E8C6-46B4-23ACC7F52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What is Dynamic Programming (DP)?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4F23C5-2115-1A49-345E-68CCC3A85DE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9780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669A-456E-9476-39F4-BEA4CC59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97EE92-03AA-19A7-326A-B6A1EB4CD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552" y="1105077"/>
            <a:ext cx="7698878" cy="3849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4BB974-6A22-A5F6-4B3C-87C28A0449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27DD2-9444-F590-A459-28646090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A4E26C-CB75-0263-5DA9-561F79C83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Types of Approaches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5C8FDB-F90E-30E6-7619-DBD92DB3F10C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876954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69C3-0D28-E332-358D-E23640221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BB771F-946B-5F39-DFE1-77C235A769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1D57DB-CD66-A1A2-ABA2-E42B20B2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987FD-F758-5AD9-F15A-444E62302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Example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B34CFA-0213-6063-C887-DF5E6092F583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826E8E-66C3-B35D-8184-7E65A4FF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55" y="1196756"/>
            <a:ext cx="8274490" cy="413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38864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0C0E-81DB-8FA2-FCAA-26DCA7C8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C01C3C-E778-F515-2EC7-759AB3829E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747890-DA34-2014-E64D-D8C95835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23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D9335-87E3-9220-70C2-02428B37E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Example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79A38A-EB27-5046-C937-09A683CC62CD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2734592-34C5-BC72-4AF1-41C28CCF4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29" y="1151234"/>
            <a:ext cx="8706542" cy="435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4762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B344-258B-32BC-6939-E3373F42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86DE7-6C5E-3072-BB5B-6EAD3B73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dirty="0"/>
              <a:t>Dynamic Programming works when: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Overlapping subproblems</a:t>
            </a:r>
            <a:endParaRPr lang="en-US" sz="2600" dirty="0"/>
          </a:p>
          <a:p>
            <a:pPr lvl="1">
              <a:lnSpc>
                <a:spcPct val="150000"/>
              </a:lnSpc>
            </a:pPr>
            <a:r>
              <a:rPr lang="en-US" sz="2600" b="1" dirty="0"/>
              <a:t>Optimal substructure</a:t>
            </a:r>
            <a:endParaRPr lang="en-US" sz="2600" dirty="0"/>
          </a:p>
          <a:p>
            <a:pPr lvl="1">
              <a:lnSpc>
                <a:spcPct val="150000"/>
              </a:lnSpc>
            </a:pPr>
            <a:r>
              <a:rPr lang="en-US" sz="2600" dirty="0"/>
              <a:t>Highlight keywords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 Avoid formulas here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86E52-3E99-CBFF-F178-B30B411D09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E5C5F-8008-9DF1-A2C2-309E8A0E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EC3E2-24E0-1424-F01A-D1FBB0DC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DP Strategy (Two Properties)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F054AA-558C-F9CE-4797-A131F10D7AD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30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E029-8BC9-2E6B-C4BF-C486B662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5B3C-0A6D-2C04-97DA-1E31DCFC7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can conclude that −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should be able to be divided into smaller overlapping sub-problem.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optimum solution can be achieved by using an optimum solution of smaller sub-problems.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algorithms use memorization.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F7246-B3B0-88BC-19D5-AFEA6B8024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F9A27-6D0C-2D8B-9E2D-E590EC83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8EBAD-3034-5BAF-7092-200430C59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CONT..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CA7F45-9865-03C5-3A28-2D7827ADE94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4145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DD99-FCF8-197C-872D-A8A88B3D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DC0F-D1D4-3F26-8D2D-4AA9ED3E5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Example: Saving Exam Results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Instead of recalculating marks again and again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Store previous results and reuse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Saves </a:t>
            </a:r>
            <a:r>
              <a:rPr lang="en-US" b="1" dirty="0"/>
              <a:t>time and effort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2F3F5-5E11-081E-A14F-F56EC162A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AC76AC-B9AF-D2E6-DF7E-4917A487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26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A53BF-3087-2D03-9F41-03139D9E5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Real-Life DP Example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D437EC-302F-C1A6-1DE5-2370617BE31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2133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1186-8B29-8476-2D2B-8922F3B8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394C-20FD-BD98-0691-720D7EAE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 fontScale="92500"/>
          </a:bodyPr>
          <a:lstStyle/>
          <a:p>
            <a:pPr lvl="1">
              <a:lnSpc>
                <a:spcPct val="150000"/>
              </a:lnSpc>
            </a:pPr>
            <a:r>
              <a:rPr lang="en-IN" dirty="0"/>
              <a:t>Popular DP Problems: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Fibonacci Series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0/1 Knapsack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Longest Common Subsequence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Matrix Chain Multiplication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📌 Show how DP improves efficiency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05E85-089B-DE31-A08D-8B7520C6A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A72E7-A057-E04F-0764-D0B19293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2C805-0ABC-58C4-53D7-DDA13BA1D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Classical Dynamic Programming Problems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F10B49-EEE2-7D6F-2902-7F3DA469DED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4311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417B5-B5AD-617D-BA63-E05F261C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B1D0AB-53F8-0833-7874-4645A3142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898128"/>
              </p:ext>
            </p:extLst>
          </p:nvPr>
        </p:nvGraphicFramePr>
        <p:xfrm>
          <a:off x="395536" y="1268762"/>
          <a:ext cx="8291265" cy="322488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63755">
                  <a:extLst>
                    <a:ext uri="{9D8B030D-6E8A-4147-A177-3AD203B41FA5}">
                      <a16:colId xmlns:a16="http://schemas.microsoft.com/office/drawing/2014/main" val="2605101006"/>
                    </a:ext>
                  </a:extLst>
                </a:gridCol>
                <a:gridCol w="2763755">
                  <a:extLst>
                    <a:ext uri="{9D8B030D-6E8A-4147-A177-3AD203B41FA5}">
                      <a16:colId xmlns:a16="http://schemas.microsoft.com/office/drawing/2014/main" val="3261438344"/>
                    </a:ext>
                  </a:extLst>
                </a:gridCol>
                <a:gridCol w="2763755">
                  <a:extLst>
                    <a:ext uri="{9D8B030D-6E8A-4147-A177-3AD203B41FA5}">
                      <a16:colId xmlns:a16="http://schemas.microsoft.com/office/drawing/2014/main" val="3784044007"/>
                    </a:ext>
                  </a:extLst>
                </a:gridCol>
              </a:tblGrid>
              <a:tr h="600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Dynamic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961022"/>
                  </a:ext>
                </a:extLst>
              </a:tr>
              <a:tr h="600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Global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438870"/>
                  </a:ext>
                </a:extLst>
              </a:tr>
              <a:tr h="600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Optimal 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 guaranteed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Guaranteed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185953"/>
                  </a:ext>
                </a:extLst>
              </a:tr>
              <a:tr h="600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630480"/>
                  </a:ext>
                </a:extLst>
              </a:tr>
              <a:tr h="600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348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CA98635-94A9-250C-21D7-32240F140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8075C-6E5E-0D61-9F94-181C5A13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28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04ACD-412B-0FB5-57B0-0AE1618E0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56183"/>
            <a:ext cx="89107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/>
              <a:t>Greedy vs Dynamic Programming (Comparison)</a:t>
            </a:r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99AEA-F2E1-25D0-0F83-57AB1F22211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193226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E485-C739-861C-FCD2-44A394E3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94AA-4384-D986-938F-8C1B1995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882" y="1052736"/>
            <a:ext cx="8932862" cy="3995737"/>
          </a:xfrm>
        </p:spPr>
        <p:txBody>
          <a:bodyPr rtlCol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Define a </a:t>
            </a:r>
            <a:r>
              <a:rPr lang="en-US" sz="1900" b="1" dirty="0"/>
              <a:t>Greedy Algorithm</a:t>
            </a:r>
            <a:r>
              <a:rPr lang="en-US" sz="1900" dirty="0"/>
              <a:t> and explain its main idea.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List the </a:t>
            </a:r>
            <a:r>
              <a:rPr lang="en-US" sz="1900" b="1" dirty="0"/>
              <a:t>key properties</a:t>
            </a:r>
            <a:r>
              <a:rPr lang="en-US" sz="1900" dirty="0"/>
              <a:t> a problem must have to be solved using a greedy approach.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Explain the difference between </a:t>
            </a:r>
            <a:r>
              <a:rPr lang="en-US" sz="1900" b="1" dirty="0"/>
              <a:t>Greedy Algorithm</a:t>
            </a:r>
            <a:r>
              <a:rPr lang="en-US" sz="1900" dirty="0"/>
              <a:t> and </a:t>
            </a:r>
            <a:r>
              <a:rPr lang="en-US" sz="1900" b="1" dirty="0"/>
              <a:t>Dynamic Programming</a:t>
            </a:r>
            <a:r>
              <a:rPr lang="en-US" sz="19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b="1" dirty="0"/>
              <a:t>Application &amp; Problem-Solving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Explain the </a:t>
            </a:r>
            <a:r>
              <a:rPr lang="en-US" sz="1900" b="1" dirty="0"/>
              <a:t>coin change problem</a:t>
            </a:r>
            <a:r>
              <a:rPr lang="en-US" sz="1900" dirty="0"/>
              <a:t> using a greedy approach. Is greedy always optimal for all coin systems? Explain.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Define </a:t>
            </a:r>
            <a:r>
              <a:rPr lang="en-US" sz="1900" b="1" dirty="0"/>
              <a:t>Dynamic Programming (DP)</a:t>
            </a:r>
            <a:r>
              <a:rPr lang="en-US" sz="1900" dirty="0"/>
              <a:t>. How does it differ from recursion?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Explain </a:t>
            </a:r>
            <a:r>
              <a:rPr lang="en-US" sz="1900" b="1" dirty="0"/>
              <a:t>overlapping subproblems</a:t>
            </a:r>
            <a:r>
              <a:rPr lang="en-US" sz="1900" dirty="0"/>
              <a:t> and </a:t>
            </a:r>
            <a:r>
              <a:rPr lang="en-US" sz="1900" b="1" dirty="0"/>
              <a:t>optimal substructure</a:t>
            </a:r>
            <a:r>
              <a:rPr lang="en-US" sz="1900" dirty="0"/>
              <a:t> with examples.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What is the difference between </a:t>
            </a:r>
            <a:r>
              <a:rPr lang="en-US" sz="1900" b="1" dirty="0"/>
              <a:t>Top-Down (</a:t>
            </a:r>
            <a:r>
              <a:rPr lang="en-US" sz="1900" b="1" dirty="0" err="1"/>
              <a:t>Memoization</a:t>
            </a:r>
            <a:r>
              <a:rPr lang="en-US" sz="1900" b="1" dirty="0"/>
              <a:t>)</a:t>
            </a:r>
            <a:r>
              <a:rPr lang="en-US" sz="1900" dirty="0"/>
              <a:t> and </a:t>
            </a:r>
            <a:r>
              <a:rPr lang="en-US" sz="1900" b="1" dirty="0"/>
              <a:t>Bottom-Up (Tabulation)</a:t>
            </a:r>
            <a:r>
              <a:rPr lang="en-US" sz="1900" dirty="0"/>
              <a:t> DP approaches?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b="1" dirty="0"/>
              <a:t>Application &amp; Problem-Solving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0F7B2-3592-28D1-525B-0C27277403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BD29F-8A49-1ED2-A88C-B1F068C3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29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0C450-9571-7C56-AE47-D245EA54F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Greedy Algorithm Questions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74178A-CB8C-9D73-23C4-C949BBAE437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60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C442-219D-7A24-F866-3D196BAA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571DC-45CC-C161-CC78-FB9C67EEA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 lnSpcReduction="10000"/>
          </a:bodyPr>
          <a:lstStyle/>
          <a:p>
            <a:r>
              <a:rPr lang="en-US" b="1" dirty="0"/>
              <a:t>Reflection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When should we use Greedy?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Why is DP more reliable?</a:t>
            </a:r>
          </a:p>
          <a:p>
            <a:r>
              <a:rPr lang="en-US" b="1" dirty="0"/>
              <a:t>Homework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Identify Greedy or DP for given problems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Compare Greedy vs DP for Knapsack</a:t>
            </a:r>
          </a:p>
          <a:p>
            <a:pPr marL="457200" lvl="1" indent="0">
              <a:lnSpc>
                <a:spcPct val="160000"/>
              </a:lnSpc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E3F46-1F20-6669-A4D8-8E3AC89B72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4F4824-BFF5-65CB-C0EC-AA59A93C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714757-C780-BC70-EF55-D51D5125B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Reflection, Practice &amp; Homework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C8BE1B-2C67-29AD-D9C0-F1E5DA33A56F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866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17854</TotalTime>
  <Words>1435</Words>
  <Application>Microsoft Office PowerPoint</Application>
  <PresentationFormat>On-screen Show (4:3)</PresentationFormat>
  <Paragraphs>296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Apercu</vt:lpstr>
      <vt:lpstr>Arial</vt:lpstr>
      <vt:lpstr>Calibri</vt:lpstr>
      <vt:lpstr>Courier New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shahjad israil</cp:lastModifiedBy>
  <cp:revision>1281</cp:revision>
  <cp:lastPrinted>2022-09-05T08:43:44Z</cp:lastPrinted>
  <dcterms:created xsi:type="dcterms:W3CDTF">2020-01-16T09:05:56Z</dcterms:created>
  <dcterms:modified xsi:type="dcterms:W3CDTF">2026-01-10T07:06:57Z</dcterms:modified>
</cp:coreProperties>
</file>