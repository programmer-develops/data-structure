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97" r:id="rId2"/>
    <p:sldId id="740" r:id="rId3"/>
    <p:sldId id="1058" r:id="rId4"/>
    <p:sldId id="1056" r:id="rId5"/>
    <p:sldId id="468" r:id="rId6"/>
    <p:sldId id="479" r:id="rId7"/>
    <p:sldId id="470" r:id="rId8"/>
    <p:sldId id="477" r:id="rId9"/>
    <p:sldId id="481" r:id="rId10"/>
    <p:sldId id="484" r:id="rId11"/>
    <p:sldId id="482" r:id="rId12"/>
    <p:sldId id="476" r:id="rId13"/>
    <p:sldId id="487" r:id="rId14"/>
    <p:sldId id="505" r:id="rId15"/>
    <p:sldId id="473" r:id="rId16"/>
    <p:sldId id="506" r:id="rId17"/>
    <p:sldId id="486" r:id="rId18"/>
    <p:sldId id="485" r:id="rId19"/>
    <p:sldId id="491" r:id="rId20"/>
    <p:sldId id="495" r:id="rId21"/>
    <p:sldId id="496" r:id="rId22"/>
    <p:sldId id="4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0D18B-D877-45C3-8F8B-6553B19C5F9E}" v="97" dt="2026-01-11T14:39:23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1T14:43:00.369" v="518" actId="478"/>
      <pc:docMkLst>
        <pc:docMk/>
      </pc:docMkLst>
      <pc:sldChg chg="modSp add del mod">
        <pc:chgData name="shahjad israil" userId="765442391d65c39a" providerId="LiveId" clId="{AD403976-A7C0-4C75-AA9D-6F93FECD3E33}" dt="2026-01-11T14:42:35.750" v="515" actId="47"/>
        <pc:sldMkLst>
          <pc:docMk/>
          <pc:sldMk cId="0" sldId="256"/>
        </pc:sldMkLst>
        <pc:spChg chg="mod">
          <ac:chgData name="shahjad israil" userId="765442391d65c39a" providerId="LiveId" clId="{AD403976-A7C0-4C75-AA9D-6F93FECD3E33}" dt="2026-01-10T05:57:51.849" v="314" actId="14100"/>
          <ac:spMkLst>
            <pc:docMk/>
            <pc:sldMk cId="0" sldId="256"/>
            <ac:spMk id="3" creationId="{8217D083-373F-8677-0861-5A0CDC4B12D8}"/>
          </ac:spMkLst>
        </pc:spChg>
        <pc:spChg chg="mod">
          <ac:chgData name="shahjad israil" userId="765442391d65c39a" providerId="LiveId" clId="{AD403976-A7C0-4C75-AA9D-6F93FECD3E33}" dt="2026-01-10T05:57:41.538" v="310" actId="14100"/>
          <ac:spMkLst>
            <pc:docMk/>
            <pc:sldMk cId="0" sldId="256"/>
            <ac:spMk id="3074" creationId="{4D6B2AF2-DCD6-56C5-4F25-BE53185EA6D3}"/>
          </ac:spMkLst>
        </pc:spChg>
      </pc:sldChg>
      <pc:sldChg chg="add del modTransition">
        <pc:chgData name="shahjad israil" userId="765442391d65c39a" providerId="LiveId" clId="{AD403976-A7C0-4C75-AA9D-6F93FECD3E33}" dt="2026-01-11T14:32:14.582" v="435" actId="2696"/>
        <pc:sldMkLst>
          <pc:docMk/>
          <pc:sldMk cId="0" sldId="265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73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74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86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87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88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89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90"/>
        </pc:sldMkLst>
      </pc:sldChg>
      <pc:sldChg chg="add del">
        <pc:chgData name="shahjad israil" userId="765442391d65c39a" providerId="LiveId" clId="{AD403976-A7C0-4C75-AA9D-6F93FECD3E33}" dt="2026-01-11T14:41:32.616" v="511" actId="47"/>
        <pc:sldMkLst>
          <pc:docMk/>
          <pc:sldMk cId="0" sldId="297"/>
        </pc:sldMkLst>
      </pc:sldChg>
      <pc:sldChg chg="add del">
        <pc:chgData name="shahjad israil" userId="765442391d65c39a" providerId="LiveId" clId="{AD403976-A7C0-4C75-AA9D-6F93FECD3E33}" dt="2026-01-11T14:41:59.929" v="512" actId="47"/>
        <pc:sldMkLst>
          <pc:docMk/>
          <pc:sldMk cId="0" sldId="298"/>
        </pc:sldMkLst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299"/>
        </pc:sldMkLst>
        <pc:spChg chg="mod">
          <ac:chgData name="shahjad israil" userId="765442391d65c39a" providerId="LiveId" clId="{AD403976-A7C0-4C75-AA9D-6F93FECD3E33}" dt="2026-01-10T05:56:49.149" v="288" actId="27636"/>
          <ac:spMkLst>
            <pc:docMk/>
            <pc:sldMk cId="0" sldId="299"/>
            <ac:spMk id="3" creationId="{BE580EF2-CA12-FB95-3D75-F5375765CD69}"/>
          </ac:spMkLst>
        </pc:spChg>
      </pc:sldChg>
      <pc:sldChg chg="add del">
        <pc:chgData name="shahjad israil" userId="765442391d65c39a" providerId="LiveId" clId="{AD403976-A7C0-4C75-AA9D-6F93FECD3E33}" dt="2026-01-11T14:41:32.616" v="511" actId="47"/>
        <pc:sldMkLst>
          <pc:docMk/>
          <pc:sldMk cId="0" sldId="301"/>
        </pc:sldMkLst>
      </pc:sldChg>
      <pc:sldChg chg="add del">
        <pc:chgData name="shahjad israil" userId="765442391d65c39a" providerId="LiveId" clId="{AD403976-A7C0-4C75-AA9D-6F93FECD3E33}" dt="2026-01-11T14:41:32.616" v="511" actId="47"/>
        <pc:sldMkLst>
          <pc:docMk/>
          <pc:sldMk cId="0" sldId="302"/>
        </pc:sldMkLst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03"/>
        </pc:sldMkLst>
        <pc:spChg chg="mod">
          <ac:chgData name="shahjad israil" userId="765442391d65c39a" providerId="LiveId" clId="{AD403976-A7C0-4C75-AA9D-6F93FECD3E33}" dt="2026-01-10T05:56:49.187" v="289" actId="27636"/>
          <ac:spMkLst>
            <pc:docMk/>
            <pc:sldMk cId="0" sldId="303"/>
            <ac:spMk id="3" creationId="{908C3DF2-7109-B733-DD0C-816F832F2444}"/>
          </ac:spMkLst>
        </pc:spChg>
      </pc:sldChg>
      <pc:sldChg chg="add del">
        <pc:chgData name="shahjad israil" userId="765442391d65c39a" providerId="LiveId" clId="{AD403976-A7C0-4C75-AA9D-6F93FECD3E33}" dt="2026-01-11T14:41:32.616" v="511" actId="47"/>
        <pc:sldMkLst>
          <pc:docMk/>
          <pc:sldMk cId="0" sldId="304"/>
        </pc:sldMkLst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05"/>
        </pc:sldMkLst>
        <pc:spChg chg="mod">
          <ac:chgData name="shahjad israil" userId="765442391d65c39a" providerId="LiveId" clId="{AD403976-A7C0-4C75-AA9D-6F93FECD3E33}" dt="2026-01-10T05:56:49.212" v="290" actId="27636"/>
          <ac:spMkLst>
            <pc:docMk/>
            <pc:sldMk cId="0" sldId="305"/>
            <ac:spMk id="3" creationId="{AA3DFE2A-E0B2-78C9-2F78-053BC1D039F3}"/>
          </ac:spMkLst>
        </pc:spChg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06"/>
        </pc:sldMkLst>
        <pc:spChg chg="mod">
          <ac:chgData name="shahjad israil" userId="765442391d65c39a" providerId="LiveId" clId="{AD403976-A7C0-4C75-AA9D-6F93FECD3E33}" dt="2026-01-10T05:56:49.221" v="291" actId="27636"/>
          <ac:spMkLst>
            <pc:docMk/>
            <pc:sldMk cId="0" sldId="306"/>
            <ac:spMk id="3" creationId="{D2636792-0002-36C3-49DD-97DC2E008FE4}"/>
          </ac:spMkLst>
        </pc:spChg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07"/>
        </pc:sldMkLst>
        <pc:spChg chg="mod">
          <ac:chgData name="shahjad israil" userId="765442391d65c39a" providerId="LiveId" clId="{AD403976-A7C0-4C75-AA9D-6F93FECD3E33}" dt="2026-01-10T06:01:46.991" v="345" actId="255"/>
          <ac:spMkLst>
            <pc:docMk/>
            <pc:sldMk cId="0" sldId="307"/>
            <ac:spMk id="2" creationId="{B718C583-05A1-4F76-7F32-1F6C33C82864}"/>
          </ac:spMkLst>
        </pc:spChg>
        <pc:spChg chg="mod">
          <ac:chgData name="shahjad israil" userId="765442391d65c39a" providerId="LiveId" clId="{AD403976-A7C0-4C75-AA9D-6F93FECD3E33}" dt="2026-01-10T05:56:49.228" v="292" actId="27636"/>
          <ac:spMkLst>
            <pc:docMk/>
            <pc:sldMk cId="0" sldId="307"/>
            <ac:spMk id="3" creationId="{3CD7E1BC-A8F9-BF6C-AA36-6E8B23BFC6C4}"/>
          </ac:spMkLst>
        </pc:spChg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08"/>
        </pc:sldMkLst>
        <pc:spChg chg="mod">
          <ac:chgData name="shahjad israil" userId="765442391d65c39a" providerId="LiveId" clId="{AD403976-A7C0-4C75-AA9D-6F93FECD3E33}" dt="2026-01-10T06:01:55.439" v="346" actId="255"/>
          <ac:spMkLst>
            <pc:docMk/>
            <pc:sldMk cId="0" sldId="308"/>
            <ac:spMk id="4" creationId="{DDE7373D-BA48-B7F1-A300-3933FD6AEC64}"/>
          </ac:spMkLst>
        </pc:spChg>
      </pc:sldChg>
      <pc:sldChg chg="add del">
        <pc:chgData name="shahjad israil" userId="765442391d65c39a" providerId="LiveId" clId="{AD403976-A7C0-4C75-AA9D-6F93FECD3E33}" dt="2026-01-11T14:41:32.616" v="511" actId="47"/>
        <pc:sldMkLst>
          <pc:docMk/>
          <pc:sldMk cId="0" sldId="309"/>
        </pc:sldMkLst>
      </pc:sldChg>
      <pc:sldChg chg="add del">
        <pc:chgData name="shahjad israil" userId="765442391d65c39a" providerId="LiveId" clId="{AD403976-A7C0-4C75-AA9D-6F93FECD3E33}" dt="2026-01-10T05:59:19.626" v="315" actId="47"/>
        <pc:sldMkLst>
          <pc:docMk/>
          <pc:sldMk cId="0" sldId="311"/>
        </pc:sldMkLst>
      </pc:sldChg>
      <pc:sldChg chg="modSp add del mod">
        <pc:chgData name="shahjad israil" userId="765442391d65c39a" providerId="LiveId" clId="{AD403976-A7C0-4C75-AA9D-6F93FECD3E33}" dt="2026-01-10T05:59:19.626" v="315" actId="47"/>
        <pc:sldMkLst>
          <pc:docMk/>
          <pc:sldMk cId="0" sldId="312"/>
        </pc:sldMkLst>
        <pc:spChg chg="mod">
          <ac:chgData name="shahjad israil" userId="765442391d65c39a" providerId="LiveId" clId="{AD403976-A7C0-4C75-AA9D-6F93FECD3E33}" dt="2026-01-10T05:56:49.101" v="280" actId="27636"/>
          <ac:spMkLst>
            <pc:docMk/>
            <pc:sldMk cId="0" sldId="312"/>
            <ac:spMk id="26627" creationId="{999C4D85-19ED-ACBC-C395-0458C5146DC7}"/>
          </ac:spMkLst>
        </pc:spChg>
      </pc:sldChg>
      <pc:sldChg chg="add del">
        <pc:chgData name="shahjad israil" userId="765442391d65c39a" providerId="LiveId" clId="{AD403976-A7C0-4C75-AA9D-6F93FECD3E33}" dt="2026-01-10T05:59:19.626" v="315" actId="47"/>
        <pc:sldMkLst>
          <pc:docMk/>
          <pc:sldMk cId="0" sldId="313"/>
        </pc:sldMkLst>
      </pc:sldChg>
      <pc:sldChg chg="add del">
        <pc:chgData name="shahjad israil" userId="765442391d65c39a" providerId="LiveId" clId="{AD403976-A7C0-4C75-AA9D-6F93FECD3E33}" dt="2026-01-10T05:59:26.383" v="316" actId="47"/>
        <pc:sldMkLst>
          <pc:docMk/>
          <pc:sldMk cId="0" sldId="314"/>
        </pc:sldMkLst>
      </pc:sldChg>
      <pc:sldChg chg="add del">
        <pc:chgData name="shahjad israil" userId="765442391d65c39a" providerId="LiveId" clId="{AD403976-A7C0-4C75-AA9D-6F93FECD3E33}" dt="2026-01-10T05:59:26.383" v="316" actId="47"/>
        <pc:sldMkLst>
          <pc:docMk/>
          <pc:sldMk cId="0" sldId="315"/>
        </pc:sldMkLst>
      </pc:sldChg>
      <pc:sldChg chg="add del">
        <pc:chgData name="shahjad israil" userId="765442391d65c39a" providerId="LiveId" clId="{AD403976-A7C0-4C75-AA9D-6F93FECD3E33}" dt="2026-01-10T05:59:26.383" v="316" actId="47"/>
        <pc:sldMkLst>
          <pc:docMk/>
          <pc:sldMk cId="0" sldId="317"/>
        </pc:sldMkLst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27"/>
        </pc:sldMkLst>
        <pc:spChg chg="mod">
          <ac:chgData name="shahjad israil" userId="765442391d65c39a" providerId="LiveId" clId="{AD403976-A7C0-4C75-AA9D-6F93FECD3E33}" dt="2026-01-10T05:56:49.122" v="282" actId="27636"/>
          <ac:spMkLst>
            <pc:docMk/>
            <pc:sldMk cId="0" sldId="327"/>
            <ac:spMk id="4" creationId="{3428F2FB-24E9-8172-6694-05B946A6FDF0}"/>
          </ac:spMkLst>
        </pc:spChg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28"/>
        </pc:sldMkLst>
        <pc:spChg chg="mod">
          <ac:chgData name="shahjad israil" userId="765442391d65c39a" providerId="LiveId" clId="{AD403976-A7C0-4C75-AA9D-6F93FECD3E33}" dt="2026-01-10T05:56:49.126" v="283" actId="27636"/>
          <ac:spMkLst>
            <pc:docMk/>
            <pc:sldMk cId="0" sldId="328"/>
            <ac:spMk id="4" creationId="{A19CAB3B-F8D6-BB7E-1513-56981F8EA20D}"/>
          </ac:spMkLst>
        </pc:spChg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31"/>
        </pc:sldMkLst>
        <pc:spChg chg="mod">
          <ac:chgData name="shahjad israil" userId="765442391d65c39a" providerId="LiveId" clId="{AD403976-A7C0-4C75-AA9D-6F93FECD3E33}" dt="2026-01-10T05:56:49.129" v="284" actId="27636"/>
          <ac:spMkLst>
            <pc:docMk/>
            <pc:sldMk cId="0" sldId="331"/>
            <ac:spMk id="4" creationId="{0DE8F10B-1063-62B0-D6C5-9F0BA6850791}"/>
          </ac:spMkLst>
        </pc:spChg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32"/>
        </pc:sldMkLst>
        <pc:spChg chg="mod">
          <ac:chgData name="shahjad israil" userId="765442391d65c39a" providerId="LiveId" clId="{AD403976-A7C0-4C75-AA9D-6F93FECD3E33}" dt="2026-01-10T05:56:49.129" v="285" actId="27636"/>
          <ac:spMkLst>
            <pc:docMk/>
            <pc:sldMk cId="0" sldId="332"/>
            <ac:spMk id="4" creationId="{94589EF8-B5C1-BE95-008D-60EFB1208F76}"/>
          </ac:spMkLst>
        </pc:spChg>
      </pc:sldChg>
      <pc:sldChg chg="modSp add del mod">
        <pc:chgData name="shahjad israil" userId="765442391d65c39a" providerId="LiveId" clId="{AD403976-A7C0-4C75-AA9D-6F93FECD3E33}" dt="2026-01-11T14:41:32.616" v="511" actId="47"/>
        <pc:sldMkLst>
          <pc:docMk/>
          <pc:sldMk cId="0" sldId="333"/>
        </pc:sldMkLst>
        <pc:spChg chg="mod">
          <ac:chgData name="shahjad israil" userId="765442391d65c39a" providerId="LiveId" clId="{AD403976-A7C0-4C75-AA9D-6F93FECD3E33}" dt="2026-01-10T05:56:49.239" v="293" actId="27636"/>
          <ac:spMkLst>
            <pc:docMk/>
            <pc:sldMk cId="0" sldId="333"/>
            <ac:spMk id="2" creationId="{BCF0485E-90AF-93EA-B5C2-8C4B1504695A}"/>
          </ac:spMkLst>
        </pc:spChg>
      </pc:sldChg>
      <pc:sldChg chg="modSp add del mod">
        <pc:chgData name="shahjad israil" userId="765442391d65c39a" providerId="LiveId" clId="{AD403976-A7C0-4C75-AA9D-6F93FECD3E33}" dt="2026-01-11T14:42:35.750" v="515" actId="47"/>
        <pc:sldMkLst>
          <pc:docMk/>
          <pc:sldMk cId="0" sldId="349"/>
        </pc:sldMkLst>
        <pc:spChg chg="mod">
          <ac:chgData name="shahjad israil" userId="765442391d65c39a" providerId="LiveId" clId="{AD403976-A7C0-4C75-AA9D-6F93FECD3E33}" dt="2026-01-10T05:56:49.063" v="274" actId="27636"/>
          <ac:spMkLst>
            <pc:docMk/>
            <pc:sldMk cId="0" sldId="349"/>
            <ac:spMk id="6146" creationId="{B9FB4957-4F35-D9B1-8E3B-974B3C556E54}"/>
          </ac:spMkLst>
        </pc:spChg>
      </pc:sldChg>
      <pc:sldChg chg="modSp add del mod">
        <pc:chgData name="shahjad israil" userId="765442391d65c39a" providerId="LiveId" clId="{AD403976-A7C0-4C75-AA9D-6F93FECD3E33}" dt="2026-01-11T14:42:30.819" v="514" actId="47"/>
        <pc:sldMkLst>
          <pc:docMk/>
          <pc:sldMk cId="0" sldId="350"/>
        </pc:sldMkLst>
        <pc:spChg chg="mod">
          <ac:chgData name="shahjad israil" userId="765442391d65c39a" providerId="LiveId" clId="{AD403976-A7C0-4C75-AA9D-6F93FECD3E33}" dt="2026-01-10T05:56:49.070" v="275" actId="27636"/>
          <ac:spMkLst>
            <pc:docMk/>
            <pc:sldMk cId="0" sldId="350"/>
            <ac:spMk id="7172" creationId="{B8AB02C4-2691-1CD7-2FA1-B8D0AC16D58B}"/>
          </ac:spMkLst>
        </pc:spChg>
      </pc:sldChg>
      <pc:sldChg chg="modSp add del mod">
        <pc:chgData name="shahjad israil" userId="765442391d65c39a" providerId="LiveId" clId="{AD403976-A7C0-4C75-AA9D-6F93FECD3E33}" dt="2026-01-11T14:42:30.819" v="514" actId="47"/>
        <pc:sldMkLst>
          <pc:docMk/>
          <pc:sldMk cId="0" sldId="351"/>
        </pc:sldMkLst>
        <pc:spChg chg="mod">
          <ac:chgData name="shahjad israil" userId="765442391d65c39a" providerId="LiveId" clId="{AD403976-A7C0-4C75-AA9D-6F93FECD3E33}" dt="2026-01-10T05:56:49.070" v="276" actId="27636"/>
          <ac:spMkLst>
            <pc:docMk/>
            <pc:sldMk cId="0" sldId="351"/>
            <ac:spMk id="8196" creationId="{C83F926E-CF0E-B9D8-5E87-821FEE0E18BD}"/>
          </ac:spMkLst>
        </pc:spChg>
      </pc:sldChg>
      <pc:sldChg chg="modSp add del mod">
        <pc:chgData name="shahjad israil" userId="765442391d65c39a" providerId="LiveId" clId="{AD403976-A7C0-4C75-AA9D-6F93FECD3E33}" dt="2026-01-11T14:42:30.819" v="514" actId="47"/>
        <pc:sldMkLst>
          <pc:docMk/>
          <pc:sldMk cId="0" sldId="352"/>
        </pc:sldMkLst>
        <pc:spChg chg="mod">
          <ac:chgData name="shahjad israil" userId="765442391d65c39a" providerId="LiveId" clId="{AD403976-A7C0-4C75-AA9D-6F93FECD3E33}" dt="2026-01-10T05:56:49.079" v="277" actId="27636"/>
          <ac:spMkLst>
            <pc:docMk/>
            <pc:sldMk cId="0" sldId="352"/>
            <ac:spMk id="9219" creationId="{5DF8718F-2C83-E1F6-0DE0-631E56BC4AB8}"/>
          </ac:spMkLst>
        </pc:spChg>
      </pc:sldChg>
      <pc:sldChg chg="add del">
        <pc:chgData name="shahjad israil" userId="765442391d65c39a" providerId="LiveId" clId="{AD403976-A7C0-4C75-AA9D-6F93FECD3E33}" dt="2026-01-10T05:59:26.383" v="316" actId="47"/>
        <pc:sldMkLst>
          <pc:docMk/>
          <pc:sldMk cId="0" sldId="353"/>
        </pc:sldMkLst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54"/>
        </pc:sldMkLst>
        <pc:spChg chg="mod">
          <ac:chgData name="shahjad israil" userId="765442391d65c39a" providerId="LiveId" clId="{AD403976-A7C0-4C75-AA9D-6F93FECD3E33}" dt="2026-01-10T05:56:49.133" v="286" actId="27636"/>
          <ac:spMkLst>
            <pc:docMk/>
            <pc:sldMk cId="0" sldId="354"/>
            <ac:spMk id="4" creationId="{8AA998C5-04A9-62F3-4ECB-A414BD28F688}"/>
          </ac:spMkLst>
        </pc:spChg>
      </pc:sldChg>
      <pc:sldChg chg="modSp add del mod">
        <pc:chgData name="shahjad israil" userId="765442391d65c39a" providerId="LiveId" clId="{AD403976-A7C0-4C75-AA9D-6F93FECD3E33}" dt="2026-01-11T14:42:30.819" v="514" actId="47"/>
        <pc:sldMkLst>
          <pc:docMk/>
          <pc:sldMk cId="0" sldId="359"/>
        </pc:sldMkLst>
        <pc:spChg chg="mod">
          <ac:chgData name="shahjad israil" userId="765442391d65c39a" providerId="LiveId" clId="{AD403976-A7C0-4C75-AA9D-6F93FECD3E33}" dt="2026-01-10T05:56:49.081" v="278" actId="27636"/>
          <ac:spMkLst>
            <pc:docMk/>
            <pc:sldMk cId="0" sldId="359"/>
            <ac:spMk id="10243" creationId="{C2A4650C-3311-6BF2-94CA-589FEC3FAE44}"/>
          </ac:spMkLst>
        </pc:spChg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0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1"/>
        </pc:sldMkLst>
      </pc:sldChg>
      <pc:sldChg chg="add del">
        <pc:chgData name="shahjad israil" userId="765442391d65c39a" providerId="LiveId" clId="{AD403976-A7C0-4C75-AA9D-6F93FECD3E33}" dt="2026-01-10T05:59:19.626" v="315" actId="47"/>
        <pc:sldMkLst>
          <pc:docMk/>
          <pc:sldMk cId="0" sldId="362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3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4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5"/>
        </pc:sldMkLst>
      </pc:sldChg>
      <pc:sldChg chg="modSp add del mod">
        <pc:chgData name="shahjad israil" userId="765442391d65c39a" providerId="LiveId" clId="{AD403976-A7C0-4C75-AA9D-6F93FECD3E33}" dt="2026-01-11T14:41:59.929" v="512" actId="47"/>
        <pc:sldMkLst>
          <pc:docMk/>
          <pc:sldMk cId="0" sldId="366"/>
        </pc:sldMkLst>
        <pc:spChg chg="mod">
          <ac:chgData name="shahjad israil" userId="765442391d65c39a" providerId="LiveId" clId="{AD403976-A7C0-4C75-AA9D-6F93FECD3E33}" dt="2026-01-10T05:56:49.133" v="287" actId="27636"/>
          <ac:spMkLst>
            <pc:docMk/>
            <pc:sldMk cId="0" sldId="366"/>
            <ac:spMk id="2" creationId="{77F6A9BE-DF96-A4FE-784A-F4D290FD29EC}"/>
          </ac:spMkLst>
        </pc:spChg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7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8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69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70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71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72"/>
        </pc:sldMkLst>
      </pc:sldChg>
      <pc:sldChg chg="add del">
        <pc:chgData name="shahjad israil" userId="765442391d65c39a" providerId="LiveId" clId="{AD403976-A7C0-4C75-AA9D-6F93FECD3E33}" dt="2026-01-11T14:42:25.761" v="513" actId="47"/>
        <pc:sldMkLst>
          <pc:docMk/>
          <pc:sldMk cId="0" sldId="373"/>
        </pc:sldMkLst>
      </pc:sldChg>
      <pc:sldChg chg="modSp add del mod">
        <pc:chgData name="shahjad israil" userId="765442391d65c39a" providerId="LiveId" clId="{AD403976-A7C0-4C75-AA9D-6F93FECD3E33}" dt="2026-01-11T14:42:25.761" v="513" actId="47"/>
        <pc:sldMkLst>
          <pc:docMk/>
          <pc:sldMk cId="0" sldId="374"/>
        </pc:sldMkLst>
        <pc:spChg chg="mod">
          <ac:chgData name="shahjad israil" userId="765442391d65c39a" providerId="LiveId" clId="{AD403976-A7C0-4C75-AA9D-6F93FECD3E33}" dt="2026-01-10T05:56:49.086" v="279" actId="27636"/>
          <ac:spMkLst>
            <pc:docMk/>
            <pc:sldMk cId="0" sldId="374"/>
            <ac:spMk id="4" creationId="{DF397470-35EE-0593-D9B8-C39BECAAD0E9}"/>
          </ac:spMkLst>
        </pc:spChg>
      </pc:sldChg>
      <pc:sldChg chg="modSp add del mod">
        <pc:chgData name="shahjad israil" userId="765442391d65c39a" providerId="LiveId" clId="{AD403976-A7C0-4C75-AA9D-6F93FECD3E33}" dt="2026-01-11T14:42:35.750" v="515" actId="47"/>
        <pc:sldMkLst>
          <pc:docMk/>
          <pc:sldMk cId="0" sldId="376"/>
        </pc:sldMkLst>
        <pc:spChg chg="mod">
          <ac:chgData name="shahjad israil" userId="765442391d65c39a" providerId="LiveId" clId="{AD403976-A7C0-4C75-AA9D-6F93FECD3E33}" dt="2026-01-10T05:56:49.030" v="272" actId="27636"/>
          <ac:spMkLst>
            <pc:docMk/>
            <pc:sldMk cId="0" sldId="376"/>
            <ac:spMk id="4" creationId="{BA7C175F-51BD-CEF8-C15E-290AADE222AC}"/>
          </ac:spMkLst>
        </pc:spChg>
      </pc:sldChg>
      <pc:sldChg chg="modSp add del mod">
        <pc:chgData name="shahjad israil" userId="765442391d65c39a" providerId="LiveId" clId="{AD403976-A7C0-4C75-AA9D-6F93FECD3E33}" dt="2026-01-11T14:42:35.750" v="515" actId="47"/>
        <pc:sldMkLst>
          <pc:docMk/>
          <pc:sldMk cId="0" sldId="377"/>
        </pc:sldMkLst>
        <pc:spChg chg="mod">
          <ac:chgData name="shahjad israil" userId="765442391d65c39a" providerId="LiveId" clId="{AD403976-A7C0-4C75-AA9D-6F93FECD3E33}" dt="2026-01-10T05:56:49.063" v="273" actId="27636"/>
          <ac:spMkLst>
            <pc:docMk/>
            <pc:sldMk cId="0" sldId="377"/>
            <ac:spMk id="4" creationId="{5D7E8D77-D1A0-FA89-7563-13A6C63B259F}"/>
          </ac:spMkLst>
        </pc:spChg>
      </pc:sldChg>
      <pc:sldChg chg="modSp add del mod">
        <pc:chgData name="shahjad israil" userId="765442391d65c39a" providerId="LiveId" clId="{AD403976-A7C0-4C75-AA9D-6F93FECD3E33}" dt="2026-01-11T14:42:25.761" v="513" actId="47"/>
        <pc:sldMkLst>
          <pc:docMk/>
          <pc:sldMk cId="0" sldId="378"/>
        </pc:sldMkLst>
        <pc:spChg chg="mod">
          <ac:chgData name="shahjad israil" userId="765442391d65c39a" providerId="LiveId" clId="{AD403976-A7C0-4C75-AA9D-6F93FECD3E33}" dt="2026-01-10T06:00:55.506" v="343" actId="14100"/>
          <ac:spMkLst>
            <pc:docMk/>
            <pc:sldMk cId="0" sldId="378"/>
            <ac:spMk id="3" creationId="{52FAC42D-E9F7-25DB-DD5E-4F420196EA4F}"/>
          </ac:spMkLst>
        </pc:spChg>
        <pc:spChg chg="mod">
          <ac:chgData name="shahjad israil" userId="765442391d65c39a" providerId="LiveId" clId="{AD403976-A7C0-4C75-AA9D-6F93FECD3E33}" dt="2026-01-10T06:00:42.719" v="340" actId="1076"/>
          <ac:spMkLst>
            <pc:docMk/>
            <pc:sldMk cId="0" sldId="378"/>
            <ac:spMk id="32770" creationId="{AA6BFA42-CECF-F079-A8E9-AD67852A978E}"/>
          </ac:spMkLst>
        </pc:spChg>
      </pc:sldChg>
      <pc:sldChg chg="add del modTransition">
        <pc:chgData name="shahjad israil" userId="765442391d65c39a" providerId="LiveId" clId="{AD403976-A7C0-4C75-AA9D-6F93FECD3E33}" dt="2026-01-11T14:40:25.361" v="508" actId="2696"/>
        <pc:sldMkLst>
          <pc:docMk/>
          <pc:sldMk cId="0" sldId="448"/>
        </pc:sldMkLst>
      </pc:sldChg>
      <pc:sldChg chg="add del modTransition">
        <pc:chgData name="shahjad israil" userId="765442391d65c39a" providerId="LiveId" clId="{AD403976-A7C0-4C75-AA9D-6F93FECD3E33}" dt="2026-01-11T14:39:33.507" v="500" actId="2696"/>
        <pc:sldMkLst>
          <pc:docMk/>
          <pc:sldMk cId="0" sldId="450"/>
        </pc:sldMkLst>
      </pc:sldChg>
      <pc:sldChg chg="add del modTransition">
        <pc:chgData name="shahjad israil" userId="765442391d65c39a" providerId="LiveId" clId="{AD403976-A7C0-4C75-AA9D-6F93FECD3E33}" dt="2026-01-11T14:39:29.557" v="499" actId="2696"/>
        <pc:sldMkLst>
          <pc:docMk/>
          <pc:sldMk cId="0" sldId="452"/>
        </pc:sldMkLst>
      </pc:sldChg>
      <pc:sldChg chg="delSp modSp add del mod modTransition modAnim">
        <pc:chgData name="shahjad israil" userId="765442391d65c39a" providerId="LiveId" clId="{AD403976-A7C0-4C75-AA9D-6F93FECD3E33}" dt="2026-01-11T14:34:20.801" v="458" actId="1076"/>
        <pc:sldMkLst>
          <pc:docMk/>
          <pc:sldMk cId="0" sldId="468"/>
        </pc:sldMkLst>
        <pc:spChg chg="mod">
          <ac:chgData name="shahjad israil" userId="765442391d65c39a" providerId="LiveId" clId="{AD403976-A7C0-4C75-AA9D-6F93FECD3E33}" dt="2026-01-11T14:34:13.469" v="457" actId="255"/>
          <ac:spMkLst>
            <pc:docMk/>
            <pc:sldMk cId="0" sldId="468"/>
            <ac:spMk id="3" creationId="{2CFEC780-AB94-6174-B010-3597D0B00CD3}"/>
          </ac:spMkLst>
        </pc:spChg>
        <pc:spChg chg="mod">
          <ac:chgData name="shahjad israil" userId="765442391d65c39a" providerId="LiveId" clId="{AD403976-A7C0-4C75-AA9D-6F93FECD3E33}" dt="2026-01-11T14:34:20.801" v="458" actId="1076"/>
          <ac:spMkLst>
            <pc:docMk/>
            <pc:sldMk cId="0" sldId="468"/>
            <ac:spMk id="6" creationId="{CE10119F-DB79-5620-28CC-66E5385B4EE7}"/>
          </ac:spMkLst>
        </pc:spChg>
        <pc:spChg chg="del">
          <ac:chgData name="shahjad israil" userId="765442391d65c39a" providerId="LiveId" clId="{AD403976-A7C0-4C75-AA9D-6F93FECD3E33}" dt="2026-01-11T14:32:23.058" v="437" actId="478"/>
          <ac:spMkLst>
            <pc:docMk/>
            <pc:sldMk cId="0" sldId="468"/>
            <ac:spMk id="5123" creationId="{E2B9EACD-97F9-752C-8D35-4A6CA967AE27}"/>
          </ac:spMkLst>
        </pc:spChg>
        <pc:picChg chg="del">
          <ac:chgData name="shahjad israil" userId="765442391d65c39a" providerId="LiveId" clId="{AD403976-A7C0-4C75-AA9D-6F93FECD3E33}" dt="2026-01-11T14:32:18.102" v="436" actId="478"/>
          <ac:picMkLst>
            <pc:docMk/>
            <pc:sldMk cId="0" sldId="468"/>
            <ac:picMk id="5125" creationId="{A9ECE210-90E4-F2D3-CECA-5A3E781CCCE1}"/>
          </ac:picMkLst>
        </pc:picChg>
      </pc:sldChg>
      <pc:sldChg chg="delSp modSp add del mod modTransition">
        <pc:chgData name="shahjad israil" userId="765442391d65c39a" providerId="LiveId" clId="{AD403976-A7C0-4C75-AA9D-6F93FECD3E33}" dt="2026-01-11T14:36:20.510" v="469" actId="478"/>
        <pc:sldMkLst>
          <pc:docMk/>
          <pc:sldMk cId="0" sldId="470"/>
        </pc:sldMkLst>
        <pc:spChg chg="mod">
          <ac:chgData name="shahjad israil" userId="765442391d65c39a" providerId="LiveId" clId="{AD403976-A7C0-4C75-AA9D-6F93FECD3E33}" dt="2026-01-11T14:36:17.076" v="468" actId="1076"/>
          <ac:spMkLst>
            <pc:docMk/>
            <pc:sldMk cId="0" sldId="470"/>
            <ac:spMk id="11" creationId="{FB38981D-868D-3EB5-D106-914D6C414DA4}"/>
          </ac:spMkLst>
        </pc:spChg>
        <pc:spChg chg="del">
          <ac:chgData name="shahjad israil" userId="765442391d65c39a" providerId="LiveId" clId="{AD403976-A7C0-4C75-AA9D-6F93FECD3E33}" dt="2026-01-11T14:36:20.510" v="469" actId="478"/>
          <ac:spMkLst>
            <pc:docMk/>
            <pc:sldMk cId="0" sldId="470"/>
            <ac:spMk id="6147" creationId="{C7721407-D727-0566-D788-E28F6517B598}"/>
          </ac:spMkLst>
        </pc:spChg>
        <pc:picChg chg="del">
          <ac:chgData name="shahjad israil" userId="765442391d65c39a" providerId="LiveId" clId="{AD403976-A7C0-4C75-AA9D-6F93FECD3E33}" dt="2026-01-11T14:35:40.716" v="465" actId="478"/>
          <ac:picMkLst>
            <pc:docMk/>
            <pc:sldMk cId="0" sldId="470"/>
            <ac:picMk id="9221" creationId="{6530100E-1848-C1E7-1931-0D87EB82FF45}"/>
          </ac:picMkLst>
        </pc:picChg>
      </pc:sldChg>
      <pc:sldChg chg="delSp add del mod modTransition">
        <pc:chgData name="shahjad israil" userId="765442391d65c39a" providerId="LiveId" clId="{AD403976-A7C0-4C75-AA9D-6F93FECD3E33}" dt="2026-01-11T14:37:39.236" v="485" actId="478"/>
        <pc:sldMkLst>
          <pc:docMk/>
          <pc:sldMk cId="0" sldId="473"/>
        </pc:sldMkLst>
        <pc:spChg chg="del">
          <ac:chgData name="shahjad israil" userId="765442391d65c39a" providerId="LiveId" clId="{AD403976-A7C0-4C75-AA9D-6F93FECD3E33}" dt="2026-01-11T14:37:39.236" v="485" actId="478"/>
          <ac:spMkLst>
            <pc:docMk/>
            <pc:sldMk cId="0" sldId="473"/>
            <ac:spMk id="9219" creationId="{9FD62F29-5266-6EEA-7662-21824B6456E1}"/>
          </ac:spMkLst>
        </pc:spChg>
        <pc:picChg chg="del">
          <ac:chgData name="shahjad israil" userId="765442391d65c39a" providerId="LiveId" clId="{AD403976-A7C0-4C75-AA9D-6F93FECD3E33}" dt="2026-01-11T14:37:35.329" v="484" actId="478"/>
          <ac:picMkLst>
            <pc:docMk/>
            <pc:sldMk cId="0" sldId="473"/>
            <ac:picMk id="24580" creationId="{F31E3DDF-D067-A02E-6505-1FBCD756A822}"/>
          </ac:picMkLst>
        </pc:picChg>
      </pc:sldChg>
      <pc:sldChg chg="delSp add del mod modTransition">
        <pc:chgData name="shahjad israil" userId="765442391d65c39a" providerId="LiveId" clId="{AD403976-A7C0-4C75-AA9D-6F93FECD3E33}" dt="2026-01-11T14:37:14.096" v="479" actId="478"/>
        <pc:sldMkLst>
          <pc:docMk/>
          <pc:sldMk cId="0" sldId="476"/>
        </pc:sldMkLst>
        <pc:spChg chg="del">
          <ac:chgData name="shahjad israil" userId="765442391d65c39a" providerId="LiveId" clId="{AD403976-A7C0-4C75-AA9D-6F93FECD3E33}" dt="2026-01-11T14:37:14.096" v="479" actId="478"/>
          <ac:spMkLst>
            <pc:docMk/>
            <pc:sldMk cId="0" sldId="476"/>
            <ac:spMk id="8195" creationId="{221DEB42-2916-559B-0830-602DD29406B4}"/>
          </ac:spMkLst>
        </pc:spChg>
        <pc:picChg chg="del">
          <ac:chgData name="shahjad israil" userId="765442391d65c39a" providerId="LiveId" clId="{AD403976-A7C0-4C75-AA9D-6F93FECD3E33}" dt="2026-01-11T14:37:11.213" v="478" actId="478"/>
          <ac:picMkLst>
            <pc:docMk/>
            <pc:sldMk cId="0" sldId="476"/>
            <ac:picMk id="18437" creationId="{2287D11C-078C-8706-2C5E-A61FDB201424}"/>
          </ac:picMkLst>
        </pc:picChg>
      </pc:sldChg>
      <pc:sldChg chg="delSp modSp add del mod modTransition">
        <pc:chgData name="shahjad israil" userId="765442391d65c39a" providerId="LiveId" clId="{AD403976-A7C0-4C75-AA9D-6F93FECD3E33}" dt="2026-01-11T14:36:41.871" v="472" actId="478"/>
        <pc:sldMkLst>
          <pc:docMk/>
          <pc:sldMk cId="0" sldId="477"/>
        </pc:sldMkLst>
        <pc:spChg chg="del">
          <ac:chgData name="shahjad israil" userId="765442391d65c39a" providerId="LiveId" clId="{AD403976-A7C0-4C75-AA9D-6F93FECD3E33}" dt="2026-01-11T14:36:41.871" v="472" actId="478"/>
          <ac:spMkLst>
            <pc:docMk/>
            <pc:sldMk cId="0" sldId="477"/>
            <ac:spMk id="7171" creationId="{CCAA2CFF-B7E8-12CF-8513-2A9C19A61365}"/>
          </ac:spMkLst>
        </pc:spChg>
        <pc:spChg chg="mod">
          <ac:chgData name="shahjad israil" userId="765442391d65c39a" providerId="LiveId" clId="{AD403976-A7C0-4C75-AA9D-6F93FECD3E33}" dt="2026-01-11T14:36:38.719" v="471" actId="1076"/>
          <ac:spMkLst>
            <pc:docMk/>
            <pc:sldMk cId="0" sldId="477"/>
            <ac:spMk id="11271" creationId="{47CD5E16-DEDF-0EFA-2EB4-E9BE9EF346E9}"/>
          </ac:spMkLst>
        </pc:spChg>
        <pc:picChg chg="del">
          <ac:chgData name="shahjad israil" userId="765442391d65c39a" providerId="LiveId" clId="{AD403976-A7C0-4C75-AA9D-6F93FECD3E33}" dt="2026-01-11T14:36:25.588" v="470" actId="478"/>
          <ac:picMkLst>
            <pc:docMk/>
            <pc:sldMk cId="0" sldId="477"/>
            <ac:picMk id="11269" creationId="{1042CAD3-60BA-7204-9677-27DD428C58B4}"/>
          </ac:picMkLst>
        </pc:picChg>
      </pc:sldChg>
      <pc:sldChg chg="delSp modSp add del mod modTransition">
        <pc:chgData name="shahjad israil" userId="765442391d65c39a" providerId="LiveId" clId="{AD403976-A7C0-4C75-AA9D-6F93FECD3E33}" dt="2026-01-11T14:35:33.940" v="464" actId="478"/>
        <pc:sldMkLst>
          <pc:docMk/>
          <pc:sldMk cId="0" sldId="479"/>
        </pc:sldMkLst>
        <pc:spChg chg="mod">
          <ac:chgData name="shahjad israil" userId="765442391d65c39a" providerId="LiveId" clId="{AD403976-A7C0-4C75-AA9D-6F93FECD3E33}" dt="2026-01-11T14:35:29.919" v="463" actId="14100"/>
          <ac:spMkLst>
            <pc:docMk/>
            <pc:sldMk cId="0" sldId="479"/>
            <ac:spMk id="3" creationId="{583517EF-E780-A7F3-5895-4A1C715D1E54}"/>
          </ac:spMkLst>
        </pc:spChg>
        <pc:spChg chg="del">
          <ac:chgData name="shahjad israil" userId="765442391d65c39a" providerId="LiveId" clId="{AD403976-A7C0-4C75-AA9D-6F93FECD3E33}" dt="2026-01-11T14:35:33.940" v="464" actId="478"/>
          <ac:spMkLst>
            <pc:docMk/>
            <pc:sldMk cId="0" sldId="479"/>
            <ac:spMk id="5123" creationId="{E38CE19A-0DF1-02F0-244B-69A78057DDAF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6:51.530" v="474" actId="478"/>
        <pc:sldMkLst>
          <pc:docMk/>
          <pc:sldMk cId="0" sldId="481"/>
        </pc:sldMkLst>
        <pc:spChg chg="mod">
          <ac:chgData name="shahjad israil" userId="765442391d65c39a" providerId="LiveId" clId="{AD403976-A7C0-4C75-AA9D-6F93FECD3E33}" dt="2026-01-11T14:32:09.016" v="428" actId="27636"/>
          <ac:spMkLst>
            <pc:docMk/>
            <pc:sldMk cId="0" sldId="481"/>
            <ac:spMk id="10" creationId="{A64BAF30-C98E-E2AD-58AB-1DE380AAFC06}"/>
          </ac:spMkLst>
        </pc:spChg>
        <pc:spChg chg="del">
          <ac:chgData name="shahjad israil" userId="765442391d65c39a" providerId="LiveId" clId="{AD403976-A7C0-4C75-AA9D-6F93FECD3E33}" dt="2026-01-11T14:36:51.530" v="474" actId="478"/>
          <ac:spMkLst>
            <pc:docMk/>
            <pc:sldMk cId="0" sldId="481"/>
            <ac:spMk id="7171" creationId="{42B85F03-9D3C-EA53-6C53-3C986E8E2B8F}"/>
          </ac:spMkLst>
        </pc:spChg>
        <pc:picChg chg="del">
          <ac:chgData name="shahjad israil" userId="765442391d65c39a" providerId="LiveId" clId="{AD403976-A7C0-4C75-AA9D-6F93FECD3E33}" dt="2026-01-11T14:36:47.980" v="473" actId="478"/>
          <ac:picMkLst>
            <pc:docMk/>
            <pc:sldMk cId="0" sldId="481"/>
            <ac:picMk id="13316" creationId="{F1356A01-9BF6-49B9-F60A-95F588C94DBD}"/>
          </ac:picMkLst>
        </pc:picChg>
      </pc:sldChg>
      <pc:sldChg chg="delSp add del modTransition">
        <pc:chgData name="shahjad israil" userId="765442391d65c39a" providerId="LiveId" clId="{AD403976-A7C0-4C75-AA9D-6F93FECD3E33}" dt="2026-01-11T14:37:05.897" v="477" actId="478"/>
        <pc:sldMkLst>
          <pc:docMk/>
          <pc:sldMk cId="0" sldId="482"/>
        </pc:sldMkLst>
        <pc:picChg chg="del">
          <ac:chgData name="shahjad israil" userId="765442391d65c39a" providerId="LiveId" clId="{AD403976-A7C0-4C75-AA9D-6F93FECD3E33}" dt="2026-01-11T14:37:05.897" v="477" actId="478"/>
          <ac:picMkLst>
            <pc:docMk/>
            <pc:sldMk cId="0" sldId="482"/>
            <ac:picMk id="17415" creationId="{5AF2ADA5-5463-1030-3835-C74A0BF0854C}"/>
          </ac:picMkLst>
        </pc:picChg>
      </pc:sldChg>
      <pc:sldChg chg="delSp add del mod modTransition">
        <pc:chgData name="shahjad israil" userId="765442391d65c39a" providerId="LiveId" clId="{AD403976-A7C0-4C75-AA9D-6F93FECD3E33}" dt="2026-01-11T14:37:00.169" v="476" actId="478"/>
        <pc:sldMkLst>
          <pc:docMk/>
          <pc:sldMk cId="0" sldId="484"/>
        </pc:sldMkLst>
        <pc:spChg chg="del">
          <ac:chgData name="shahjad israil" userId="765442391d65c39a" providerId="LiveId" clId="{AD403976-A7C0-4C75-AA9D-6F93FECD3E33}" dt="2026-01-11T14:37:00.169" v="476" actId="478"/>
          <ac:spMkLst>
            <pc:docMk/>
            <pc:sldMk cId="0" sldId="484"/>
            <ac:spMk id="7171" creationId="{89172DDA-3090-4A96-3789-656F6D80D6BC}"/>
          </ac:spMkLst>
        </pc:spChg>
        <pc:picChg chg="del">
          <ac:chgData name="shahjad israil" userId="765442391d65c39a" providerId="LiveId" clId="{AD403976-A7C0-4C75-AA9D-6F93FECD3E33}" dt="2026-01-11T14:36:56.390" v="475" actId="478"/>
          <ac:picMkLst>
            <pc:docMk/>
            <pc:sldMk cId="0" sldId="484"/>
            <ac:picMk id="15364" creationId="{FC581CDE-2975-0737-E854-3B4160D4D814}"/>
          </ac:picMkLst>
        </pc:picChg>
      </pc:sldChg>
      <pc:sldChg chg="delSp add del modTransition">
        <pc:chgData name="shahjad israil" userId="765442391d65c39a" providerId="LiveId" clId="{AD403976-A7C0-4C75-AA9D-6F93FECD3E33}" dt="2026-01-11T14:38:05.859" v="490" actId="478"/>
        <pc:sldMkLst>
          <pc:docMk/>
          <pc:sldMk cId="0" sldId="485"/>
        </pc:sldMkLst>
        <pc:picChg chg="del">
          <ac:chgData name="shahjad israil" userId="765442391d65c39a" providerId="LiveId" clId="{AD403976-A7C0-4C75-AA9D-6F93FECD3E33}" dt="2026-01-11T14:38:05.859" v="490" actId="478"/>
          <ac:picMkLst>
            <pc:docMk/>
            <pc:sldMk cId="0" sldId="485"/>
            <ac:picMk id="30776" creationId="{236285AA-981A-ADDC-5CEB-F2655313C70E}"/>
          </ac:picMkLst>
        </pc:picChg>
      </pc:sldChg>
      <pc:sldChg chg="delSp add del mod modTransition">
        <pc:chgData name="shahjad israil" userId="765442391d65c39a" providerId="LiveId" clId="{AD403976-A7C0-4C75-AA9D-6F93FECD3E33}" dt="2026-01-11T14:38:01.707" v="489" actId="478"/>
        <pc:sldMkLst>
          <pc:docMk/>
          <pc:sldMk cId="0" sldId="486"/>
        </pc:sldMkLst>
        <pc:spChg chg="del">
          <ac:chgData name="shahjad israil" userId="765442391d65c39a" providerId="LiveId" clId="{AD403976-A7C0-4C75-AA9D-6F93FECD3E33}" dt="2026-01-11T14:38:01.707" v="489" actId="478"/>
          <ac:spMkLst>
            <pc:docMk/>
            <pc:sldMk cId="0" sldId="486"/>
            <ac:spMk id="10243" creationId="{1679B1CB-1903-17D1-CB3C-3968A822F4E4}"/>
          </ac:spMkLst>
        </pc:spChg>
        <pc:picChg chg="del">
          <ac:chgData name="shahjad israil" userId="765442391d65c39a" providerId="LiveId" clId="{AD403976-A7C0-4C75-AA9D-6F93FECD3E33}" dt="2026-01-11T14:37:57.724" v="488" actId="478"/>
          <ac:picMkLst>
            <pc:docMk/>
            <pc:sldMk cId="0" sldId="486"/>
            <ac:picMk id="28676" creationId="{6E7F4BE0-5470-CB4C-18AE-8E12AAE4CF36}"/>
          </ac:picMkLst>
        </pc:picChg>
      </pc:sldChg>
      <pc:sldChg chg="delSp add del mod modTransition">
        <pc:chgData name="shahjad israil" userId="765442391d65c39a" providerId="LiveId" clId="{AD403976-A7C0-4C75-AA9D-6F93FECD3E33}" dt="2026-01-11T14:37:22.857" v="481" actId="478"/>
        <pc:sldMkLst>
          <pc:docMk/>
          <pc:sldMk cId="0" sldId="487"/>
        </pc:sldMkLst>
        <pc:spChg chg="del">
          <ac:chgData name="shahjad israil" userId="765442391d65c39a" providerId="LiveId" clId="{AD403976-A7C0-4C75-AA9D-6F93FECD3E33}" dt="2026-01-11T14:37:22.857" v="481" actId="478"/>
          <ac:spMkLst>
            <pc:docMk/>
            <pc:sldMk cId="0" sldId="487"/>
            <ac:spMk id="11267" creationId="{055141A2-72A0-16EE-7FE4-178DCDAFC711}"/>
          </ac:spMkLst>
        </pc:spChg>
        <pc:picChg chg="del">
          <ac:chgData name="shahjad israil" userId="765442391d65c39a" providerId="LiveId" clId="{AD403976-A7C0-4C75-AA9D-6F93FECD3E33}" dt="2026-01-11T14:37:19.952" v="480" actId="478"/>
          <ac:picMkLst>
            <pc:docMk/>
            <pc:sldMk cId="0" sldId="487"/>
            <ac:picMk id="20484" creationId="{1CFDC452-711A-88FC-44C9-EF145B754397}"/>
          </ac:picMkLst>
        </pc:picChg>
      </pc:sldChg>
      <pc:sldChg chg="delSp modSp add del mod modTransition">
        <pc:chgData name="shahjad israil" userId="765442391d65c39a" providerId="LiveId" clId="{AD403976-A7C0-4C75-AA9D-6F93FECD3E33}" dt="2026-01-11T14:38:44.383" v="494" actId="478"/>
        <pc:sldMkLst>
          <pc:docMk/>
          <pc:sldMk cId="0" sldId="491"/>
        </pc:sldMkLst>
        <pc:spChg chg="del">
          <ac:chgData name="shahjad israil" userId="765442391d65c39a" providerId="LiveId" clId="{AD403976-A7C0-4C75-AA9D-6F93FECD3E33}" dt="2026-01-11T14:38:44.383" v="494" actId="478"/>
          <ac:spMkLst>
            <pc:docMk/>
            <pc:sldMk cId="0" sldId="491"/>
            <ac:spMk id="3075" creationId="{EFF11541-18B8-ECA1-DCE9-44850120B2CF}"/>
          </ac:spMkLst>
        </pc:spChg>
        <pc:spChg chg="mod">
          <ac:chgData name="shahjad israil" userId="765442391d65c39a" providerId="LiveId" clId="{AD403976-A7C0-4C75-AA9D-6F93FECD3E33}" dt="2026-01-11T14:32:09.033" v="429" actId="27636"/>
          <ac:spMkLst>
            <pc:docMk/>
            <pc:sldMk cId="0" sldId="491"/>
            <ac:spMk id="17413" creationId="{3DAF7517-9239-7F94-74E2-2D78A34EFF96}"/>
          </ac:spMkLst>
        </pc:spChg>
        <pc:picChg chg="del">
          <ac:chgData name="shahjad israil" userId="765442391d65c39a" providerId="LiveId" clId="{AD403976-A7C0-4C75-AA9D-6F93FECD3E33}" dt="2026-01-11T14:38:17.486" v="491" actId="478"/>
          <ac:picMkLst>
            <pc:docMk/>
            <pc:sldMk cId="0" sldId="491"/>
            <ac:picMk id="31748" creationId="{37DCE3A7-DF67-5222-163E-1612C7A2553C}"/>
          </ac:picMkLst>
        </pc:picChg>
      </pc:sldChg>
      <pc:sldChg chg="add del modTransition">
        <pc:chgData name="shahjad israil" userId="765442391d65c39a" providerId="LiveId" clId="{AD403976-A7C0-4C75-AA9D-6F93FECD3E33}" dt="2026-01-11T14:39:40.107" v="501" actId="2696"/>
        <pc:sldMkLst>
          <pc:docMk/>
          <pc:sldMk cId="0" sldId="492"/>
        </pc:sldMkLst>
      </pc:sldChg>
      <pc:sldChg chg="modSp add del mod modTransition">
        <pc:chgData name="shahjad israil" userId="765442391d65c39a" providerId="LiveId" clId="{AD403976-A7C0-4C75-AA9D-6F93FECD3E33}" dt="2026-01-11T14:40:03.710" v="505" actId="2696"/>
        <pc:sldMkLst>
          <pc:docMk/>
          <pc:sldMk cId="0" sldId="494"/>
        </pc:sldMkLst>
        <pc:spChg chg="mod">
          <ac:chgData name="shahjad israil" userId="765442391d65c39a" providerId="LiveId" clId="{AD403976-A7C0-4C75-AA9D-6F93FECD3E33}" dt="2026-01-11T14:32:09.085" v="434" actId="27636"/>
          <ac:spMkLst>
            <pc:docMk/>
            <pc:sldMk cId="0" sldId="494"/>
            <ac:spMk id="52226" creationId="{2E0070A3-BEA1-ABB1-6D8D-F7019C15666D}"/>
          </ac:spMkLst>
        </pc:spChg>
      </pc:sldChg>
      <pc:sldChg chg="delSp modSp add del mod modTransition">
        <pc:chgData name="shahjad israil" userId="765442391d65c39a" providerId="LiveId" clId="{AD403976-A7C0-4C75-AA9D-6F93FECD3E33}" dt="2026-01-11T14:38:49.488" v="495" actId="478"/>
        <pc:sldMkLst>
          <pc:docMk/>
          <pc:sldMk cId="0" sldId="495"/>
        </pc:sldMkLst>
        <pc:spChg chg="mod">
          <ac:chgData name="shahjad israil" userId="765442391d65c39a" providerId="LiveId" clId="{AD403976-A7C0-4C75-AA9D-6F93FECD3E33}" dt="2026-01-11T14:32:09.041" v="430" actId="27636"/>
          <ac:spMkLst>
            <pc:docMk/>
            <pc:sldMk cId="0" sldId="495"/>
            <ac:spMk id="6" creationId="{174244E3-AD5B-BECA-331E-B4EE0CE1FAC6}"/>
          </ac:spMkLst>
        </pc:spChg>
        <pc:spChg chg="del">
          <ac:chgData name="shahjad israil" userId="765442391d65c39a" providerId="LiveId" clId="{AD403976-A7C0-4C75-AA9D-6F93FECD3E33}" dt="2026-01-11T14:38:49.488" v="495" actId="478"/>
          <ac:spMkLst>
            <pc:docMk/>
            <pc:sldMk cId="0" sldId="495"/>
            <ac:spMk id="3075" creationId="{D32B9D0F-9C1C-0663-B550-1580324AC00E}"/>
          </ac:spMkLst>
        </pc:spChg>
        <pc:picChg chg="del">
          <ac:chgData name="shahjad israil" userId="765442391d65c39a" providerId="LiveId" clId="{AD403976-A7C0-4C75-AA9D-6F93FECD3E33}" dt="2026-01-11T14:38:30.535" v="492" actId="478"/>
          <ac:picMkLst>
            <pc:docMk/>
            <pc:sldMk cId="0" sldId="495"/>
            <ac:picMk id="33796" creationId="{B8AAD2BF-E150-D347-7C17-FB178B13B68E}"/>
          </ac:picMkLst>
        </pc:picChg>
      </pc:sldChg>
      <pc:sldChg chg="delSp modSp add del mod modTransition">
        <pc:chgData name="shahjad israil" userId="765442391d65c39a" providerId="LiveId" clId="{AD403976-A7C0-4C75-AA9D-6F93FECD3E33}" dt="2026-01-11T14:38:58.620" v="496" actId="478"/>
        <pc:sldMkLst>
          <pc:docMk/>
          <pc:sldMk cId="0" sldId="496"/>
        </pc:sldMkLst>
        <pc:spChg chg="mod">
          <ac:chgData name="shahjad israil" userId="765442391d65c39a" providerId="LiveId" clId="{AD403976-A7C0-4C75-AA9D-6F93FECD3E33}" dt="2026-01-11T14:32:09.047" v="431" actId="27636"/>
          <ac:spMkLst>
            <pc:docMk/>
            <pc:sldMk cId="0" sldId="496"/>
            <ac:spMk id="6" creationId="{13D106B4-1263-325E-0734-41ADABD1ADEB}"/>
          </ac:spMkLst>
        </pc:spChg>
        <pc:spChg chg="del">
          <ac:chgData name="shahjad israil" userId="765442391d65c39a" providerId="LiveId" clId="{AD403976-A7C0-4C75-AA9D-6F93FECD3E33}" dt="2026-01-11T14:38:58.620" v="496" actId="478"/>
          <ac:spMkLst>
            <pc:docMk/>
            <pc:sldMk cId="0" sldId="496"/>
            <ac:spMk id="3075" creationId="{2F8B2A21-0ED0-2D21-7D93-AE873CEE4CE2}"/>
          </ac:spMkLst>
        </pc:spChg>
        <pc:picChg chg="del">
          <ac:chgData name="shahjad israil" userId="765442391d65c39a" providerId="LiveId" clId="{AD403976-A7C0-4C75-AA9D-6F93FECD3E33}" dt="2026-01-11T14:38:36.679" v="493" actId="478"/>
          <ac:picMkLst>
            <pc:docMk/>
            <pc:sldMk cId="0" sldId="496"/>
            <ac:picMk id="35844" creationId="{84F23FD3-6481-6324-93A9-33A981A90358}"/>
          </ac:picMkLst>
        </pc:picChg>
      </pc:sldChg>
      <pc:sldChg chg="addSp modSp mod">
        <pc:chgData name="shahjad israil" userId="765442391d65c39a" providerId="LiveId" clId="{AD403976-A7C0-4C75-AA9D-6F93FECD3E33}" dt="2026-01-10T08:44:36.987" v="405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5:47:02.658" v="226" actId="1076"/>
          <ac:spMkLst>
            <pc:docMk/>
            <pc:sldMk cId="4142536426" sldId="497"/>
            <ac:spMk id="3" creationId="{E08363FF-B512-EB99-6E49-419D109AA219}"/>
          </ac:spMkLst>
        </pc:spChg>
        <pc:spChg chg="add mod">
          <ac:chgData name="shahjad israil" userId="765442391d65c39a" providerId="LiveId" clId="{AD403976-A7C0-4C75-AA9D-6F93FECD3E33}" dt="2026-01-10T08:44:36.987" v="405"/>
          <ac:spMkLst>
            <pc:docMk/>
            <pc:sldMk cId="4142536426" sldId="497"/>
            <ac:spMk id="6" creationId="{0D1FD445-F368-0DE6-8C6C-2E2BE335879E}"/>
          </ac:spMkLst>
        </pc:spChg>
        <pc:spChg chg="mod">
          <ac:chgData name="shahjad israil" userId="765442391d65c39a" providerId="LiveId" clId="{AD403976-A7C0-4C75-AA9D-6F93FECD3E33}" dt="2025-12-18T10:29:05.837" v="5" actId="1076"/>
          <ac:spMkLst>
            <pc:docMk/>
            <pc:sldMk cId="4142536426" sldId="497"/>
            <ac:spMk id="7" creationId="{0A7DA37A-11B2-EE8B-F6D4-23A07A6F9262}"/>
          </ac:spMkLst>
        </pc:spChg>
        <pc:spChg chg="mod">
          <ac:chgData name="shahjad israil" userId="765442391d65c39a" providerId="LiveId" clId="{AD403976-A7C0-4C75-AA9D-6F93FECD3E33}" dt="2025-12-18T10:29:02.048" v="4" actId="1076"/>
          <ac:spMkLst>
            <pc:docMk/>
            <pc:sldMk cId="4142536426" sldId="497"/>
            <ac:spMk id="8" creationId="{68F7CDE4-C1B5-EA85-23FB-C515D9544028}"/>
          </ac:spMkLst>
        </pc:spChg>
      </pc:sldChg>
      <pc:sldChg chg="add del modTransition">
        <pc:chgData name="shahjad israil" userId="765442391d65c39a" providerId="LiveId" clId="{AD403976-A7C0-4C75-AA9D-6F93FECD3E33}" dt="2026-01-11T14:40:09.283" v="506" actId="2696"/>
        <pc:sldMkLst>
          <pc:docMk/>
          <pc:sldMk cId="0" sldId="498"/>
        </pc:sldMkLst>
      </pc:sldChg>
      <pc:sldChg chg="delSp modSp add del mod modTransition">
        <pc:chgData name="shahjad israil" userId="765442391d65c39a" providerId="LiveId" clId="{AD403976-A7C0-4C75-AA9D-6F93FECD3E33}" dt="2026-01-11T14:43:00.369" v="518" actId="478"/>
        <pc:sldMkLst>
          <pc:docMk/>
          <pc:sldMk cId="0" sldId="499"/>
        </pc:sldMkLst>
        <pc:spChg chg="mod">
          <ac:chgData name="shahjad israil" userId="765442391d65c39a" providerId="LiveId" clId="{AD403976-A7C0-4C75-AA9D-6F93FECD3E33}" dt="2026-01-11T14:32:09.060" v="432" actId="27636"/>
          <ac:spMkLst>
            <pc:docMk/>
            <pc:sldMk cId="0" sldId="499"/>
            <ac:spMk id="6" creationId="{91F2296D-2591-5922-27CC-3867A8A72A9D}"/>
          </ac:spMkLst>
        </pc:spChg>
        <pc:spChg chg="del">
          <ac:chgData name="shahjad israil" userId="765442391d65c39a" providerId="LiveId" clId="{AD403976-A7C0-4C75-AA9D-6F93FECD3E33}" dt="2026-01-11T14:43:00.369" v="518" actId="478"/>
          <ac:spMkLst>
            <pc:docMk/>
            <pc:sldMk cId="0" sldId="499"/>
            <ac:spMk id="3075" creationId="{B65AC819-05F9-3917-79BA-DE0EF41D92A0}"/>
          </ac:spMkLst>
        </pc:spChg>
        <pc:picChg chg="del">
          <ac:chgData name="shahjad israil" userId="765442391d65c39a" providerId="LiveId" clId="{AD403976-A7C0-4C75-AA9D-6F93FECD3E33}" dt="2026-01-11T14:39:23.840" v="498" actId="478"/>
          <ac:picMkLst>
            <pc:docMk/>
            <pc:sldMk cId="0" sldId="499"/>
            <ac:picMk id="39940" creationId="{3D5CED1F-AB02-1C24-5541-D86B030DF992}"/>
          </ac:picMkLst>
        </pc:picChg>
      </pc:sldChg>
      <pc:sldChg chg="modSp add del mod modTransition">
        <pc:chgData name="shahjad israil" userId="765442391d65c39a" providerId="LiveId" clId="{AD403976-A7C0-4C75-AA9D-6F93FECD3E33}" dt="2026-01-11T14:39:43.494" v="502" actId="2696"/>
        <pc:sldMkLst>
          <pc:docMk/>
          <pc:sldMk cId="0" sldId="501"/>
        </pc:sldMkLst>
        <pc:spChg chg="mod">
          <ac:chgData name="shahjad israil" userId="765442391d65c39a" providerId="LiveId" clId="{AD403976-A7C0-4C75-AA9D-6F93FECD3E33}" dt="2026-01-11T14:32:09.076" v="433" actId="27636"/>
          <ac:spMkLst>
            <pc:docMk/>
            <pc:sldMk cId="0" sldId="501"/>
            <ac:spMk id="7" creationId="{48506B86-D509-7B76-A5DD-FEC24397D62A}"/>
          </ac:spMkLst>
        </pc:spChg>
      </pc:sldChg>
      <pc:sldChg chg="add del modTransition">
        <pc:chgData name="shahjad israil" userId="765442391d65c39a" providerId="LiveId" clId="{AD403976-A7C0-4C75-AA9D-6F93FECD3E33}" dt="2026-01-11T14:39:46.973" v="503" actId="2696"/>
        <pc:sldMkLst>
          <pc:docMk/>
          <pc:sldMk cId="0" sldId="502"/>
        </pc:sldMkLst>
      </pc:sldChg>
      <pc:sldChg chg="add del modTransition">
        <pc:chgData name="shahjad israil" userId="765442391d65c39a" providerId="LiveId" clId="{AD403976-A7C0-4C75-AA9D-6F93FECD3E33}" dt="2026-01-11T14:40:18.707" v="507" actId="2696"/>
        <pc:sldMkLst>
          <pc:docMk/>
          <pc:sldMk cId="0" sldId="503"/>
        </pc:sldMkLst>
      </pc:sldChg>
      <pc:sldChg chg="add del modTransition">
        <pc:chgData name="shahjad israil" userId="765442391d65c39a" providerId="LiveId" clId="{AD403976-A7C0-4C75-AA9D-6F93FECD3E33}" dt="2026-01-11T14:39:58.659" v="504" actId="2696"/>
        <pc:sldMkLst>
          <pc:docMk/>
          <pc:sldMk cId="0" sldId="504"/>
        </pc:sldMkLst>
      </pc:sldChg>
      <pc:sldChg chg="delSp add del mod modTransition">
        <pc:chgData name="shahjad israil" userId="765442391d65c39a" providerId="LiveId" clId="{AD403976-A7C0-4C75-AA9D-6F93FECD3E33}" dt="2026-01-11T14:37:31.502" v="483" actId="478"/>
        <pc:sldMkLst>
          <pc:docMk/>
          <pc:sldMk cId="0" sldId="505"/>
        </pc:sldMkLst>
        <pc:spChg chg="del">
          <ac:chgData name="shahjad israil" userId="765442391d65c39a" providerId="LiveId" clId="{AD403976-A7C0-4C75-AA9D-6F93FECD3E33}" dt="2026-01-11T14:37:31.502" v="483" actId="478"/>
          <ac:spMkLst>
            <pc:docMk/>
            <pc:sldMk cId="0" sldId="505"/>
            <ac:spMk id="11267" creationId="{82F88145-9B9D-7F51-8140-AEF7CD1A9843}"/>
          </ac:spMkLst>
        </pc:spChg>
        <pc:picChg chg="del">
          <ac:chgData name="shahjad israil" userId="765442391d65c39a" providerId="LiveId" clId="{AD403976-A7C0-4C75-AA9D-6F93FECD3E33}" dt="2026-01-11T14:37:27.279" v="482" actId="478"/>
          <ac:picMkLst>
            <pc:docMk/>
            <pc:sldMk cId="0" sldId="505"/>
            <ac:picMk id="22532" creationId="{E9B0D3D4-54DD-9C6F-5862-6052E35C9B79}"/>
          </ac:picMkLst>
        </pc:picChg>
      </pc:sldChg>
      <pc:sldChg chg="delSp add del mod modTransition">
        <pc:chgData name="shahjad israil" userId="765442391d65c39a" providerId="LiveId" clId="{AD403976-A7C0-4C75-AA9D-6F93FECD3E33}" dt="2026-01-11T14:37:47.287" v="487" actId="478"/>
        <pc:sldMkLst>
          <pc:docMk/>
          <pc:sldMk cId="0" sldId="506"/>
        </pc:sldMkLst>
        <pc:spChg chg="del">
          <ac:chgData name="shahjad israil" userId="765442391d65c39a" providerId="LiveId" clId="{AD403976-A7C0-4C75-AA9D-6F93FECD3E33}" dt="2026-01-11T14:37:47.287" v="487" actId="478"/>
          <ac:spMkLst>
            <pc:docMk/>
            <pc:sldMk cId="0" sldId="506"/>
            <ac:spMk id="13315" creationId="{470CFB50-8CC6-4CFD-9302-23C30721E1FF}"/>
          </ac:spMkLst>
        </pc:spChg>
        <pc:picChg chg="del">
          <ac:chgData name="shahjad israil" userId="765442391d65c39a" providerId="LiveId" clId="{AD403976-A7C0-4C75-AA9D-6F93FECD3E33}" dt="2026-01-11T14:37:44.050" v="486" actId="478"/>
          <ac:picMkLst>
            <pc:docMk/>
            <pc:sldMk cId="0" sldId="506"/>
            <ac:picMk id="26628" creationId="{137AD6EA-93C9-8440-BD66-3934D60357D7}"/>
          </ac:picMkLst>
        </pc:picChg>
      </pc:sldChg>
      <pc:sldChg chg="addSp delSp modSp add mod">
        <pc:chgData name="shahjad israil" userId="765442391d65c39a" providerId="LiveId" clId="{AD403976-A7C0-4C75-AA9D-6F93FECD3E33}" dt="2026-01-10T08:45:38.666" v="417" actId="1076"/>
        <pc:sldMkLst>
          <pc:docMk/>
          <pc:sldMk cId="1654840783" sldId="740"/>
        </pc:sldMkLst>
        <pc:spChg chg="del">
          <ac:chgData name="shahjad israil" userId="765442391d65c39a" providerId="LiveId" clId="{AD403976-A7C0-4C75-AA9D-6F93FECD3E33}" dt="2026-01-10T08:45:02.419" v="412" actId="478"/>
          <ac:spMkLst>
            <pc:docMk/>
            <pc:sldMk cId="1654840783" sldId="740"/>
            <ac:spMk id="2" creationId="{7FEE1B99-B51C-4A5A-108B-8445DFED19F8}"/>
          </ac:spMkLst>
        </pc:spChg>
        <pc:spChg chg="add mod">
          <ac:chgData name="shahjad israil" userId="765442391d65c39a" providerId="LiveId" clId="{AD403976-A7C0-4C75-AA9D-6F93FECD3E33}" dt="2026-01-10T08:44:41.418" v="407"/>
          <ac:spMkLst>
            <pc:docMk/>
            <pc:sldMk cId="1654840783" sldId="740"/>
            <ac:spMk id="3" creationId="{0D1FD445-F368-0DE6-8C6C-2E2BE335879E}"/>
          </ac:spMkLst>
        </pc:spChg>
        <pc:spChg chg="add mod">
          <ac:chgData name="shahjad israil" userId="765442391d65c39a" providerId="LiveId" clId="{AD403976-A7C0-4C75-AA9D-6F93FECD3E33}" dt="2026-01-10T08:45:38.666" v="417" actId="1076"/>
          <ac:spMkLst>
            <pc:docMk/>
            <pc:sldMk cId="1654840783" sldId="740"/>
            <ac:spMk id="11" creationId="{18747DB4-183B-FCF9-F4CF-F83D46BB753D}"/>
          </ac:spMkLst>
        </pc:spChg>
        <pc:spChg chg="del mod">
          <ac:chgData name="shahjad israil" userId="765442391d65c39a" providerId="LiveId" clId="{AD403976-A7C0-4C75-AA9D-6F93FECD3E33}" dt="2026-01-10T08:44:33.526" v="403"/>
          <ac:spMkLst>
            <pc:docMk/>
            <pc:sldMk cId="1654840783" sldId="740"/>
            <ac:spMk id="14" creationId="{92AE72C7-3EC7-6CA2-6B7A-44ECBA7BE1F1}"/>
          </ac:spMkLst>
        </pc:spChg>
      </pc:sldChg>
      <pc:sldChg chg="del">
        <pc:chgData name="shahjad israil" userId="765442391d65c39a" providerId="LiveId" clId="{AD403976-A7C0-4C75-AA9D-6F93FECD3E33}" dt="2026-01-11T14:41:32.616" v="511" actId="47"/>
        <pc:sldMkLst>
          <pc:docMk/>
          <pc:sldMk cId="2503617622" sldId="745"/>
        </pc:sldMkLst>
      </pc:sldChg>
      <pc:sldChg chg="del">
        <pc:chgData name="shahjad israil" userId="765442391d65c39a" providerId="LiveId" clId="{AD403976-A7C0-4C75-AA9D-6F93FECD3E33}" dt="2026-01-11T14:41:32.616" v="511" actId="47"/>
        <pc:sldMkLst>
          <pc:docMk/>
          <pc:sldMk cId="258013328" sldId="947"/>
        </pc:sldMkLst>
      </pc:sldChg>
      <pc:sldChg chg="del">
        <pc:chgData name="shahjad israil" userId="765442391d65c39a" providerId="LiveId" clId="{AD403976-A7C0-4C75-AA9D-6F93FECD3E33}" dt="2026-01-10T05:51:47.192" v="227" actId="2696"/>
        <pc:sldMkLst>
          <pc:docMk/>
          <pc:sldMk cId="1448168405" sldId="1032"/>
        </pc:sldMkLst>
      </pc:sldChg>
      <pc:sldChg chg="del">
        <pc:chgData name="shahjad israil" userId="765442391d65c39a" providerId="LiveId" clId="{AD403976-A7C0-4C75-AA9D-6F93FECD3E33}" dt="2026-01-10T05:51:50.037" v="228" actId="2696"/>
        <pc:sldMkLst>
          <pc:docMk/>
          <pc:sldMk cId="1565002441" sldId="1033"/>
        </pc:sldMkLst>
      </pc:sldChg>
      <pc:sldChg chg="modSp del mod">
        <pc:chgData name="shahjad israil" userId="765442391d65c39a" providerId="LiveId" clId="{AD403976-A7C0-4C75-AA9D-6F93FECD3E33}" dt="2026-01-11T14:40:28.877" v="509" actId="2696"/>
        <pc:sldMkLst>
          <pc:docMk/>
          <pc:sldMk cId="2048589607" sldId="1034"/>
        </pc:sldMkLst>
        <pc:spChg chg="mod">
          <ac:chgData name="shahjad israil" userId="765442391d65c39a" providerId="LiveId" clId="{AD403976-A7C0-4C75-AA9D-6F93FECD3E33}" dt="2026-01-10T05:53:21.693" v="249" actId="1076"/>
          <ac:spMkLst>
            <pc:docMk/>
            <pc:sldMk cId="2048589607" sldId="1034"/>
            <ac:spMk id="11" creationId="{7FEE1B99-B51C-4A5A-108B-8445DFED19F8}"/>
          </ac:spMkLst>
        </pc:spChg>
      </pc:sldChg>
      <pc:sldChg chg="del">
        <pc:chgData name="shahjad israil" userId="765442391d65c39a" providerId="LiveId" clId="{AD403976-A7C0-4C75-AA9D-6F93FECD3E33}" dt="2026-01-10T05:53:32.917" v="250" actId="2696"/>
        <pc:sldMkLst>
          <pc:docMk/>
          <pc:sldMk cId="3858130489" sldId="1035"/>
        </pc:sldMkLst>
      </pc:sldChg>
      <pc:sldChg chg="del">
        <pc:chgData name="shahjad israil" userId="765442391d65c39a" providerId="LiveId" clId="{AD403976-A7C0-4C75-AA9D-6F93FECD3E33}" dt="2026-01-10T05:53:37.236" v="251" actId="2696"/>
        <pc:sldMkLst>
          <pc:docMk/>
          <pc:sldMk cId="2760804529" sldId="1036"/>
        </pc:sldMkLst>
      </pc:sldChg>
      <pc:sldChg chg="modSp del mod">
        <pc:chgData name="shahjad israil" userId="765442391d65c39a" providerId="LiveId" clId="{AD403976-A7C0-4C75-AA9D-6F93FECD3E33}" dt="2026-01-11T14:40:54.524" v="510" actId="2696"/>
        <pc:sldMkLst>
          <pc:docMk/>
          <pc:sldMk cId="2160223815" sldId="1037"/>
        </pc:sldMkLst>
        <pc:spChg chg="mod">
          <ac:chgData name="shahjad israil" userId="765442391d65c39a" providerId="LiveId" clId="{AD403976-A7C0-4C75-AA9D-6F93FECD3E33}" dt="2026-01-10T05:53:48.260" v="253" actId="1076"/>
          <ac:spMkLst>
            <pc:docMk/>
            <pc:sldMk cId="2160223815" sldId="1037"/>
            <ac:spMk id="14" creationId="{7FEE1B99-B51C-4A5A-108B-8445DFED19F8}"/>
          </ac:spMkLst>
        </pc:spChg>
      </pc:sldChg>
      <pc:sldChg chg="modSp del mod">
        <pc:chgData name="shahjad israil" userId="765442391d65c39a" providerId="LiveId" clId="{AD403976-A7C0-4C75-AA9D-6F93FECD3E33}" dt="2026-01-11T14:40:54.524" v="510" actId="2696"/>
        <pc:sldMkLst>
          <pc:docMk/>
          <pc:sldMk cId="1586169135" sldId="1038"/>
        </pc:sldMkLst>
        <pc:spChg chg="mod">
          <ac:chgData name="shahjad israil" userId="765442391d65c39a" providerId="LiveId" clId="{AD403976-A7C0-4C75-AA9D-6F93FECD3E33}" dt="2026-01-10T05:54:00.270" v="255" actId="1076"/>
          <ac:spMkLst>
            <pc:docMk/>
            <pc:sldMk cId="1586169135" sldId="1038"/>
            <ac:spMk id="12" creationId="{7FEE1B99-B51C-4A5A-108B-8445DFED19F8}"/>
          </ac:spMkLst>
        </pc:spChg>
      </pc:sldChg>
      <pc:sldChg chg="del">
        <pc:chgData name="shahjad israil" userId="765442391d65c39a" providerId="LiveId" clId="{AD403976-A7C0-4C75-AA9D-6F93FECD3E33}" dt="2026-01-10T05:54:23.305" v="256" actId="2696"/>
        <pc:sldMkLst>
          <pc:docMk/>
          <pc:sldMk cId="1379165332" sldId="1039"/>
        </pc:sldMkLst>
      </pc:sldChg>
      <pc:sldChg chg="modSp del mod">
        <pc:chgData name="shahjad israil" userId="765442391d65c39a" providerId="LiveId" clId="{AD403976-A7C0-4C75-AA9D-6F93FECD3E33}" dt="2026-01-11T14:40:54.524" v="510" actId="2696"/>
        <pc:sldMkLst>
          <pc:docMk/>
          <pc:sldMk cId="2931495211" sldId="1040"/>
        </pc:sldMkLst>
        <pc:spChg chg="mod">
          <ac:chgData name="shahjad israil" userId="765442391d65c39a" providerId="LiveId" clId="{AD403976-A7C0-4C75-AA9D-6F93FECD3E33}" dt="2026-01-10T05:55:05.225" v="266" actId="113"/>
          <ac:spMkLst>
            <pc:docMk/>
            <pc:sldMk cId="2931495211" sldId="1040"/>
            <ac:spMk id="6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5:54:28.796" v="257" actId="255"/>
          <ac:spMkLst>
            <pc:docMk/>
            <pc:sldMk cId="2931495211" sldId="1040"/>
            <ac:spMk id="11" creationId="{7FEE1B99-B51C-4A5A-108B-8445DFED19F8}"/>
          </ac:spMkLst>
        </pc:spChg>
      </pc:sldChg>
      <pc:sldChg chg="del">
        <pc:chgData name="shahjad israil" userId="765442391d65c39a" providerId="LiveId" clId="{AD403976-A7C0-4C75-AA9D-6F93FECD3E33}" dt="2026-01-11T14:40:54.524" v="510" actId="2696"/>
        <pc:sldMkLst>
          <pc:docMk/>
          <pc:sldMk cId="344280657" sldId="1041"/>
        </pc:sldMkLst>
      </pc:sldChg>
      <pc:sldChg chg="del">
        <pc:chgData name="shahjad israil" userId="765442391d65c39a" providerId="LiveId" clId="{AD403976-A7C0-4C75-AA9D-6F93FECD3E33}" dt="2026-01-11T14:42:52.959" v="517" actId="2696"/>
        <pc:sldMkLst>
          <pc:docMk/>
          <pc:sldMk cId="2886356462" sldId="1042"/>
        </pc:sldMkLst>
      </pc:sldChg>
      <pc:sldChg chg="del">
        <pc:chgData name="shahjad israil" userId="765442391d65c39a" providerId="LiveId" clId="{AD403976-A7C0-4C75-AA9D-6F93FECD3E33}" dt="2026-01-11T14:42:41.691" v="516" actId="47"/>
        <pc:sldMkLst>
          <pc:docMk/>
          <pc:sldMk cId="2251854412" sldId="1044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343295356" sldId="1045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2464130672" sldId="1045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1780286715" sldId="1046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2204964931" sldId="1046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1378297352" sldId="1047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4059344966" sldId="1047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2416181921" sldId="1048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3503258907" sldId="1048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756175342" sldId="1049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4032426584" sldId="1049"/>
        </pc:sldMkLst>
      </pc:sldChg>
      <pc:sldChg chg="del">
        <pc:chgData name="shahjad israil" userId="765442391d65c39a" providerId="LiveId" clId="{AD403976-A7C0-4C75-AA9D-6F93FECD3E33}" dt="2026-01-10T05:56:08.978" v="267" actId="2696"/>
        <pc:sldMkLst>
          <pc:docMk/>
          <pc:sldMk cId="1496513247" sldId="1050"/>
        </pc:sldMkLst>
      </pc:sldChg>
      <pc:sldChg chg="add del">
        <pc:chgData name="shahjad israil" userId="765442391d65c39a" providerId="LiveId" clId="{AD403976-A7C0-4C75-AA9D-6F93FECD3E33}" dt="2026-01-10T05:56:28.971" v="269"/>
        <pc:sldMkLst>
          <pc:docMk/>
          <pc:sldMk cId="1751732319" sldId="1050"/>
        </pc:sldMkLst>
      </pc:sldChg>
      <pc:sldChg chg="del">
        <pc:chgData name="shahjad israil" userId="765442391d65c39a" providerId="LiveId" clId="{AD403976-A7C0-4C75-AA9D-6F93FECD3E33}" dt="2026-01-11T14:42:41.691" v="516" actId="47"/>
        <pc:sldMkLst>
          <pc:docMk/>
          <pc:sldMk cId="2875904973" sldId="1051"/>
        </pc:sldMkLst>
      </pc:sldChg>
      <pc:sldChg chg="del">
        <pc:chgData name="shahjad israil" userId="765442391d65c39a" providerId="LiveId" clId="{AD403976-A7C0-4C75-AA9D-6F93FECD3E33}" dt="2026-01-11T14:42:41.691" v="516" actId="47"/>
        <pc:sldMkLst>
          <pc:docMk/>
          <pc:sldMk cId="487949589" sldId="1052"/>
        </pc:sldMkLst>
      </pc:sldChg>
      <pc:sldChg chg="del">
        <pc:chgData name="shahjad israil" userId="765442391d65c39a" providerId="LiveId" clId="{AD403976-A7C0-4C75-AA9D-6F93FECD3E33}" dt="2026-01-11T14:41:32.616" v="511" actId="47"/>
        <pc:sldMkLst>
          <pc:docMk/>
          <pc:sldMk cId="3482487614" sldId="1053"/>
        </pc:sldMkLst>
      </pc:sldChg>
      <pc:sldChg chg="del">
        <pc:chgData name="shahjad israil" userId="765442391d65c39a" providerId="LiveId" clId="{AD403976-A7C0-4C75-AA9D-6F93FECD3E33}" dt="2026-01-11T14:41:32.616" v="511" actId="47"/>
        <pc:sldMkLst>
          <pc:docMk/>
          <pc:sldMk cId="3552805617" sldId="1054"/>
        </pc:sldMkLst>
      </pc:sldChg>
      <pc:sldChg chg="del">
        <pc:chgData name="shahjad israil" userId="765442391d65c39a" providerId="LiveId" clId="{AD403976-A7C0-4C75-AA9D-6F93FECD3E33}" dt="2026-01-11T14:41:32.616" v="511" actId="47"/>
        <pc:sldMkLst>
          <pc:docMk/>
          <pc:sldMk cId="2300815336" sldId="1055"/>
        </pc:sldMkLst>
      </pc:sldChg>
      <pc:sldChg chg="delSp modSp add mod">
        <pc:chgData name="shahjad israil" userId="765442391d65c39a" providerId="LiveId" clId="{AD403976-A7C0-4C75-AA9D-6F93FECD3E33}" dt="2026-01-10T05:52:49.281" v="246" actId="1076"/>
        <pc:sldMkLst>
          <pc:docMk/>
          <pc:sldMk cId="3080484038" sldId="1056"/>
        </pc:sldMkLst>
        <pc:spChg chg="mod">
          <ac:chgData name="shahjad israil" userId="765442391d65c39a" providerId="LiveId" clId="{AD403976-A7C0-4C75-AA9D-6F93FECD3E33}" dt="2026-01-10T05:52:38.220" v="239" actId="20577"/>
          <ac:spMkLst>
            <pc:docMk/>
            <pc:sldMk cId="3080484038" sldId="1056"/>
            <ac:spMk id="9" creationId="{CFDF9A6B-9EF7-7524-9332-C01C819BAA4D}"/>
          </ac:spMkLst>
        </pc:spChg>
        <pc:spChg chg="mod">
          <ac:chgData name="shahjad israil" userId="765442391d65c39a" providerId="LiveId" clId="{AD403976-A7C0-4C75-AA9D-6F93FECD3E33}" dt="2026-01-10T05:52:41.900" v="242" actId="20577"/>
          <ac:spMkLst>
            <pc:docMk/>
            <pc:sldMk cId="3080484038" sldId="1056"/>
            <ac:spMk id="11" creationId="{BD60EBBB-180F-487D-C8B4-0C2949835D59}"/>
          </ac:spMkLst>
        </pc:spChg>
        <pc:spChg chg="mod">
          <ac:chgData name="shahjad israil" userId="765442391d65c39a" providerId="LiveId" clId="{AD403976-A7C0-4C75-AA9D-6F93FECD3E33}" dt="2026-01-10T05:52:49.281" v="246" actId="1076"/>
          <ac:spMkLst>
            <pc:docMk/>
            <pc:sldMk cId="3080484038" sldId="1056"/>
            <ac:spMk id="14" creationId="{9BA3BE50-1978-CA71-764A-242D29486E78}"/>
          </ac:spMkLst>
        </pc:spChg>
        <pc:spChg chg="mod">
          <ac:chgData name="shahjad israil" userId="765442391d65c39a" providerId="LiveId" clId="{AD403976-A7C0-4C75-AA9D-6F93FECD3E33}" dt="2025-12-25T14:27:59.483" v="55" actId="20577"/>
          <ac:spMkLst>
            <pc:docMk/>
            <pc:sldMk cId="3080484038" sldId="1056"/>
            <ac:spMk id="16" creationId="{DBF36847-7959-606E-4539-C82A34A13D6B}"/>
          </ac:spMkLst>
        </pc:spChg>
      </pc:sldChg>
      <pc:sldChg chg="addSp delSp modSp add del mod delAnim modAnim">
        <pc:chgData name="shahjad israil" userId="765442391d65c39a" providerId="LiveId" clId="{AD403976-A7C0-4C75-AA9D-6F93FECD3E33}" dt="2026-01-11T14:42:41.691" v="516" actId="47"/>
        <pc:sldMkLst>
          <pc:docMk/>
          <pc:sldMk cId="2327752202" sldId="1057"/>
        </pc:sldMkLst>
        <pc:spChg chg="add mod">
          <ac:chgData name="shahjad israil" userId="765442391d65c39a" providerId="LiveId" clId="{AD403976-A7C0-4C75-AA9D-6F93FECD3E33}" dt="2026-01-10T06:03:55.686" v="397" actId="1076"/>
          <ac:spMkLst>
            <pc:docMk/>
            <pc:sldMk cId="2327752202" sldId="1057"/>
            <ac:spMk id="3" creationId="{4A0F086B-3645-3F20-6174-54FF1724D1F8}"/>
          </ac:spMkLst>
        </pc:spChg>
        <pc:spChg chg="del">
          <ac:chgData name="shahjad israil" userId="765442391d65c39a" providerId="LiveId" clId="{AD403976-A7C0-4C75-AA9D-6F93FECD3E33}" dt="2026-01-10T06:02:28.467" v="362" actId="478"/>
          <ac:spMkLst>
            <pc:docMk/>
            <pc:sldMk cId="2327752202" sldId="1057"/>
            <ac:spMk id="5" creationId="{10D1797A-B505-CCE6-614D-9F0D3D636D45}"/>
          </ac:spMkLst>
        </pc:spChg>
        <pc:spChg chg="del mod">
          <ac:chgData name="shahjad israil" userId="765442391d65c39a" providerId="LiveId" clId="{AD403976-A7C0-4C75-AA9D-6F93FECD3E33}" dt="2026-01-10T06:03:25.124" v="391" actId="478"/>
          <ac:spMkLst>
            <pc:docMk/>
            <pc:sldMk cId="2327752202" sldId="1057"/>
            <ac:spMk id="10" creationId="{C8A29A21-69FC-5E0D-E338-529A75506218}"/>
          </ac:spMkLst>
        </pc:spChg>
        <pc:spChg chg="add del mod">
          <ac:chgData name="shahjad israil" userId="765442391d65c39a" providerId="LiveId" clId="{AD403976-A7C0-4C75-AA9D-6F93FECD3E33}" dt="2026-01-10T06:04:01.914" v="399" actId="478"/>
          <ac:spMkLst>
            <pc:docMk/>
            <pc:sldMk cId="2327752202" sldId="1057"/>
            <ac:spMk id="12" creationId="{761F852B-CB80-2ED1-0F1B-0BBD05D2FD07}"/>
          </ac:spMkLst>
        </pc:spChg>
        <pc:picChg chg="del">
          <ac:chgData name="shahjad israil" userId="765442391d65c39a" providerId="LiveId" clId="{AD403976-A7C0-4C75-AA9D-6F93FECD3E33}" dt="2026-01-10T06:03:59.359" v="398" actId="478"/>
          <ac:picMkLst>
            <pc:docMk/>
            <pc:sldMk cId="2327752202" sldId="1057"/>
            <ac:picMk id="4" creationId="{9AC88990-AD2C-6BDA-E887-DC867FC17AFC}"/>
          </ac:picMkLst>
        </pc:picChg>
        <pc:cxnChg chg="del">
          <ac:chgData name="shahjad israil" userId="765442391d65c39a" providerId="LiveId" clId="{AD403976-A7C0-4C75-AA9D-6F93FECD3E33}" dt="2026-01-10T06:02:30.868" v="363" actId="478"/>
          <ac:cxnSpMkLst>
            <pc:docMk/>
            <pc:sldMk cId="2327752202" sldId="1057"/>
            <ac:cxnSpMk id="7" creationId="{86FCA950-EDE6-9A7A-A5AB-1F4AED13F3FA}"/>
          </ac:cxnSpMkLst>
        </pc:cxnChg>
      </pc:sldChg>
      <pc:sldChg chg="add">
        <pc:chgData name="shahjad israil" userId="765442391d65c39a" providerId="LiveId" clId="{AD403976-A7C0-4C75-AA9D-6F93FECD3E33}" dt="2026-01-10T08:44:28.745" v="400" actId="2890"/>
        <pc:sldMkLst>
          <pc:docMk/>
          <pc:sldMk cId="1999290487" sldId="1058"/>
        </pc:sldMkLst>
      </pc:sldChg>
      <pc:sldChg chg="add del modTransition">
        <pc:chgData name="shahjad israil" userId="765442391d65c39a" providerId="LiveId" clId="{AD403976-A7C0-4C75-AA9D-6F93FECD3E33}" dt="2026-01-11T14:39:13.098" v="497" actId="2696"/>
        <pc:sldMkLst>
          <pc:docMk/>
          <pc:sldMk cId="0" sldId="1059"/>
        </pc:sldMkLst>
      </pc:sldChg>
      <pc:sldMasterChg chg="delSldLayout">
        <pc:chgData name="shahjad israil" userId="765442391d65c39a" providerId="LiveId" clId="{AD403976-A7C0-4C75-AA9D-6F93FECD3E33}" dt="2026-01-11T14:41:59.929" v="512" actId="47"/>
        <pc:sldMasterMkLst>
          <pc:docMk/>
          <pc:sldMasterMk cId="1284265331" sldId="2147483648"/>
        </pc:sldMasterMkLst>
        <pc:sldLayoutChg chg="del">
          <pc:chgData name="shahjad israil" userId="765442391d65c39a" providerId="LiveId" clId="{AD403976-A7C0-4C75-AA9D-6F93FECD3E33}" dt="2026-01-11T14:41:59.929" v="512" actId="47"/>
          <pc:sldLayoutMkLst>
            <pc:docMk/>
            <pc:sldMasterMk cId="1284265331" sldId="2147483648"/>
            <pc:sldLayoutMk cId="516029994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10589-40E6-49F3-9B7A-1D217D042EC4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D84AE-D8BD-42B0-86C4-46A70AA84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93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5148-C33B-9C01-E001-4FED8533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1B44A-FD99-3FF1-D0F2-A99F59FAE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FC6D1-32E1-8F36-345C-D9A55F720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8296-28AD-AAF9-573D-1EC32F081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9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B2C64F5-1600-6172-6BB1-B3EC203193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CFCF378-44F2-0B96-5546-84BD9576CD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F9E3C40-63B8-B186-DB94-A815224762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6C7876-437F-4466-854B-22E88ECB7022}" type="slidenum">
              <a:rPr lang="en-US" altLang="en-US" sz="1200"/>
              <a:pPr>
                <a:spcBef>
                  <a:spcPct val="0"/>
                </a:spcBef>
              </a:pPr>
              <a:t>5</a:t>
            </a:fld>
            <a:endParaRPr lang="en-US" altLang="en-US" sz="1200"/>
          </a:p>
        </p:txBody>
      </p:sp>
      <p:sp>
        <p:nvSpPr>
          <p:cNvPr id="35845" name="Header Placeholder 4">
            <a:extLst>
              <a:ext uri="{FF2B5EF4-FFF2-40B4-BE49-F238E27FC236}">
                <a16:creationId xmlns:a16="http://schemas.microsoft.com/office/drawing/2014/main" id="{C9986A33-C362-098D-9260-1074A5426C2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943A839F-2C6E-7E77-9C86-8EC3DF45D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AAFCC65-21A8-4B09-E81B-7E8FCFF5F3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B1398DF5-8B19-E5F8-73D0-6B44E5671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965403-9329-43E0-97C2-6C0D63228876}" type="slidenum">
              <a:rPr lang="en-US" altLang="en-US" sz="1200"/>
              <a:pPr>
                <a:spcBef>
                  <a:spcPct val="0"/>
                </a:spcBef>
              </a:pPr>
              <a:t>6</a:t>
            </a:fld>
            <a:endParaRPr lang="en-US" altLang="en-US" sz="1200"/>
          </a:p>
        </p:txBody>
      </p:sp>
      <p:sp>
        <p:nvSpPr>
          <p:cNvPr id="35845" name="Header Placeholder 4">
            <a:extLst>
              <a:ext uri="{FF2B5EF4-FFF2-40B4-BE49-F238E27FC236}">
                <a16:creationId xmlns:a16="http://schemas.microsoft.com/office/drawing/2014/main" id="{818FB151-075F-DBBA-D09E-CCBC9EC993D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B8AC50F-AAC9-305A-66F3-F3DC4B52CB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817A4F0-FAFD-99BB-2A26-24F62AC230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A871B3C-5E7A-3652-1BF5-279938429B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91CDF0-51B0-4857-888F-1717C132FB81}" type="slidenum">
              <a:rPr lang="en-US" altLang="en-US" sz="1200"/>
              <a:pPr>
                <a:spcBef>
                  <a:spcPct val="0"/>
                </a:spcBef>
              </a:pPr>
              <a:t>7</a:t>
            </a:fld>
            <a:endParaRPr lang="en-US" altLang="en-US" sz="1200"/>
          </a:p>
        </p:txBody>
      </p:sp>
      <p:sp>
        <p:nvSpPr>
          <p:cNvPr id="36869" name="Header Placeholder 4">
            <a:extLst>
              <a:ext uri="{FF2B5EF4-FFF2-40B4-BE49-F238E27FC236}">
                <a16:creationId xmlns:a16="http://schemas.microsoft.com/office/drawing/2014/main" id="{1C5B2CA0-B5AB-AFDD-0094-DAC59F68001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F12DD02-92F1-F3DA-B032-40CA986032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CDA4652-8678-A695-C7DD-8F9E244C21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E1AF091-4440-0805-0841-F106D9D5C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A0D326-2434-40AE-BBE4-6AC06AE950A4}" type="slidenum">
              <a:rPr lang="en-US" altLang="en-US" sz="1200"/>
              <a:pPr>
                <a:spcBef>
                  <a:spcPct val="0"/>
                </a:spcBef>
              </a:pPr>
              <a:t>8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2590D52D-93CA-585D-1E16-C33BE005CB2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093F7163-32CA-952A-17CA-E5AD68160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8845A5B1-AB77-88CD-7C58-0BF64E6BDF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BAFD9FA1-A416-F0CF-55C3-F5C1DB0D8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FE0765-9443-456F-BE86-4591047BF923}" type="slidenum">
              <a:rPr lang="en-US" altLang="en-US" sz="1200"/>
              <a:pPr>
                <a:spcBef>
                  <a:spcPct val="0"/>
                </a:spcBef>
              </a:pPr>
              <a:t>9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AD451C8D-9B24-6B1F-367C-CF52BEC1FEC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CB9F6DD-0973-5172-7D71-495C781706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9BC8CD00-01EA-78FA-DFC2-23D4E93EEB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6D6E2DB-47E9-6355-3EAA-4B1E9FB1F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D8D4DD-6972-4CDA-BD8E-BD052E6C3FDC}" type="slidenum">
              <a:rPr lang="en-US" altLang="en-US" sz="1200"/>
              <a:pPr>
                <a:spcBef>
                  <a:spcPct val="0"/>
                </a:spcBef>
              </a:pPr>
              <a:t>10</a:t>
            </a:fld>
            <a:endParaRPr lang="en-US" altLang="en-US" sz="1200"/>
          </a:p>
        </p:txBody>
      </p:sp>
      <p:sp>
        <p:nvSpPr>
          <p:cNvPr id="37893" name="Header Placeholder 4">
            <a:extLst>
              <a:ext uri="{FF2B5EF4-FFF2-40B4-BE49-F238E27FC236}">
                <a16:creationId xmlns:a16="http://schemas.microsoft.com/office/drawing/2014/main" id="{97BA9AF3-15C9-3D04-42B5-DD0D20AF04E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4D04C98-7878-A87B-01F1-F5DC84AE1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06DF047-AA61-04DB-4E29-8E98A08A4F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8675B4A-8DAC-BAB9-E4F6-D706FFA5F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F75325-15B6-4D0D-8B91-0436BD8E6A22}" type="slidenum">
              <a:rPr lang="en-US" altLang="en-US" sz="1200"/>
              <a:pPr>
                <a:spcBef>
                  <a:spcPct val="0"/>
                </a:spcBef>
              </a:pPr>
              <a:t>12</a:t>
            </a:fld>
            <a:endParaRPr lang="en-US" altLang="en-US" sz="1200"/>
          </a:p>
        </p:txBody>
      </p:sp>
      <p:sp>
        <p:nvSpPr>
          <p:cNvPr id="38917" name="Header Placeholder 4">
            <a:extLst>
              <a:ext uri="{FF2B5EF4-FFF2-40B4-BE49-F238E27FC236}">
                <a16:creationId xmlns:a16="http://schemas.microsoft.com/office/drawing/2014/main" id="{E0804F14-2711-BAE6-D116-D665AA9A8BB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701B5CA4-8BAD-9568-B249-812F3E81BB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1E3FCF9-BCF7-A774-8AA2-60521DC995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8B49DC1-7E2F-6EEB-F214-4FECEFC3E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929FCE-FDCF-4048-B012-8C68CBAF177E}" type="slidenum">
              <a:rPr lang="en-US" altLang="en-US" sz="1200"/>
              <a:pPr>
                <a:spcBef>
                  <a:spcPct val="0"/>
                </a:spcBef>
              </a:pPr>
              <a:t>13</a:t>
            </a:fld>
            <a:endParaRPr lang="en-US" altLang="en-US" sz="1200"/>
          </a:p>
        </p:txBody>
      </p:sp>
      <p:sp>
        <p:nvSpPr>
          <p:cNvPr id="41989" name="Header Placeholder 4">
            <a:extLst>
              <a:ext uri="{FF2B5EF4-FFF2-40B4-BE49-F238E27FC236}">
                <a16:creationId xmlns:a16="http://schemas.microsoft.com/office/drawing/2014/main" id="{4B1E4738-9285-A37B-AA2B-8DC107D0067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287E36F6-0C26-6524-2046-0B825D570E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DD67D835-F4AC-EEB1-B4E9-F2F78C6E49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76D04BE-2722-FA87-6A39-BDC5BB2ECD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F3CEBA-73F6-4FCB-9D22-8B30C3533A48}" type="slidenum">
              <a:rPr lang="en-US" altLang="en-US" sz="1200"/>
              <a:pPr>
                <a:spcBef>
                  <a:spcPct val="0"/>
                </a:spcBef>
              </a:pPr>
              <a:t>14</a:t>
            </a:fld>
            <a:endParaRPr lang="en-US" altLang="en-US" sz="1200"/>
          </a:p>
        </p:txBody>
      </p:sp>
      <p:sp>
        <p:nvSpPr>
          <p:cNvPr id="41989" name="Header Placeholder 4">
            <a:extLst>
              <a:ext uri="{FF2B5EF4-FFF2-40B4-BE49-F238E27FC236}">
                <a16:creationId xmlns:a16="http://schemas.microsoft.com/office/drawing/2014/main" id="{C0C7C151-D694-4614-1A0B-4B255EF695D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82EF9F92-0CE3-743B-AF2D-5140B61CAC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81F678B4-896C-D1D8-7CF2-0D2FB38AC5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2AA62946-866E-7814-7C76-5C324FC8A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839633-5C7A-4651-97C4-507204173146}" type="slidenum">
              <a:rPr lang="en-US" altLang="en-US" sz="1200"/>
              <a:pPr>
                <a:spcBef>
                  <a:spcPct val="0"/>
                </a:spcBef>
              </a:pPr>
              <a:t>15</a:t>
            </a:fld>
            <a:endParaRPr lang="en-US" altLang="en-US" sz="1200"/>
          </a:p>
        </p:txBody>
      </p:sp>
      <p:sp>
        <p:nvSpPr>
          <p:cNvPr id="39941" name="Header Placeholder 4">
            <a:extLst>
              <a:ext uri="{FF2B5EF4-FFF2-40B4-BE49-F238E27FC236}">
                <a16:creationId xmlns:a16="http://schemas.microsoft.com/office/drawing/2014/main" id="{5D80D84C-81A4-3E94-F4F6-597536958B3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822E262C-E359-2FEA-1CD9-129F113705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C20E6D22-9957-491C-61D5-2815EA474E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72BFF32-1952-B1EB-5AE7-3F4FE9599C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FAADE5-5B07-446A-8553-D27F977B1A17}" type="slidenum">
              <a:rPr lang="en-US" altLang="en-US" sz="1200"/>
              <a:pPr>
                <a:spcBef>
                  <a:spcPct val="0"/>
                </a:spcBef>
              </a:pPr>
              <a:t>16</a:t>
            </a:fld>
            <a:endParaRPr lang="en-US" altLang="en-US" sz="1200"/>
          </a:p>
        </p:txBody>
      </p:sp>
      <p:sp>
        <p:nvSpPr>
          <p:cNvPr id="44037" name="Header Placeholder 4">
            <a:extLst>
              <a:ext uri="{FF2B5EF4-FFF2-40B4-BE49-F238E27FC236}">
                <a16:creationId xmlns:a16="http://schemas.microsoft.com/office/drawing/2014/main" id="{B41E2058-F0A2-2CEB-2D29-4E6F4FBB8566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0D15E83-7C9F-642B-8A12-A86820333F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E668314C-1A72-77D0-45C2-49B86C089C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2528CB2-70DF-B130-C815-4E79D4D29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121E5E-2E9F-4E6C-8B60-61A719372AA1}" type="slidenum">
              <a:rPr lang="en-US" altLang="en-US" sz="1200"/>
              <a:pPr>
                <a:spcBef>
                  <a:spcPct val="0"/>
                </a:spcBef>
              </a:pPr>
              <a:t>17</a:t>
            </a:fld>
            <a:endParaRPr lang="en-US" altLang="en-US" sz="1200"/>
          </a:p>
        </p:txBody>
      </p:sp>
      <p:sp>
        <p:nvSpPr>
          <p:cNvPr id="40965" name="Header Placeholder 4">
            <a:extLst>
              <a:ext uri="{FF2B5EF4-FFF2-40B4-BE49-F238E27FC236}">
                <a16:creationId xmlns:a16="http://schemas.microsoft.com/office/drawing/2014/main" id="{22EB5ADF-D288-47B4-F200-91DDB0D148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E98160C-3E07-4E44-6297-98DB38DB80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0425C4E7-5120-B6AD-3439-FEF1BFEA4D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4BB02F22-1D63-09DB-96A7-110BAB260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8F272E-3842-47A1-86AE-CAD9C8B524B2}" type="slidenum">
              <a:rPr lang="en-US" altLang="en-US" sz="1200"/>
              <a:pPr>
                <a:spcBef>
                  <a:spcPct val="0"/>
                </a:spcBef>
              </a:pPr>
              <a:t>19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A25F98EA-401D-07F5-BC27-293724F24D2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CFE3CB9-0404-2921-CB8B-14A586F4B2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72DFF9EA-0FA2-918C-1161-E965294FE0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A48F33F2-334D-C1FE-DF4A-88A88EB9C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859B10-809A-4422-BB15-AF521EF85B9E}" type="slidenum">
              <a:rPr lang="en-US" altLang="en-US" sz="1200"/>
              <a:pPr>
                <a:spcBef>
                  <a:spcPct val="0"/>
                </a:spcBef>
              </a:pPr>
              <a:t>20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B137C4DD-6695-1B0F-17D9-40F1A06FEA0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902A89B-7DC3-1B79-97CF-0CD716A9D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419C76A0-31BB-62C8-E5DD-997AFC2782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2001695-0BD5-832C-FF3A-BDA518F4D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2F5C3B-293B-4937-A38C-23268788A637}" type="slidenum">
              <a:rPr lang="en-US" altLang="en-US" sz="1200"/>
              <a:pPr>
                <a:spcBef>
                  <a:spcPct val="0"/>
                </a:spcBef>
              </a:pPr>
              <a:t>21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A828437C-771F-C0E6-886B-5A25554E8124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523C9C0-1988-009B-0A89-A938A907D1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07FAB1F0-FAF5-E22D-5DA8-9C0933AE08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D29BA6B1-6383-EA12-2F2D-388B55AB7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5FAFAE-FFA2-4CE1-B4E8-D9D8DF1F1445}" type="slidenum">
              <a:rPr lang="en-US" altLang="en-US" sz="1200"/>
              <a:pPr>
                <a:spcBef>
                  <a:spcPct val="0"/>
                </a:spcBef>
              </a:pPr>
              <a:t>22</a:t>
            </a:fld>
            <a:endParaRPr lang="en-US" altLang="en-US" sz="1200"/>
          </a:p>
        </p:txBody>
      </p:sp>
      <p:sp>
        <p:nvSpPr>
          <p:cNvPr id="34821" name="Header Placeholder 4">
            <a:extLst>
              <a:ext uri="{FF2B5EF4-FFF2-40B4-BE49-F238E27FC236}">
                <a16:creationId xmlns:a16="http://schemas.microsoft.com/office/drawing/2014/main" id="{80F1D1B2-9B05-E344-148F-13084A18585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3AB4-7687-55E7-78C8-56131BA4D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39B04-017E-943D-DB63-5091D6B18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EE22-F780-6D4C-A09D-C27A3F18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7C14C-A9B5-B1CD-54A5-29C8AFF6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2F904-BE21-A2B5-D325-697EEC9C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69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7AAD-2C38-684E-BE7A-7D53986D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253D5-5612-9A99-C8B1-D9006FE1B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4059-EBD1-3989-9E53-8E1E032E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73FA1-9679-7029-8ABC-202AC920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B0D5F-9977-4E4A-D8F8-FD4F328C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9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4672-166A-B4BE-922E-2A01051B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D2CB1-9912-1451-2B59-9284A5A2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AD244-370F-828F-8631-F1284AD2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C0017-758C-F838-A96D-6C8830D4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9145-9016-90C6-90FA-8E57C999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86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AAD4-3031-AC6C-BA92-2806CA02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1FC98-BE24-428F-DA13-4198934C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4320C-1074-01F0-0EBC-9BE62BEDA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C2B4-3116-242C-F549-C82C46AD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09B9D-D824-6CF9-ED49-418D339E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EE573-DEC0-17FF-C890-EE28ABED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1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3CF3-1D80-D19D-7286-46FDE381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83F11-A060-FA4F-FFF8-F661DBC2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9043D-FEC6-E1A6-1681-D300446A8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852C5-0192-28B4-39B0-30390C937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3DA44-104F-C9AD-BD60-682727CA4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2E47E-9CE6-BAF9-DCC2-1A484DD3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C36DF-55E2-9D91-F9E2-21739624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6759D-7DB8-6C4C-0280-116AAFF2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8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C98F-78B4-DFE8-A8B9-C6BF86D4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326DA-EC5B-1E41-A1AF-34FBF4F5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17D78-577D-04B6-7C96-20942F21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112A9-317E-7F04-7FBC-90AEBAA0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64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0E3AD-7872-13A2-974D-BE982103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7D016-84DD-3674-D49D-E47945F1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7CAB8-F0E5-F390-2445-7700A91A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50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03EC-891C-EDB5-3C35-8A95E608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E8D6-5CAD-13CE-825A-E5232980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BDA9C-2CCB-BA09-0250-525D6D9D8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23A0-7ED2-4D44-24D0-4BAAAEB4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93B94-F1E0-5C3E-C39D-443F25B0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C4813-A302-7C09-1FD5-2B9F7131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77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3D7D-D5DC-C5B9-81DF-64908018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C6752-4FFC-A1C9-3B57-C2668F854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0750E-3EAE-F936-1E2E-8E39AA52D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CF44C-C169-C330-1AE8-B96B86AC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57122-18B3-C4B7-B512-E64F33A1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FB9ED-038B-83F8-617C-265A4E1E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04BA-A6F9-CFEE-CBDA-C62A7EE4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8DC07-039E-4439-D852-B61827B2B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1784D-7E07-2C70-2FC8-444CCD88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DC2DB-5F4B-E185-417C-68ED701A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D3A0-520F-959B-BC97-772915E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79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AE7DA-50B2-BD0E-72F2-6B17C025A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A239-EC35-E143-56E9-584460784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4BA2-EDE4-5F98-70E3-8819A7E2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D946B-642C-81E2-A1A5-F85546BC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BCFBD-F3B9-C7BE-A16B-0C677F62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4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FB9F6-36B7-EE35-CD1D-86197106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CC78F-9C08-4F2B-BA94-C50AD3E6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57CF-FDEF-C2AB-1893-860B8A053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0DFDB-51BF-48D6-89D1-B92D6319636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A3082-C68B-6A2E-4694-4D5A121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8883E-73FD-EE13-084C-E90CA0CA4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FE37F-53E8-48EC-BBFB-EA23AFF5A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27384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508" y="1456757"/>
            <a:ext cx="7326944" cy="1572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125"/>
              </a:lnSpc>
            </a:pPr>
            <a:r>
              <a:rPr lang="en-IN" sz="3600" b="1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</a:t>
            </a: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  <a:endParaRPr lang="en-IN" sz="2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776" y="4589933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     School of Engineering &amp; Technology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3526972" y="2953277"/>
            <a:ext cx="6106885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UNIT-1: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Data Structures</a:t>
            </a: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363FF-B512-EB99-6E49-419D109AA219}"/>
              </a:ext>
            </a:extLst>
          </p:cNvPr>
          <p:cNvSpPr txBox="1"/>
          <p:nvPr/>
        </p:nvSpPr>
        <p:spPr>
          <a:xfrm>
            <a:off x="3983380" y="3558412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1504" y="1107777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828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47DB4-183B-FCF9-F4CF-F83D46BB753D}"/>
              </a:ext>
            </a:extLst>
          </p:cNvPr>
          <p:cNvSpPr txBox="1"/>
          <p:nvPr/>
        </p:nvSpPr>
        <p:spPr>
          <a:xfrm>
            <a:off x="2514344" y="2136074"/>
            <a:ext cx="7638256" cy="1828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5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Time Complexities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F8CB-04D1-7D51-8DD4-EC14B639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96BBC5-1B83-B46A-611C-C04387EC9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AE88BB-EDCE-FD74-7623-E49CFFBC3009}"/>
              </a:ext>
            </a:extLst>
          </p:cNvPr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B7DC95A-2486-D612-E9EE-D084B25B2B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351AB-638B-5A0A-59C7-1477BC16918F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A5915-94A0-B01C-8A25-8189AFC9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6B2B8-4F65-3AAF-2A9E-2B27E2B9ED67}"/>
              </a:ext>
            </a:extLst>
          </p:cNvPr>
          <p:cNvSpPr/>
          <p:nvPr/>
        </p:nvSpPr>
        <p:spPr>
          <a:xfrm>
            <a:off x="1631504" y="1107777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B593CA8-529E-57AB-9DAE-417058A30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C7252F-65ED-F3E8-C938-AA0C9FA0CFEC}"/>
              </a:ext>
            </a:extLst>
          </p:cNvPr>
          <p:cNvSpPr txBox="1"/>
          <p:nvPr/>
        </p:nvSpPr>
        <p:spPr>
          <a:xfrm>
            <a:off x="1828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3F9BF4-EAE8-0DF2-023B-2C40C7B5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45D9A-5EF0-8B68-81CC-1D2F4D74E5DF}"/>
              </a:ext>
            </a:extLst>
          </p:cNvPr>
          <p:cNvSpPr txBox="1"/>
          <p:nvPr/>
        </p:nvSpPr>
        <p:spPr>
          <a:xfrm>
            <a:off x="1740028" y="1173140"/>
            <a:ext cx="8642123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evaluates algorithm efficiency by measuring growth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time and space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increasing input size,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machine factors, </a:t>
            </a:r>
          </a:p>
          <a:p>
            <a:pPr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Big-O (worst case),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Big-Ω (best case),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Big-Θ (tight bound) </a:t>
            </a:r>
          </a:p>
          <a:p>
            <a:pPr lvl="3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best, average, and worst behaviors and select the most efficient algorithm.</a:t>
            </a:r>
          </a:p>
        </p:txBody>
      </p:sp>
    </p:spTree>
    <p:extLst>
      <p:ext uri="{BB962C8B-B14F-4D97-AF65-F5344CB8AC3E}">
        <p14:creationId xmlns:p14="http://schemas.microsoft.com/office/powerpoint/2010/main" val="199929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8CD6-DDAC-D3B9-66A5-8B1DE7C2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DF9A6B-9EF7-7524-9332-C01C819BAA4D}"/>
              </a:ext>
            </a:extLst>
          </p:cNvPr>
          <p:cNvSpPr/>
          <p:nvPr/>
        </p:nvSpPr>
        <p:spPr>
          <a:xfrm>
            <a:off x="1658940" y="1536702"/>
            <a:ext cx="9117582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7030A0"/>
                </a:solidFill>
                <a:cs typeface="华文楷体" panose="020B0503020204020204" pitchFamily="2" charset="-122"/>
              </a:rPr>
              <a:t>1. What is the value of N0 in Asymptotic Notation?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0EBBB-180F-487D-C8B4-0C2949835D59}"/>
              </a:ext>
            </a:extLst>
          </p:cNvPr>
          <p:cNvSpPr/>
          <p:nvPr/>
        </p:nvSpPr>
        <p:spPr>
          <a:xfrm>
            <a:off x="1658940" y="2399834"/>
            <a:ext cx="7250336" cy="93102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7030A0"/>
                </a:solidFill>
              </a:rPr>
              <a:t>2. What is the Value of N in the asymptotic notation? 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A3BE50-1978-CA71-764A-242D29486E78}"/>
              </a:ext>
            </a:extLst>
          </p:cNvPr>
          <p:cNvSpPr/>
          <p:nvPr/>
        </p:nvSpPr>
        <p:spPr>
          <a:xfrm>
            <a:off x="1596008" y="3527143"/>
            <a:ext cx="8602663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7030A0"/>
                </a:solidFill>
              </a:rPr>
              <a:t>3. Is Time complexity can be in negative form?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F1F70A-3F2A-7A36-9E50-2DDC09256D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8E3C-34A4-11C7-CE02-68A11C2F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6847-7959-606E-4539-C82A34A13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Knowledge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77DA98-2484-B0E0-5B0B-4FF281008FEE}"/>
              </a:ext>
            </a:extLst>
          </p:cNvPr>
          <p:cNvCxnSpPr/>
          <p:nvPr/>
        </p:nvCxnSpPr>
        <p:spPr>
          <a:xfrm>
            <a:off x="1596009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48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C780-AB94-6174-B010-3597D0B0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988485"/>
            <a:ext cx="11874500" cy="2330449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estimate of time taken by the algorithm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is commonly estimated by counting the number of elementary operations, where each elementary operation takes a fixed amount of time to perform.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D87D4-E116-0451-96F3-4D2C1061DD61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Time Complexity of an Algorithm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10119F-DB79-5620-28CC-66E5385B4EE7}"/>
              </a:ext>
            </a:extLst>
          </p:cNvPr>
          <p:cNvSpPr/>
          <p:nvPr/>
        </p:nvSpPr>
        <p:spPr>
          <a:xfrm>
            <a:off x="1675190" y="3717775"/>
            <a:ext cx="8204200" cy="18209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 asymptotic notations for describing the time complexity of an algorithm.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ignore hardware, operating system, processors, etc.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17EF-E780-A7F3-5895-4A1C715D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2067116" cy="4705349"/>
          </a:xfr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dirty="0"/>
              <a:t>Space complexity : no. of memory units used w.r.t given input size.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667" dirty="0"/>
              <a:t>For any algorithm memory may be used for the following: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Variables (This include the constant values, temporary values)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Program Instruction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267" dirty="0"/>
              <a:t>Execution</a:t>
            </a:r>
          </a:p>
          <a:p>
            <a:pPr eaLnBrk="1" hangingPunct="1"/>
            <a:r>
              <a:rPr lang="en-US" altLang="en-US" sz="2667" dirty="0"/>
              <a:t>Sometime </a:t>
            </a:r>
            <a:r>
              <a:rPr lang="en-US" altLang="en-US" sz="2667" b="1" dirty="0"/>
              <a:t>Auxiliary Space</a:t>
            </a:r>
            <a:r>
              <a:rPr lang="en-US" altLang="en-US" sz="2667" dirty="0"/>
              <a:t> is confused with Space Complexity. But Auxiliary Space is the extra space or the temporary space used by the algorithm during it's execution.</a:t>
            </a:r>
          </a:p>
          <a:p>
            <a:pPr eaLnBrk="1" hangingPunct="1"/>
            <a:r>
              <a:rPr lang="en-US" altLang="en-US" sz="2667" b="1" dirty="0"/>
              <a:t>Space Complexity</a:t>
            </a:r>
            <a:r>
              <a:rPr lang="en-US" altLang="en-US" sz="2667" dirty="0"/>
              <a:t> = </a:t>
            </a:r>
            <a:r>
              <a:rPr lang="en-US" altLang="en-US" sz="2667" b="1" dirty="0"/>
              <a:t>Auxiliary Space + Input space</a:t>
            </a:r>
            <a:endParaRPr lang="en-US" altLang="en-US" sz="2667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B1D49-512B-5043-8C14-C60BE82C21B7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Space Complexity of an Algorithm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7012A8AC-C877-5CDA-1B8E-7F6C90598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1910483" cy="1022349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zh-CN" b="1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  <a:p>
            <a:pPr eaLnBrk="1" hangingPunct="1">
              <a:buFont typeface="Arial" panose="020B0604020202020204" pitchFamily="34" charset="0"/>
              <a:buNone/>
            </a:pPr>
            <a:endParaRPr lang="en-I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CF31D-21A5-BD14-8AA5-67F85B55395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34376E4E-B05A-3EAA-5782-D2FD8DEB2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1"/>
            <a:ext cx="12012084" cy="99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933" b="1">
                <a:solidFill>
                  <a:srgbClr val="FF0000"/>
                </a:solidFill>
              </a:rPr>
              <a:t>O(1) is </a:t>
            </a:r>
            <a:r>
              <a:rPr lang="en-IN" altLang="en-US" sz="2933" b="1" i="1">
                <a:solidFill>
                  <a:srgbClr val="FF0000"/>
                </a:solidFill>
              </a:rPr>
              <a:t>constant-time</a:t>
            </a:r>
            <a:r>
              <a:rPr lang="en-IN" altLang="en-US" sz="2933" b="1">
                <a:solidFill>
                  <a:srgbClr val="FF0000"/>
                </a:solidFill>
              </a:rPr>
              <a:t> complexity</a:t>
            </a:r>
            <a:r>
              <a:rPr lang="en-IN" altLang="en-US" sz="2933" b="1"/>
              <a:t>. The number of operations for the algorithm doesn’t actually change as the problem size increases.</a:t>
            </a:r>
            <a:endParaRPr lang="en-IN" altLang="en-US" sz="29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8FE11-2829-D5C8-75BF-31289F007DA3}"/>
              </a:ext>
            </a:extLst>
          </p:cNvPr>
          <p:cNvSpPr/>
          <p:nvPr/>
        </p:nvSpPr>
        <p:spPr>
          <a:xfrm>
            <a:off x="1938867" y="2194984"/>
            <a:ext cx="8428567" cy="9771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667" b="1" dirty="0"/>
              <a:t>void Constant-Time(</a:t>
            </a:r>
            <a:r>
              <a:rPr lang="en-US" sz="2667" b="1" dirty="0" err="1"/>
              <a:t>int</a:t>
            </a:r>
            <a:r>
              <a:rPr lang="en-US" sz="2667" b="1" dirty="0"/>
              <a:t> </a:t>
            </a:r>
            <a:r>
              <a:rPr lang="en-US" sz="2667" b="1" dirty="0" err="1"/>
              <a:t>arr</a:t>
            </a:r>
            <a:r>
              <a:rPr lang="en-US" sz="2667" b="1" dirty="0"/>
              <a:t>[ ]) {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667" b="1" dirty="0"/>
              <a:t>    printf("First element of array = %d", </a:t>
            </a:r>
            <a:r>
              <a:rPr lang="en-US" sz="2667" b="1" dirty="0" err="1"/>
              <a:t>arr</a:t>
            </a:r>
            <a:r>
              <a:rPr lang="en-US" sz="2667" b="1" dirty="0"/>
              <a:t>[0]); 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AFE83-34B1-9F19-D5F3-88CCCE81831F}"/>
              </a:ext>
            </a:extLst>
          </p:cNvPr>
          <p:cNvSpPr/>
          <p:nvPr/>
        </p:nvSpPr>
        <p:spPr>
          <a:xfrm>
            <a:off x="226484" y="3477685"/>
            <a:ext cx="11656483" cy="106542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en-US" sz="2933" b="1" dirty="0"/>
              <a:t>This function runs in O(1) time (or "constant time") relative to its input. </a:t>
            </a:r>
            <a:endParaRPr lang="en-IN" sz="2933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38981D-868D-3EB5-D106-914D6C414DA4}"/>
              </a:ext>
            </a:extLst>
          </p:cNvPr>
          <p:cNvSpPr/>
          <p:nvPr/>
        </p:nvSpPr>
        <p:spPr>
          <a:xfrm>
            <a:off x="226484" y="4545884"/>
            <a:ext cx="11857567" cy="1323632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A loop that runs a constant number of times is also considered as O(1). </a:t>
            </a:r>
          </a:p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for (</a:t>
            </a:r>
            <a:r>
              <a:rPr lang="en-US" altLang="en-US" sz="2667" b="1" dirty="0" err="1">
                <a:solidFill>
                  <a:srgbClr val="000000"/>
                </a:solidFill>
              </a:rPr>
              <a:t>int</a:t>
            </a:r>
            <a:r>
              <a:rPr lang="en-US" altLang="en-US" sz="2667" b="1" dirty="0">
                <a:solidFill>
                  <a:srgbClr val="000000"/>
                </a:solidFill>
              </a:rPr>
              <a:t> </a:t>
            </a:r>
            <a:r>
              <a:rPr lang="en-US" altLang="en-US" sz="2667" b="1" dirty="0" err="1">
                <a:solidFill>
                  <a:srgbClr val="000000"/>
                </a:solidFill>
              </a:rPr>
              <a:t>i</a:t>
            </a:r>
            <a:r>
              <a:rPr lang="en-US" altLang="en-US" sz="2667" b="1" dirty="0">
                <a:solidFill>
                  <a:srgbClr val="000000"/>
                </a:solidFill>
              </a:rPr>
              <a:t> = 1; </a:t>
            </a:r>
            <a:r>
              <a:rPr lang="en-US" altLang="en-US" sz="2667" b="1" dirty="0" err="1">
                <a:solidFill>
                  <a:srgbClr val="000000"/>
                </a:solidFill>
              </a:rPr>
              <a:t>i</a:t>
            </a:r>
            <a:r>
              <a:rPr lang="en-US" altLang="en-US" sz="2667" b="1" dirty="0">
                <a:solidFill>
                  <a:srgbClr val="000000"/>
                </a:solidFill>
              </a:rPr>
              <a:t> &lt;= C; x++)  </a:t>
            </a:r>
            <a:r>
              <a:rPr lang="en-US" altLang="en-US" sz="2667" b="1" dirty="0">
                <a:solidFill>
                  <a:srgbClr val="00B050"/>
                </a:solidFill>
              </a:rPr>
              <a:t>// C is some constant</a:t>
            </a:r>
          </a:p>
          <a:p>
            <a:pPr algn="just" eaLnBrk="1" hangingPunct="1">
              <a:defRPr/>
            </a:pPr>
            <a:r>
              <a:rPr lang="en-US" altLang="en-US" sz="2667" b="1" dirty="0">
                <a:solidFill>
                  <a:srgbClr val="000000"/>
                </a:solidFill>
              </a:rPr>
              <a:t>{ </a:t>
            </a:r>
            <a:r>
              <a:rPr lang="en-US" altLang="en-US" sz="2667" b="1" dirty="0">
                <a:solidFill>
                  <a:srgbClr val="FF0000"/>
                </a:solidFill>
              </a:rPr>
              <a:t>// some O(1) expressions }</a:t>
            </a:r>
            <a:r>
              <a:rPr lang="en-US" altLang="en-US" sz="2667" b="1" dirty="0">
                <a:solidFill>
                  <a:srgbClr val="00B05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3AAF-857F-BC5D-0E86-F5290B2A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1" y="3693584"/>
            <a:ext cx="6692900" cy="1648883"/>
          </a:xfrm>
          <a:solidFill>
            <a:schemeClr val="accent6">
              <a:lumMod val="60000"/>
              <a:lumOff val="40000"/>
            </a:schemeClr>
          </a:solidFill>
        </p:spPr>
        <p:txBody>
          <a:bodyPr rtlCol="0"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void Linear-Time(</a:t>
            </a:r>
            <a:r>
              <a:rPr lang="en-US" sz="10666" b="1" dirty="0" err="1">
                <a:solidFill>
                  <a:srgbClr val="002060"/>
                </a:solidFill>
              </a:rPr>
              <a:t>int</a:t>
            </a:r>
            <a:r>
              <a:rPr lang="en-US" sz="10666" b="1" dirty="0">
                <a:solidFill>
                  <a:srgbClr val="002060"/>
                </a:solidFill>
              </a:rPr>
              <a:t> </a:t>
            </a:r>
            <a:r>
              <a:rPr lang="en-US" sz="10666" b="1" dirty="0" err="1">
                <a:solidFill>
                  <a:srgbClr val="002060"/>
                </a:solidFill>
              </a:rPr>
              <a:t>arr</a:t>
            </a:r>
            <a:r>
              <a:rPr lang="en-US" sz="10666" b="1" dirty="0">
                <a:solidFill>
                  <a:srgbClr val="002060"/>
                </a:solidFill>
              </a:rPr>
              <a:t>[])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    printf("First element of array = %</a:t>
            </a:r>
            <a:r>
              <a:rPr lang="en-US" sz="10666" b="1" dirty="0" err="1">
                <a:solidFill>
                  <a:srgbClr val="002060"/>
                </a:solidFill>
              </a:rPr>
              <a:t>d",arr</a:t>
            </a:r>
            <a:r>
              <a:rPr lang="en-US" sz="10666" b="1" dirty="0">
                <a:solidFill>
                  <a:srgbClr val="002060"/>
                </a:solidFill>
              </a:rPr>
              <a:t>[</a:t>
            </a:r>
            <a:r>
              <a:rPr lang="en-US" sz="10666" b="1" dirty="0" err="1">
                <a:solidFill>
                  <a:srgbClr val="002060"/>
                </a:solidFill>
              </a:rPr>
              <a:t>i</a:t>
            </a:r>
            <a:r>
              <a:rPr lang="en-US" sz="10666" b="1" dirty="0">
                <a:solidFill>
                  <a:srgbClr val="002060"/>
                </a:solidFill>
              </a:rPr>
              <a:t>]);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0666" b="1" dirty="0">
                <a:solidFill>
                  <a:srgbClr val="002060"/>
                </a:solidFill>
              </a:rPr>
              <a:t>}</a:t>
            </a:r>
            <a:endParaRPr lang="en-US" sz="10666" b="1" dirty="0"/>
          </a:p>
          <a:p>
            <a:pPr>
              <a:buNone/>
              <a:defRPr/>
            </a:pPr>
            <a:endParaRPr lang="en-IN" dirty="0"/>
          </a:p>
          <a:p>
            <a:pPr>
              <a:buNone/>
              <a:defRPr/>
            </a:pP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65920-CAC5-0B3F-F591-7E2964B631F9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AC251EA5-68C9-6924-A48B-DDE3C3578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4" y="889000"/>
            <a:ext cx="12012084" cy="2746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3200" b="1" dirty="0">
                <a:solidFill>
                  <a:srgbClr val="FF0000"/>
                </a:solidFill>
              </a:rPr>
              <a:t>O(n): Linear-Time complexity</a:t>
            </a:r>
            <a:r>
              <a:rPr lang="en-IN" altLang="en-US" sz="3200" b="1" dirty="0"/>
              <a:t> 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b="1" dirty="0"/>
              <a:t> </a:t>
            </a:r>
            <a:r>
              <a:rPr lang="en-US" altLang="en-US" sz="2667" b="1" dirty="0"/>
              <a:t>Running time increases at most linearly with the size of the input.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b="1" dirty="0"/>
              <a:t> There is a constant </a:t>
            </a:r>
            <a:r>
              <a:rPr lang="en-US" altLang="en-US" sz="2667" b="1" i="1" dirty="0"/>
              <a:t>c</a:t>
            </a:r>
            <a:r>
              <a:rPr lang="en-US" altLang="en-US" sz="2667" b="1" dirty="0"/>
              <a:t> such that the running time is at most </a:t>
            </a:r>
            <a:r>
              <a:rPr lang="en-US" altLang="en-US" sz="2667" b="1" i="1" dirty="0" err="1"/>
              <a:t>cn</a:t>
            </a:r>
            <a:r>
              <a:rPr lang="en-US" altLang="en-US" sz="2667" b="1" dirty="0"/>
              <a:t> for every input of size </a:t>
            </a:r>
            <a:r>
              <a:rPr lang="en-US" altLang="en-US" sz="2667" b="1" i="1" dirty="0"/>
              <a:t>n</a:t>
            </a:r>
            <a:r>
              <a:rPr lang="en-US" altLang="en-US" sz="2667" b="1" dirty="0"/>
              <a:t>. </a:t>
            </a:r>
          </a:p>
          <a:p>
            <a:pPr algn="just">
              <a:lnSpc>
                <a:spcPts val="34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67" b="1" dirty="0"/>
              <a:t>Linear time is the best possible time complexity in situations where the algorithm has to sequentially read its entire input. </a:t>
            </a:r>
            <a:endParaRPr lang="en-IN" altLang="en-US" sz="2667" b="1" dirty="0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47CD5E16-DEDF-0EFA-2EB4-E9BE9EF34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5721493"/>
            <a:ext cx="6711949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 dirty="0"/>
              <a:t>This function runs in O(n) time, where n is the number of items in the array.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BEB81C-3D84-E141-120E-FAC4EFE8CCA2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42B013F-2C7F-558F-6563-E0BD52CFE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3200" b="1">
                <a:solidFill>
                  <a:srgbClr val="FF0000"/>
                </a:solidFill>
              </a:rPr>
              <a:t>O(n): Linear</a:t>
            </a:r>
            <a:r>
              <a:rPr lang="en-IN" altLang="en-US" sz="3200" b="1" i="1">
                <a:solidFill>
                  <a:srgbClr val="FF0000"/>
                </a:solidFill>
              </a:rPr>
              <a:t>-time</a:t>
            </a:r>
            <a:r>
              <a:rPr lang="en-IN" altLang="en-US" sz="3200" b="1">
                <a:solidFill>
                  <a:srgbClr val="FF0000"/>
                </a:solidFill>
              </a:rPr>
              <a:t> algorithm example</a:t>
            </a:r>
            <a:endParaRPr lang="en-IN" altLang="en-US" b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4BAF30-C98E-E2AD-58AB-1DE380AAFC06}"/>
              </a:ext>
            </a:extLst>
          </p:cNvPr>
          <p:cNvSpPr txBox="1">
            <a:spLocks/>
          </p:cNvSpPr>
          <p:nvPr/>
        </p:nvSpPr>
        <p:spPr>
          <a:xfrm>
            <a:off x="7236884" y="1693333"/>
            <a:ext cx="4451349" cy="27516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733" b="1" dirty="0"/>
              <a:t>Example of O(N)</a:t>
            </a:r>
            <a:endParaRPr lang="en-IN" sz="3733" b="1" dirty="0"/>
          </a:p>
          <a:p>
            <a:pPr marL="0" indent="0">
              <a:buNone/>
              <a:defRPr/>
            </a:pPr>
            <a:r>
              <a:rPr lang="en-IN" sz="3733" dirty="0"/>
              <a:t>int sum=0;</a:t>
            </a:r>
          </a:p>
          <a:p>
            <a:pPr marL="0" indent="0">
              <a:buNone/>
              <a:defRPr/>
            </a:pPr>
            <a:r>
              <a:rPr lang="en-IN" sz="3733" dirty="0"/>
              <a:t>for (int </a:t>
            </a:r>
            <a:r>
              <a:rPr lang="en-IN" sz="3733" dirty="0" err="1"/>
              <a:t>i</a:t>
            </a:r>
            <a:r>
              <a:rPr lang="en-IN" sz="3733" dirty="0"/>
              <a:t>=0;i&lt;</a:t>
            </a:r>
            <a:r>
              <a:rPr lang="en-IN" sz="3733" dirty="0" err="1"/>
              <a:t>n;i</a:t>
            </a:r>
            <a:r>
              <a:rPr lang="en-IN" sz="3733" dirty="0"/>
              <a:t>++)</a:t>
            </a:r>
          </a:p>
          <a:p>
            <a:pPr marL="0" indent="0">
              <a:buNone/>
              <a:defRPr/>
            </a:pPr>
            <a:r>
              <a:rPr lang="en-IN" sz="3733" dirty="0"/>
              <a:t>{ Sum=sum +</a:t>
            </a:r>
            <a:r>
              <a:rPr lang="en-IN" sz="3733" dirty="0" err="1"/>
              <a:t>i</a:t>
            </a:r>
            <a:r>
              <a:rPr lang="en-IN" sz="3733" dirty="0"/>
              <a:t>, }</a:t>
            </a:r>
          </a:p>
          <a:p>
            <a:pPr marL="0" indent="0">
              <a:buNone/>
              <a:defRPr/>
            </a:pPr>
            <a:r>
              <a:rPr lang="en-IN" sz="3733" b="1" dirty="0"/>
              <a:t>The running time is O(n)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IN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IN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IN" sz="2400" dirty="0"/>
          </a:p>
          <a:p>
            <a:pPr marL="0" indent="0">
              <a:buNone/>
              <a:defRPr/>
            </a:pPr>
            <a:endParaRPr lang="en-IN" sz="3733" dirty="0"/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0346FBCA-705B-057F-4C17-2BC063B92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7" y="1644651"/>
            <a:ext cx="667596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Examples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1. Traversing an array</a:t>
            </a:r>
            <a:br>
              <a:rPr lang="en-US" altLang="en-US" sz="2800"/>
            </a:br>
            <a:r>
              <a:rPr lang="en-US" altLang="en-US" sz="2800"/>
              <a:t>2. Traversing a linked list</a:t>
            </a:r>
            <a:br>
              <a:rPr lang="en-US" altLang="en-US" sz="2800"/>
            </a:br>
            <a:r>
              <a:rPr lang="en-US" altLang="en-US" sz="2800"/>
              <a:t>3. Linear Search</a:t>
            </a:r>
            <a:br>
              <a:rPr lang="en-US" altLang="en-US" sz="2800"/>
            </a:br>
            <a:r>
              <a:rPr lang="en-US" altLang="en-US" sz="2800"/>
              <a:t>4. Deletion of a specific element in a Linked List (Not sorted)</a:t>
            </a:r>
            <a:br>
              <a:rPr lang="en-US" altLang="en-US" sz="2800"/>
            </a:br>
            <a:r>
              <a:rPr lang="en-US" altLang="en-US" sz="2800"/>
              <a:t>5. Comparing two strings</a:t>
            </a:r>
            <a:br>
              <a:rPr lang="en-US" altLang="en-US" sz="2800"/>
            </a:br>
            <a:r>
              <a:rPr lang="en-US" altLang="en-US" sz="2800"/>
              <a:t>6. Checking for Palindrome</a:t>
            </a:r>
            <a:br>
              <a:rPr lang="en-US" altLang="en-US" sz="2800"/>
            </a:br>
            <a:r>
              <a:rPr lang="en-US" altLang="en-US" sz="2800"/>
              <a:t>7. Counting/Bucket Sort</a:t>
            </a:r>
            <a:endParaRPr lang="en-I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7503B-1005-E8D8-8380-EC4FC86799C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703F87F6-6ABD-5F4E-8EFC-C6C7C27AE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O(N</a:t>
            </a:r>
            <a:r>
              <a:rPr lang="en-US" sz="3200" b="1" baseline="30000" dirty="0">
                <a:solidFill>
                  <a:srgbClr val="FF0000"/>
                </a:solidFill>
              </a:rPr>
              <a:t>2</a:t>
            </a:r>
            <a:r>
              <a:rPr lang="en-US" sz="3200" b="1" dirty="0">
                <a:solidFill>
                  <a:srgbClr val="FF0000"/>
                </a:solidFill>
              </a:rPr>
              <a:t>) time complexity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588F0-1A35-BEA7-7D28-783856A1EF0E}"/>
              </a:ext>
            </a:extLst>
          </p:cNvPr>
          <p:cNvSpPr/>
          <p:nvPr/>
        </p:nvSpPr>
        <p:spPr>
          <a:xfrm>
            <a:off x="137585" y="1526117"/>
            <a:ext cx="11897783" cy="139083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>
              <a:lnSpc>
                <a:spcPts val="3360"/>
              </a:lnSpc>
              <a:buFont typeface="Wingdings" pitchFamily="2" charset="2"/>
              <a:buChar char="§"/>
              <a:defRPr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O(N</a:t>
            </a:r>
            <a:r>
              <a:rPr lang="en-US" sz="2800" b="1" baseline="30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) </a:t>
            </a:r>
            <a:r>
              <a:rPr lang="en-US" sz="2800" b="1" dirty="0">
                <a:latin typeface="+mj-lt"/>
              </a:rPr>
              <a:t>- performance is directly proportional to the square of the size of the input data set. </a:t>
            </a:r>
          </a:p>
          <a:p>
            <a:pPr>
              <a:lnSpc>
                <a:spcPts val="3360"/>
              </a:lnSpc>
              <a:buFont typeface="Wingdings" pitchFamily="2" charset="2"/>
              <a:buChar char="§"/>
              <a:defRPr/>
            </a:pPr>
            <a:r>
              <a:rPr lang="en-US" sz="2800" b="1" dirty="0">
                <a:latin typeface="+mj-lt"/>
              </a:rPr>
              <a:t> Is common with algorithms that involve nested iterations over the input.</a:t>
            </a:r>
            <a:endParaRPr lang="en-IN" sz="2800" b="1" dirty="0">
              <a:latin typeface="+mj-lt"/>
            </a:endParaRPr>
          </a:p>
        </p:txBody>
      </p:sp>
      <p:sp>
        <p:nvSpPr>
          <p:cNvPr id="59393" name="Rectangle 1">
            <a:extLst>
              <a:ext uri="{FF2B5EF4-FFF2-40B4-BE49-F238E27FC236}">
                <a16:creationId xmlns:a16="http://schemas.microsoft.com/office/drawing/2014/main" id="{34F0F469-DFC2-0EE1-C7C5-FBB40F70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8" y="3014124"/>
            <a:ext cx="5376333" cy="3416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void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Nsquare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[],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size=N)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for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= 0;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&lt; size;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++)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{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   for (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j = 0; j &lt; size; j++)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              printf("%d = %d\n",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i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], </a:t>
            </a:r>
            <a:r>
              <a:rPr lang="en-US" sz="2400" b="1" dirty="0" err="1">
                <a:latin typeface="+mj-lt"/>
                <a:ea typeface="Times New Roman" pitchFamily="18" charset="0"/>
                <a:cs typeface="Courier New" pitchFamily="49" charset="0"/>
              </a:rPr>
              <a:t>arr</a:t>
            </a: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[j]);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     }</a:t>
            </a:r>
            <a:endParaRPr lang="en-US" sz="2400" b="1" dirty="0">
              <a:latin typeface="+mj-lt"/>
            </a:endParaRP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400" b="1" dirty="0">
                <a:latin typeface="+mj-lt"/>
                <a:ea typeface="Times New Roman" pitchFamily="18" charset="0"/>
                <a:cs typeface="Courier New" pitchFamily="49" charset="0"/>
              </a:rPr>
              <a:t>}</a:t>
            </a:r>
            <a:endParaRPr lang="en-US" sz="2400" b="1" dirty="0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5752A1-8B97-80C5-352F-DD155815B514}"/>
              </a:ext>
            </a:extLst>
          </p:cNvPr>
          <p:cNvSpPr/>
          <p:nvPr/>
        </p:nvSpPr>
        <p:spPr>
          <a:xfrm>
            <a:off x="5875867" y="3096685"/>
            <a:ext cx="6096000" cy="1200329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sz="2400" b="1" dirty="0"/>
              <a:t>If the array has 10 items, we have to print 100 times. If it has 1000 items, we have to print 1000000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8C9C3D8F-EDF3-C419-104A-D39176A38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90575" indent="-38099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523962" indent="-304792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133547" indent="-304792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743131" indent="-304792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352716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962301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4571886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5181470" indent="-30479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DDC2FF-A5CB-4A63-BFF4-FED46F10A39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3EF7B0A3-514A-84DB-2EDB-E4BEF0E94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8" y="1589617"/>
            <a:ext cx="5344583" cy="2050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count = 0;</a:t>
            </a:r>
            <a:endParaRPr lang="en-IN" sz="2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for (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= 0;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&lt; N;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++) </a:t>
            </a:r>
            <a:endParaRPr lang="en-IN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   for (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int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j = 0; j &lt; </a:t>
            </a:r>
            <a:r>
              <a:rPr lang="en-IN" sz="2400" b="1" dirty="0" err="1">
                <a:latin typeface="Calibri" pitchFamily="34" charset="0"/>
                <a:cs typeface="Times New Roman" pitchFamily="18" charset="0"/>
              </a:rPr>
              <a:t>i</a:t>
            </a:r>
            <a:r>
              <a:rPr lang="en-IN" sz="2400" b="1" dirty="0">
                <a:latin typeface="Calibri" pitchFamily="34" charset="0"/>
                <a:cs typeface="Times New Roman" pitchFamily="18" charset="0"/>
              </a:rPr>
              <a:t>; j++) </a:t>
            </a:r>
            <a:endParaRPr lang="en-IN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r>
              <a:rPr lang="en-IN" sz="2400" b="1" dirty="0">
                <a:latin typeface="Calibri" pitchFamily="34" charset="0"/>
                <a:cs typeface="Times New Roman" pitchFamily="18" charset="0"/>
              </a:rPr>
              <a:t>        count++;</a:t>
            </a:r>
          </a:p>
          <a:p>
            <a:pPr>
              <a:lnSpc>
                <a:spcPct val="107000"/>
              </a:lnSpc>
              <a:tabLst>
                <a:tab pos="581011" algn="l"/>
                <a:tab pos="1162022" algn="l"/>
                <a:tab pos="1744619" algn="l"/>
                <a:tab pos="2325630" algn="l"/>
                <a:tab pos="2908227" algn="l"/>
                <a:tab pos="3489238" algn="l"/>
                <a:tab pos="4070249" algn="l"/>
                <a:tab pos="4652846" algn="l"/>
                <a:tab pos="5233857" algn="l"/>
                <a:tab pos="5816455" algn="l"/>
                <a:tab pos="6397465" algn="l"/>
                <a:tab pos="6978476" algn="l"/>
                <a:tab pos="7561074" algn="l"/>
                <a:tab pos="8142084" algn="l"/>
                <a:tab pos="8724682" algn="l"/>
                <a:tab pos="9305693" algn="l"/>
              </a:tabLst>
              <a:defRPr/>
            </a:pPr>
            <a:endParaRPr lang="en-IN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283E8AB1-9AF0-B680-5B07-6F9DED3C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84" y="3672417"/>
            <a:ext cx="579966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how many times count++ will run.</a:t>
            </a:r>
            <a:endParaRPr lang="en-IN" altLang="en-US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i=0, it will run 0 times.</a:t>
            </a:r>
            <a:b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</a:b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i=1, it will run 1 times.</a:t>
            </a:r>
            <a:b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</a:br>
            <a:r>
              <a:rPr lang="en-IN" altLang="en-US" b="1">
                <a:solidFill>
                  <a:srgbClr val="252C33"/>
                </a:solidFill>
                <a:cs typeface="Times New Roman" panose="02020603050405020304" pitchFamily="18" charset="0"/>
              </a:rPr>
              <a:t>When i=2, it will run 2 times and so on.</a:t>
            </a:r>
            <a:endParaRPr lang="en-IN" altLang="en-US">
              <a:cs typeface="Calibri" panose="020F050202020403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Total number of times </a:t>
            </a:r>
            <a:r>
              <a:rPr lang="en-IN" altLang="en-US">
                <a:solidFill>
                  <a:srgbClr val="252C33"/>
                </a:solidFill>
                <a:cs typeface="Calibri" panose="020F0502020204030204" pitchFamily="34" charset="0"/>
              </a:rPr>
              <a:t>count++</a:t>
            </a: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252C33"/>
                </a:solidFill>
                <a:cs typeface="Calibri" panose="020F0502020204030204" pitchFamily="34" charset="0"/>
              </a:rPr>
              <a:t>will run is 0+1+2+...+(N−1)=N∗(N−1)/2.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FF0000"/>
                </a:solidFill>
                <a:cs typeface="Calibri" panose="020F0502020204030204" pitchFamily="34" charset="0"/>
              </a:rPr>
              <a:t>So the time complexity will be O(N</a:t>
            </a:r>
            <a:r>
              <a:rPr lang="en-IN" altLang="en-US" b="1" baseline="30000">
                <a:solidFill>
                  <a:srgbClr val="FF0000"/>
                </a:solidFill>
                <a:cs typeface="Calibri" panose="020F0502020204030204" pitchFamily="34" charset="0"/>
              </a:rPr>
              <a:t>2</a:t>
            </a:r>
            <a:r>
              <a:rPr lang="en-IN" altLang="en-US" b="1">
                <a:solidFill>
                  <a:srgbClr val="FF0000"/>
                </a:solidFill>
                <a:cs typeface="Calibri" panose="020F0502020204030204" pitchFamily="34" charset="0"/>
              </a:rPr>
              <a:t>). 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8E75F-717D-8AC1-E4D6-F322F7C470C2}"/>
              </a:ext>
            </a:extLst>
          </p:cNvPr>
          <p:cNvSpPr/>
          <p:nvPr/>
        </p:nvSpPr>
        <p:spPr>
          <a:xfrm>
            <a:off x="5664201" y="1572684"/>
            <a:ext cx="6218767" cy="21935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The running time of statement inside the nested loop is product of size of loops.</a:t>
            </a:r>
            <a:endParaRPr lang="en-IN" sz="2000" b="1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for (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=0; 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&lt;n; </a:t>
            </a:r>
            <a:r>
              <a:rPr lang="en-IN" sz="2000" b="1" dirty="0" err="1">
                <a:latin typeface="&amp;quot" charset="0"/>
                <a:cs typeface="Times New Roman" pitchFamily="18" charset="0"/>
              </a:rPr>
              <a:t>i</a:t>
            </a:r>
            <a:r>
              <a:rPr lang="en-IN" sz="2000" b="1" dirty="0">
                <a:latin typeface="&amp;quot" charset="0"/>
                <a:cs typeface="Times New Roman" pitchFamily="18" charset="0"/>
              </a:rPr>
              <a:t>++)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for (j=0; j&lt;k; j++)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latin typeface="&amp;quot" charset="0"/>
                <a:cs typeface="Times New Roman" pitchFamily="18" charset="0"/>
              </a:rPr>
              <a:t>a++;         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en-IN" sz="2000" b="1" dirty="0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The running time is   O(</a:t>
            </a:r>
            <a:r>
              <a:rPr lang="en-IN" sz="2000" b="1" dirty="0" err="1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n×k</a:t>
            </a:r>
            <a:r>
              <a:rPr lang="en-IN" sz="2000" b="1" dirty="0">
                <a:solidFill>
                  <a:srgbClr val="FF0000"/>
                </a:solidFill>
                <a:latin typeface="&amp;quot" charset="0"/>
                <a:cs typeface="Times New Roman" pitchFamily="18" charset="0"/>
              </a:rPr>
              <a:t>)</a:t>
            </a:r>
            <a:endParaRPr lang="en-IN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49F8C-3C2F-AE3C-FF6A-12E965D6B608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0BA49D8-CD8B-A3AC-BA2E-ED4D6F2C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89000"/>
            <a:ext cx="120120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O(N</a:t>
            </a:r>
            <a:r>
              <a:rPr lang="en-US" sz="3200" b="1" baseline="30000" dirty="0">
                <a:solidFill>
                  <a:srgbClr val="FF0000"/>
                </a:solidFill>
              </a:rPr>
              <a:t>2</a:t>
            </a:r>
            <a:r>
              <a:rPr lang="en-US" sz="3200" b="1" dirty="0">
                <a:solidFill>
                  <a:srgbClr val="FF0000"/>
                </a:solidFill>
              </a:rPr>
              <a:t>) time complexity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4F84021-2F1A-FFF3-AA47-614AD65E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988484"/>
            <a:ext cx="11910483" cy="199601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zh-CN" b="1"/>
          </a:p>
          <a:p>
            <a:pPr eaLnBrk="1" hangingPunct="1">
              <a:buFont typeface="Arial" panose="020B0604020202020204" pitchFamily="34" charset="0"/>
              <a:buNone/>
            </a:pPr>
            <a:endParaRPr lang="en-I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1B992-C324-84A2-4D75-C93B6EDFBBD8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38C2558D-9F8B-E709-6647-FAD09DD8B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4" y="920751"/>
            <a:ext cx="12014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IN" sz="3200" b="1" dirty="0">
                <a:solidFill>
                  <a:srgbClr val="FF0000"/>
                </a:solidFill>
                <a:latin typeface="Calibri" pitchFamily="34" charset="0"/>
              </a:rPr>
              <a:t>O(log n) is logarithmic complexity</a:t>
            </a:r>
            <a:endParaRPr lang="en-IN" sz="2400" b="1" dirty="0">
              <a:latin typeface="Calibri" pitchFamily="34" charset="0"/>
            </a:endParaRPr>
          </a:p>
          <a:p>
            <a:pPr algn="just" eaLnBrk="1" hangingPunct="1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Time Complexity of a loop is considered as O(Log n) if the loop variables is divided / multiplied by a constant amount.</a:t>
            </a:r>
            <a:endParaRPr lang="en-IN" sz="2400" b="1" dirty="0">
              <a:latin typeface="Calibr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A7374C-588F-C495-A1CA-92CB0FF697E2}"/>
              </a:ext>
            </a:extLst>
          </p:cNvPr>
          <p:cNvSpPr/>
          <p:nvPr/>
        </p:nvSpPr>
        <p:spPr>
          <a:xfrm>
            <a:off x="5706533" y="2250018"/>
            <a:ext cx="6096000" cy="1631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lIns="91440" tIns="45720" rIns="91440" bIns="45720">
            <a:spAutoFit/>
          </a:bodyPr>
          <a:lstStyle/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for (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= 1;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&lt;=n;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*= c) </a:t>
            </a: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{ // some O(1) expressions } </a:t>
            </a:r>
          </a:p>
          <a:p>
            <a:pPr algn="just" eaLnBrk="1" hangingPunct="1">
              <a:defRPr/>
            </a:pPr>
            <a:endParaRPr lang="en-US" altLang="en-US" sz="2000" b="1" dirty="0">
              <a:solidFill>
                <a:srgbClr val="000000"/>
              </a:solidFill>
              <a:latin typeface="Consolas" pitchFamily="49" charset="0"/>
            </a:endParaRP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for (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= n;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&gt; 0;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 /= c) </a:t>
            </a:r>
          </a:p>
          <a:p>
            <a:pPr algn="just" eaLnBrk="1" hangingPunct="1"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onsolas" pitchFamily="49" charset="0"/>
              </a:rPr>
              <a:t>{ // some O(1) expressions }</a:t>
            </a:r>
            <a:r>
              <a:rPr lang="en-US" altLang="en-US" sz="2000" b="1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F1E898-2095-60CF-562F-FC323E3E2EEA}"/>
              </a:ext>
            </a:extLst>
          </p:cNvPr>
          <p:cNvSpPr/>
          <p:nvPr/>
        </p:nvSpPr>
        <p:spPr>
          <a:xfrm>
            <a:off x="148167" y="4525434"/>
            <a:ext cx="5306484" cy="1569660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IN" altLang="en-US" sz="2400" b="1" dirty="0">
                <a:solidFill>
                  <a:srgbClr val="000000"/>
                </a:solidFill>
              </a:rPr>
              <a:t>The series that we get in first loop is 1, c,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2</a:t>
            </a:r>
            <a:r>
              <a:rPr lang="en-IN" altLang="en-US" sz="2400" b="1" dirty="0">
                <a:solidFill>
                  <a:srgbClr val="000000"/>
                </a:solidFill>
              </a:rPr>
              <a:t>,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3</a:t>
            </a:r>
            <a:r>
              <a:rPr lang="en-IN" altLang="en-US" sz="2400" b="1" dirty="0">
                <a:solidFill>
                  <a:srgbClr val="000000"/>
                </a:solidFill>
              </a:rPr>
              <a:t>, … c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k</a:t>
            </a:r>
            <a:r>
              <a:rPr lang="en-IN" altLang="en-US" sz="2400" b="1" dirty="0">
                <a:solidFill>
                  <a:srgbClr val="000000"/>
                </a:solidFill>
              </a:rPr>
              <a:t>. If we put k equals to </a:t>
            </a:r>
            <a:r>
              <a:rPr lang="en-IN" altLang="en-US" sz="2400" b="1" dirty="0" err="1">
                <a:solidFill>
                  <a:srgbClr val="000000"/>
                </a:solidFill>
              </a:rPr>
              <a:t>Log</a:t>
            </a:r>
            <a:r>
              <a:rPr lang="en-IN" altLang="en-US" sz="2400" b="1" baseline="-25000" dirty="0" err="1">
                <a:solidFill>
                  <a:srgbClr val="000000"/>
                </a:solidFill>
              </a:rPr>
              <a:t>c</a:t>
            </a:r>
            <a:r>
              <a:rPr lang="en-IN" altLang="en-US" sz="2400" b="1" dirty="0" err="1">
                <a:solidFill>
                  <a:srgbClr val="000000"/>
                </a:solidFill>
              </a:rPr>
              <a:t>n</a:t>
            </a:r>
            <a:r>
              <a:rPr lang="en-IN" altLang="en-US" sz="2400" b="1" dirty="0">
                <a:solidFill>
                  <a:srgbClr val="000000"/>
                </a:solidFill>
              </a:rPr>
              <a:t>, </a:t>
            </a:r>
          </a:p>
          <a:p>
            <a:pPr eaLnBrk="1" hangingPunct="1">
              <a:defRPr/>
            </a:pPr>
            <a:r>
              <a:rPr lang="en-IN" altLang="en-US" sz="2400" b="1" dirty="0">
                <a:solidFill>
                  <a:srgbClr val="000000"/>
                </a:solidFill>
              </a:rPr>
              <a:t>we get </a:t>
            </a:r>
            <a:r>
              <a:rPr lang="en-IN" altLang="en-US" sz="2400" b="1" dirty="0" err="1">
                <a:solidFill>
                  <a:srgbClr val="000000"/>
                </a:solidFill>
              </a:rPr>
              <a:t>C</a:t>
            </a:r>
            <a:r>
              <a:rPr lang="en-IN" altLang="en-US" sz="2800" b="1" baseline="30000" dirty="0" err="1">
                <a:solidFill>
                  <a:srgbClr val="000000"/>
                </a:solidFill>
              </a:rPr>
              <a:t>Log</a:t>
            </a:r>
            <a:r>
              <a:rPr lang="en-IN" altLang="en-US" sz="2800" b="1" baseline="-25000" dirty="0" err="1">
                <a:solidFill>
                  <a:srgbClr val="000000"/>
                </a:solidFill>
              </a:rPr>
              <a:t>c</a:t>
            </a:r>
            <a:r>
              <a:rPr lang="en-IN" altLang="en-US" sz="2800" b="1" baseline="30000" dirty="0" err="1">
                <a:solidFill>
                  <a:srgbClr val="000000"/>
                </a:solidFill>
              </a:rPr>
              <a:t>n</a:t>
            </a:r>
            <a:r>
              <a:rPr lang="en-IN" altLang="en-US" sz="2400" b="1" baseline="30000" dirty="0">
                <a:solidFill>
                  <a:srgbClr val="000000"/>
                </a:solidFill>
              </a:rPr>
              <a:t> </a:t>
            </a:r>
            <a:r>
              <a:rPr lang="en-IN" altLang="en-US" sz="2400" b="1" dirty="0">
                <a:solidFill>
                  <a:srgbClr val="000000"/>
                </a:solidFill>
              </a:rPr>
              <a:t>which is n.</a:t>
            </a:r>
            <a:endParaRPr lang="en-IN" altLang="en-US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B145-3855-6D4E-360F-0AC13105BD88}"/>
              </a:ext>
            </a:extLst>
          </p:cNvPr>
          <p:cNvSpPr/>
          <p:nvPr/>
        </p:nvSpPr>
        <p:spPr>
          <a:xfrm>
            <a:off x="182034" y="3147485"/>
            <a:ext cx="5084233" cy="83099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IN" altLang="en-US" sz="2400" b="1" dirty="0"/>
              <a:t>For example Binary Search has O(</a:t>
            </a:r>
            <a:r>
              <a:rPr lang="en-IN" altLang="en-US" sz="2400" b="1" dirty="0" err="1"/>
              <a:t>logn</a:t>
            </a:r>
            <a:r>
              <a:rPr lang="en-IN" altLang="en-US" sz="2400" b="1" dirty="0"/>
              <a:t>) time complexity.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C53C35-621B-CD3A-59CA-2D20D0020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967" y="3886201"/>
            <a:ext cx="61425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basic idea here is NOT using the complete data, and reducing the problem size with every iteration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089D38-5673-ECE9-699D-31C1A5FBB4EB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O(log </a:t>
            </a:r>
            <a:r>
              <a:rPr lang="en-US" alt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n) Time Complexity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0485" name="Content Placeholder 5">
            <a:extLst>
              <a:ext uri="{FF2B5EF4-FFF2-40B4-BE49-F238E27FC236}">
                <a16:creationId xmlns:a16="http://schemas.microsoft.com/office/drawing/2014/main" id="{F5A9A2E8-2320-AA3C-89B4-E0596EB1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67" y="969433"/>
            <a:ext cx="11918951" cy="1143000"/>
          </a:xfrm>
        </p:spPr>
        <p:txBody>
          <a:bodyPr/>
          <a:lstStyle/>
          <a:p>
            <a:pPr algn="just" eaLnBrk="1" hangingPunct="1"/>
            <a:r>
              <a:rPr lang="en-US" altLang="en-US" b="1">
                <a:solidFill>
                  <a:srgbClr val="FF0000"/>
                </a:solidFill>
                <a:cs typeface="Arial" panose="020B0604020202020204" pitchFamily="34" charset="0"/>
              </a:rPr>
              <a:t>O(LogLogn)</a:t>
            </a:r>
            <a:r>
              <a:rPr lang="en-US" altLang="en-US" b="1">
                <a:solidFill>
                  <a:srgbClr val="000000"/>
                </a:solidFill>
                <a:cs typeface="Arial" panose="020B0604020202020204" pitchFamily="34" charset="0"/>
              </a:rPr>
              <a:t> if the loop variables is reduced exponentially by a constant amount.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endParaRPr lang="en-US" altLang="en-US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FE46CFE-713A-78FE-DC15-3081FBAAE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85" y="2169585"/>
            <a:ext cx="10866967" cy="2965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// Here c is a constant greater than 1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for (int i = 2; i &lt;=n;i = pow(i, c))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en-US" sz="2667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//Here fun is sqrt or cuberoot or any other constant root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for (int i = n; i &gt; 0; i = fun(i))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667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</a:t>
            </a:r>
            <a:r>
              <a:rPr lang="en-US" altLang="en-US" sz="2667" b="1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92FF62-3964-0656-82A5-CC73F7986C10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O(log n) VS O(log </a:t>
            </a:r>
            <a:r>
              <a:rPr lang="en-US" altLang="en-US" sz="4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AEBAD-1914-C322-DDD5-3A1EA5932D72}"/>
              </a:ext>
            </a:extLst>
          </p:cNvPr>
          <p:cNvSpPr/>
          <p:nvPr/>
        </p:nvSpPr>
        <p:spPr>
          <a:xfrm>
            <a:off x="179917" y="1801285"/>
            <a:ext cx="3310467" cy="4689489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65,536 / 2 = 32,768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32,768 / 2 = 16,384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16,384 / 2 = 8,192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8,192 / 2 = 4,096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4,096 / 2 = 2,048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2,048 / 2 = 1,024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1,024 / 2 = 512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512 / 2 = 256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256 / 2 = 128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128 / 2 = 64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64 / 2 = 32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32 / 2 = 16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16 / 2 = 8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8 / 2 = 4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4 / 2 = 2</a:t>
            </a:r>
          </a:p>
          <a:p>
            <a:pPr eaLnBrk="1" hangingPunct="1">
              <a:defRPr/>
            </a:pPr>
            <a:r>
              <a:rPr lang="en-US" sz="1867" b="1" dirty="0">
                <a:latin typeface="+mj-lt"/>
              </a:rPr>
              <a:t>2 / 2 =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991A3-156A-3030-14B3-334B6D1CA45D}"/>
              </a:ext>
            </a:extLst>
          </p:cNvPr>
          <p:cNvSpPr/>
          <p:nvPr/>
        </p:nvSpPr>
        <p:spPr>
          <a:xfrm>
            <a:off x="0" y="952501"/>
            <a:ext cx="12024784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For example, let's take the number 65,536. How many times do we have to divide this by 2 until we get down to 1?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517BDA-688C-8428-FB8E-1C2172BC2720}"/>
              </a:ext>
            </a:extLst>
          </p:cNvPr>
          <p:cNvSpPr/>
          <p:nvPr/>
        </p:nvSpPr>
        <p:spPr>
          <a:xfrm>
            <a:off x="2853267" y="1902885"/>
            <a:ext cx="9144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This process takes 16 steps, and it's also the case that 65,536 = 2</a:t>
            </a:r>
            <a:r>
              <a:rPr lang="en-US" sz="2400" b="1" baseline="30000" dirty="0">
                <a:latin typeface="+mj-lt"/>
              </a:rPr>
              <a:t>16</a:t>
            </a:r>
            <a:r>
              <a:rPr lang="en-US" sz="2400" b="1" dirty="0">
                <a:latin typeface="+mj-lt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725172-4358-A3FA-BCBB-7D895AA0AE46}"/>
              </a:ext>
            </a:extLst>
          </p:cNvPr>
          <p:cNvSpPr/>
          <p:nvPr/>
        </p:nvSpPr>
        <p:spPr>
          <a:xfrm>
            <a:off x="2880784" y="2772834"/>
            <a:ext cx="89916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But, if we take the square root at each level, we get</a:t>
            </a:r>
          </a:p>
          <a:p>
            <a:pPr eaLnBrk="1" hangingPunct="1">
              <a:defRPr/>
            </a:pPr>
            <a:endParaRPr lang="en-US" sz="2400" b="1" dirty="0">
              <a:latin typeface="+mj-lt"/>
            </a:endParaRP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√65,536 = 256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√256 = 16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√16 = 4</a:t>
            </a:r>
          </a:p>
          <a:p>
            <a:pPr eaLnBrk="1" hangingPunct="1">
              <a:defRPr/>
            </a:pPr>
            <a:r>
              <a:rPr lang="en-US" sz="2400" b="1" dirty="0">
                <a:latin typeface="+mj-lt"/>
              </a:rPr>
              <a:t>√4 =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311A42-F6D9-BDAE-8DAA-764C5B714053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</a:rPr>
              <a:t>Common Time Complexities</a:t>
            </a:r>
          </a:p>
        </p:txBody>
      </p:sp>
      <p:sp>
        <p:nvSpPr>
          <p:cNvPr id="24581" name="Content Placeholder 5">
            <a:extLst>
              <a:ext uri="{FF2B5EF4-FFF2-40B4-BE49-F238E27FC236}">
                <a16:creationId xmlns:a16="http://schemas.microsoft.com/office/drawing/2014/main" id="{1F8A7F0E-612C-CA97-BB66-C0E7614BB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33" y="1011767"/>
            <a:ext cx="9408584" cy="201506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IN" altLang="en-US" b="1"/>
              <a:t>O(n</a:t>
            </a:r>
            <a:r>
              <a:rPr lang="en-IN" altLang="en-US" b="1" baseline="30000"/>
              <a:t>3</a:t>
            </a:r>
            <a:r>
              <a:rPr lang="en-IN" altLang="en-US" b="1"/>
              <a:t>), O(n</a:t>
            </a:r>
            <a:r>
              <a:rPr lang="en-IN" altLang="en-US" b="1" baseline="30000"/>
              <a:t>4</a:t>
            </a:r>
            <a:r>
              <a:rPr lang="en-IN" altLang="en-US" b="1"/>
              <a:t>), O(n</a:t>
            </a:r>
            <a:r>
              <a:rPr lang="en-IN" altLang="en-US" b="1" baseline="30000"/>
              <a:t>5</a:t>
            </a:r>
            <a:r>
              <a:rPr lang="en-IN" altLang="en-US" b="1"/>
              <a:t>), etc. : </a:t>
            </a:r>
            <a:r>
              <a:rPr lang="en-IN" altLang="en-US" b="1" i="1">
                <a:solidFill>
                  <a:srgbClr val="FF0000"/>
                </a:solidFill>
              </a:rPr>
              <a:t>polynomial</a:t>
            </a:r>
            <a:r>
              <a:rPr lang="en-IN" altLang="en-US" b="1">
                <a:solidFill>
                  <a:srgbClr val="FF0000"/>
                </a:solidFill>
              </a:rPr>
              <a:t> complexity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IN" altLang="en-US" b="1"/>
              <a:t>O(2</a:t>
            </a:r>
            <a:r>
              <a:rPr lang="en-IN" altLang="en-US" b="1" baseline="30000"/>
              <a:t>n</a:t>
            </a:r>
            <a:r>
              <a:rPr lang="en-IN" altLang="en-US" b="1"/>
              <a:t>) : </a:t>
            </a:r>
            <a:r>
              <a:rPr lang="en-IN" altLang="en-US" b="1" i="1">
                <a:solidFill>
                  <a:srgbClr val="FF0000"/>
                </a:solidFill>
              </a:rPr>
              <a:t>exponential</a:t>
            </a:r>
            <a:r>
              <a:rPr lang="en-IN" altLang="en-US" b="1">
                <a:solidFill>
                  <a:srgbClr val="FF0000"/>
                </a:solidFill>
              </a:rPr>
              <a:t> complexity.</a:t>
            </a:r>
            <a:endParaRPr lang="en-IN" altLang="en-US">
              <a:solidFill>
                <a:srgbClr val="FF0000"/>
              </a:solidFill>
            </a:endParaRPr>
          </a:p>
          <a:p>
            <a:pPr eaLnBrk="1" hangingPunct="1"/>
            <a:endParaRPr lang="en-US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ADCDC0-B047-30EB-C86A-A614CFE5725F}"/>
              </a:ext>
            </a:extLst>
          </p:cNvPr>
          <p:cNvGraphicFramePr>
            <a:graphicFrameLocks noGrp="1"/>
          </p:cNvGraphicFramePr>
          <p:nvPr/>
        </p:nvGraphicFramePr>
        <p:xfrm>
          <a:off x="6650567" y="1932518"/>
          <a:ext cx="5215467" cy="1652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effectLst/>
                        </a:rPr>
                        <a:t>2</a:t>
                      </a:r>
                      <a:r>
                        <a:rPr lang="en-IN" sz="2800" b="1" baseline="30000" dirty="0">
                          <a:effectLst/>
                        </a:rPr>
                        <a:t>5</a:t>
                      </a:r>
                      <a:endParaRPr lang="en-IN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500" b="1">
                          <a:effectLst/>
                        </a:rPr>
                        <a:t>32</a:t>
                      </a:r>
                      <a:endParaRPr lang="en-IN" sz="2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effectLst/>
                        </a:rPr>
                        <a:t>2</a:t>
                      </a:r>
                      <a:r>
                        <a:rPr lang="en-IN" sz="2800" b="1" baseline="30000">
                          <a:effectLst/>
                        </a:rPr>
                        <a:t>10</a:t>
                      </a:r>
                      <a:endParaRPr lang="en-IN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500" b="1">
                          <a:effectLst/>
                        </a:rPr>
                        <a:t>1024</a:t>
                      </a:r>
                      <a:endParaRPr lang="en-IN" sz="2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effectLst/>
                        </a:rPr>
                        <a:t>2</a:t>
                      </a:r>
                      <a:r>
                        <a:rPr lang="en-IN" sz="2800" b="1" baseline="30000" dirty="0">
                          <a:effectLst/>
                        </a:rPr>
                        <a:t>100</a:t>
                      </a:r>
                      <a:endParaRPr lang="en-IN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r>
                        <a:rPr lang="en-IN" sz="2500" b="1" dirty="0">
                          <a:effectLst/>
                        </a:rPr>
                        <a:t>1.2676506002282E+30 </a:t>
                      </a:r>
                      <a:endParaRPr lang="en-IN" sz="2500" b="1" dirty="0"/>
                    </a:p>
                  </a:txBody>
                  <a:tcPr marL="68569" marR="6856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596" name="Rectangle 5">
            <a:extLst>
              <a:ext uri="{FF2B5EF4-FFF2-40B4-BE49-F238E27FC236}">
                <a16:creationId xmlns:a16="http://schemas.microsoft.com/office/drawing/2014/main" id="{718ED7CB-C80E-127C-53C7-2DB9C24B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18" y="3037418"/>
            <a:ext cx="11730567" cy="131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IN" altLang="en-US" sz="2800"/>
              <a:t>General ordering among functions.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IN" altLang="en-US" sz="2800" b="1"/>
              <a:t>O(1) &lt; O(logn) &lt; O( n) &lt; O( n log n) &lt; O(n*n) &lt; O(n*n*n) &lt; O(n</a:t>
            </a:r>
            <a:r>
              <a:rPr lang="en-IN" altLang="en-US" sz="2800" b="1" baseline="30000"/>
              <a:t>k</a:t>
            </a:r>
            <a:r>
              <a:rPr lang="en-IN" altLang="en-US" sz="2800" b="1"/>
              <a:t>)&lt; O(2</a:t>
            </a:r>
            <a:r>
              <a:rPr lang="en-IN" altLang="en-US" sz="2800" b="1" baseline="30000"/>
              <a:t>n</a:t>
            </a:r>
            <a:r>
              <a:rPr lang="en-IN" altLang="en-US" sz="2800" b="1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0EB81F-71FE-A179-98C4-D9FC25769C35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altLang="en-US" sz="3200" b="1" dirty="0">
                <a:solidFill>
                  <a:schemeClr val="tx1"/>
                </a:solidFill>
              </a:rPr>
              <a:t>How to combine time complexities of consecutive loops?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6629" name="Content Placeholder 5">
            <a:extLst>
              <a:ext uri="{FF2B5EF4-FFF2-40B4-BE49-F238E27FC236}">
                <a16:creationId xmlns:a16="http://schemas.microsoft.com/office/drawing/2014/main" id="{F5F3CD7B-61C4-0463-DD8B-2C766A0C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4" y="954618"/>
            <a:ext cx="11912600" cy="452543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IN" altLang="en-US" sz="2667" b="1"/>
              <a:t>When there are consecutive loops, we calculate time complexity as sum of time complexities of individual loops.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for (int i = 1; i &lt;=m; i += c)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for (int i = 1; i &lt;=n; i += c)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{ // some O(1) expressions } </a:t>
            </a:r>
          </a:p>
          <a:p>
            <a:pPr algn="just" eaLnBrk="1" hangingPunct="1"/>
            <a:endParaRPr lang="en-US" altLang="en-US" sz="20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 eaLnBrk="1" hangingPunct="1"/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Time complexity of above code is O(m) + O(n) which is O(m+n) </a:t>
            </a:r>
          </a:p>
          <a:p>
            <a:pPr algn="just" eaLnBrk="1" hangingPunct="1"/>
            <a:r>
              <a:rPr lang="en-US" alt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If m == n, the time complexity becomes O(2n) which is O(n).</a:t>
            </a:r>
            <a:r>
              <a:rPr lang="en-US" altLang="en-US" sz="2400" b="1"/>
              <a:t> </a:t>
            </a:r>
          </a:p>
          <a:p>
            <a:pPr eaLnBrk="1" hangingPunct="1"/>
            <a:endParaRPr lang="en-US" altLang="en-US" sz="2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865C8-918F-4AB0-E94D-3B526F281333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US" alt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O(1),O(n),</a:t>
            </a:r>
            <a:r>
              <a:rPr 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 O(N</a:t>
            </a:r>
            <a:r>
              <a:rPr lang="en-US" sz="4000" b="1" baseline="300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r>
              <a:rPr 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) VS</a:t>
            </a:r>
            <a:r>
              <a:rPr lang="en-US" altLang="en-US" sz="4000" b="1" dirty="0">
                <a:solidFill>
                  <a:schemeClr val="tx1"/>
                </a:solidFill>
                <a:cs typeface="Arial" panose="020B0604020202020204" pitchFamily="34" charset="0"/>
              </a:rPr>
              <a:t> O(log n) time complexities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B8D5141D-6D1A-BA9F-457B-7FB718662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184" y="922867"/>
            <a:ext cx="7357533" cy="544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8B17BC-3477-A651-B087-FC2D4DD408A1}"/>
              </a:ext>
            </a:extLst>
          </p:cNvPr>
          <p:cNvGraphicFramePr>
            <a:graphicFrameLocks noGrp="1"/>
          </p:cNvGraphicFramePr>
          <p:nvPr/>
        </p:nvGraphicFramePr>
        <p:xfrm>
          <a:off x="220134" y="996951"/>
          <a:ext cx="11038417" cy="1905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3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1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14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log</a:t>
                      </a:r>
                      <a:r>
                        <a:rPr lang="en-IN" sz="2000" b="1" baseline="-25000" dirty="0">
                          <a:effectLst/>
                        </a:rPr>
                        <a:t>2</a:t>
                      </a:r>
                      <a:r>
                        <a:rPr lang="en-IN" sz="2000" b="1" dirty="0">
                          <a:effectLst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nlog</a:t>
                      </a:r>
                      <a:r>
                        <a:rPr lang="en-IN" sz="2000" b="1" baseline="-25000">
                          <a:effectLst/>
                        </a:rPr>
                        <a:t>2</a:t>
                      </a:r>
                      <a:r>
                        <a:rPr lang="en-IN" sz="2000" b="1">
                          <a:effectLst/>
                        </a:rPr>
                        <a:t>n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r>
                        <a:rPr lang="en-IN" sz="2000" b="1" baseline="30000">
                          <a:effectLst/>
                        </a:rPr>
                        <a:t>2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n</a:t>
                      </a:r>
                      <a:r>
                        <a:rPr lang="en-IN" sz="2000" b="1" baseline="30000">
                          <a:effectLst/>
                        </a:rPr>
                        <a:t>3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2000" b="1" i="1" kern="1200" baseline="300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3.3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33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100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2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6.6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100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664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 ms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4×10</a:t>
                      </a:r>
                      <a:r>
                        <a:rPr lang="en-IN" sz="2000" b="1" baseline="30000">
                          <a:effectLst/>
                        </a:rPr>
                        <a:t>16</a:t>
                      </a:r>
                      <a:r>
                        <a:rPr lang="en-IN" sz="2000" b="1">
                          <a:effectLst/>
                        </a:rPr>
                        <a:t> years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4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13 μs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 </a:t>
                      </a:r>
                      <a:r>
                        <a:rPr lang="en-IN" sz="2000" b="1" dirty="0" err="1">
                          <a:effectLst/>
                        </a:rPr>
                        <a:t>ms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133 </a:t>
                      </a:r>
                      <a:r>
                        <a:rPr lang="en-IN" sz="2000" b="1" dirty="0" err="1">
                          <a:effectLst/>
                        </a:rPr>
                        <a:t>ms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1.7 minutes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11.6 days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r>
                        <a:rPr lang="en-IN" sz="2000" b="1" baseline="30000" dirty="0">
                          <a:effectLst/>
                        </a:rPr>
                        <a:t>2997</a:t>
                      </a:r>
                      <a:r>
                        <a:rPr lang="en-IN" sz="2000" b="1" dirty="0">
                          <a:effectLst/>
                        </a:rPr>
                        <a:t> 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10</a:t>
                      </a:r>
                      <a:r>
                        <a:rPr lang="en-IN" sz="2000" b="1" baseline="30000">
                          <a:effectLst/>
                        </a:rPr>
                        <a:t>6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20 </a:t>
                      </a:r>
                      <a:r>
                        <a:rPr lang="en-IN" sz="2000" b="1" dirty="0" err="1">
                          <a:effectLst/>
                        </a:rPr>
                        <a:t>μs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1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effectLst/>
                        </a:rPr>
                        <a:t>20 s</a:t>
                      </a:r>
                      <a:endParaRPr lang="en-IN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11.6 days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32000 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effectLst/>
                        </a:rPr>
                        <a:t>10</a:t>
                      </a:r>
                      <a:r>
                        <a:rPr lang="en-IN" sz="2000" b="1" baseline="30000" dirty="0">
                          <a:effectLst/>
                        </a:rPr>
                        <a:t>300000 </a:t>
                      </a:r>
                      <a:r>
                        <a:rPr lang="en-IN" sz="2000" b="1" dirty="0">
                          <a:effectLst/>
                        </a:rPr>
                        <a:t>years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7" marR="76207" marT="15240" marB="152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72" name="Rectangle 6">
            <a:extLst>
              <a:ext uri="{FF2B5EF4-FFF2-40B4-BE49-F238E27FC236}">
                <a16:creationId xmlns:a16="http://schemas.microsoft.com/office/drawing/2014/main" id="{8FD2436D-6674-EBEF-13B6-1D8943CCD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84" y="2808817"/>
            <a:ext cx="11275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IN" altLang="en-US" sz="2000" b="1">
                <a:solidFill>
                  <a:srgbClr val="000000"/>
                </a:solidFill>
                <a:cs typeface="Times New Roman" panose="02020603050405020304" pitchFamily="18" charset="0"/>
              </a:rPr>
              <a:t>Assuming one million operations per second</a:t>
            </a:r>
            <a:endParaRPr lang="en-IN" altLang="en-US" sz="20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D36AE-E7AC-2EA5-D7B1-749AB5561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34" y="3295651"/>
            <a:ext cx="7023100" cy="2074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IN" altLang="en-US" sz="2267" b="1">
                <a:solidFill>
                  <a:srgbClr val="FF0000"/>
                </a:solidFill>
                <a:cs typeface="Times New Roman" panose="02020603050405020304" pitchFamily="18" charset="0"/>
              </a:rPr>
              <a:t>Important points to note: </a:t>
            </a:r>
            <a:endParaRPr lang="en-IN" altLang="en-US" sz="2267" b="1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(log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excellent complexity.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log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is pretty good: hard to complain about it.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could be bad, depending on 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endParaRPr lang="en-IN" altLang="en-US" sz="2267" b="1">
              <a:cs typeface="Calibri" panose="020F050202020403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SzPts val="1000"/>
              <a:buFont typeface="Wingdings" panose="05000000000000000000" pitchFamily="2" charset="2"/>
              <a:buChar char="§"/>
            </a:pP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Ω(</a:t>
            </a:r>
            <a:r>
              <a:rPr lang="en-IN" altLang="en-US" sz="2267" b="1" i="1">
                <a:solidFill>
                  <a:srgbClr val="000000"/>
                </a:solidFill>
                <a:cs typeface="Times New Roman" panose="02020603050405020304" pitchFamily="18" charset="0"/>
              </a:rPr>
              <a:t>k</a:t>
            </a:r>
            <a:r>
              <a:rPr lang="en-IN" altLang="en-US" sz="2267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IN" altLang="en-US" sz="2267" b="1">
                <a:solidFill>
                  <a:srgbClr val="000000"/>
                </a:solidFill>
                <a:cs typeface="Times New Roman" panose="02020603050405020304" pitchFamily="18" charset="0"/>
              </a:rPr>
              <a:t>) is a disaster.</a:t>
            </a:r>
            <a:endParaRPr lang="en-IN" altLang="en-US" sz="2267" b="1"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375E1-7142-1748-61E8-3F0C1D24A696}"/>
              </a:ext>
            </a:extLst>
          </p:cNvPr>
          <p:cNvSpPr/>
          <p:nvPr/>
        </p:nvSpPr>
        <p:spPr>
          <a:xfrm>
            <a:off x="95251" y="5509685"/>
            <a:ext cx="7122583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lIns="91440" tIns="45720" rIns="91440" bIns="45720">
            <a:sp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000000"/>
                </a:solidFill>
              </a:rPr>
              <a:t>If you have an algorithm with a higher complexity than necessary, no amount of clever programming will make up for it</a:t>
            </a:r>
            <a:endParaRPr lang="en-IN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3FB9B-8E47-23B9-9CFD-59DA87EA8EEB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 sz="4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algn="ctr">
              <a:defRPr/>
            </a:pPr>
            <a:r>
              <a:rPr lang="en-US" sz="4000" b="1" dirty="0">
                <a:solidFill>
                  <a:srgbClr val="000000"/>
                </a:solidFill>
                <a:latin typeface="Helvetica" panose="020B0604020202020204" pitchFamily="34" charset="0"/>
              </a:rPr>
              <a:t>W</a:t>
            </a:r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 worry about Complexity? </a:t>
            </a:r>
            <a:br>
              <a:rPr lang="en-IN" sz="4000" b="1" dirty="0"/>
            </a:b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E60F74-CE97-ADB8-7748-FD92BC1543E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413" name="Content Placeholder 5">
            <a:extLst>
              <a:ext uri="{FF2B5EF4-FFF2-40B4-BE49-F238E27FC236}">
                <a16:creationId xmlns:a16="http://schemas.microsoft.com/office/drawing/2014/main" id="{3DAF7517-9239-7F94-74E2-2D78A34EF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1498601"/>
            <a:ext cx="6656916" cy="4806951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 err="1"/>
              <a:t>int</a:t>
            </a:r>
            <a:r>
              <a:rPr lang="en-US" sz="2267" b="1" dirty="0"/>
              <a:t> x = 0, y = 0;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for (</a:t>
            </a:r>
            <a:r>
              <a:rPr lang="en-US" sz="2267" b="1" dirty="0" err="1"/>
              <a:t>i</a:t>
            </a:r>
            <a:r>
              <a:rPr lang="en-US" sz="2267" b="1" dirty="0"/>
              <a:t> = 0; </a:t>
            </a:r>
            <a:r>
              <a:rPr lang="en-US" sz="2267" b="1" dirty="0" err="1"/>
              <a:t>i</a:t>
            </a:r>
            <a:r>
              <a:rPr lang="en-US" sz="2267" b="1" dirty="0"/>
              <a:t> &lt; N; </a:t>
            </a:r>
            <a:r>
              <a:rPr lang="en-US" sz="2267" b="1" dirty="0" err="1"/>
              <a:t>i</a:t>
            </a:r>
            <a:r>
              <a:rPr lang="en-US" sz="2267" b="1" dirty="0"/>
              <a:t>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    x = x + rand();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for (j = 0; j &lt; M; j++)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    y = y + rand();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/>
              <a:t>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67" b="1" dirty="0">
                <a:solidFill>
                  <a:srgbClr val="0070C0"/>
                </a:solidFill>
              </a:rPr>
              <a:t> Options: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* M) time, O(1)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+ M) time, O(N + M)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+ M) time, O(1) space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267" b="1" dirty="0"/>
              <a:t>O(N * M) time, O(N + M) space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BABCE2C3-433A-5B64-DECB-D4894E87E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767" y="1867156"/>
            <a:ext cx="5105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4975" algn="l"/>
                <a:tab pos="871538" algn="l"/>
                <a:tab pos="1308100" algn="l"/>
                <a:tab pos="1744663" algn="l"/>
                <a:tab pos="2181225" algn="l"/>
                <a:tab pos="2616200" algn="l"/>
                <a:tab pos="3052763" algn="l"/>
                <a:tab pos="3489325" algn="l"/>
                <a:tab pos="3925888" algn="l"/>
                <a:tab pos="4362450" algn="l"/>
                <a:tab pos="4797425" algn="l"/>
                <a:tab pos="5233988" algn="l"/>
                <a:tab pos="5670550" algn="l"/>
                <a:tab pos="6107113" algn="l"/>
                <a:tab pos="6543675" algn="l"/>
                <a:tab pos="6978650" algn="l"/>
              </a:tabLst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70C0"/>
                </a:solidFill>
                <a:cs typeface="Times New Roman" panose="02020603050405020304" pitchFamily="18" charset="0"/>
              </a:rPr>
              <a:t>Output:</a:t>
            </a:r>
            <a:endParaRPr lang="en-US" altLang="en-US" sz="2800" b="1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3. O(N + M) time, O(1) space</a:t>
            </a:r>
            <a:endParaRPr lang="en-US" altLang="en-US" sz="2800"/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D842E923-4064-648D-9834-0807693C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1035051"/>
            <a:ext cx="1108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Arial" panose="020B0604020202020204" pitchFamily="34" charset="0"/>
              </a:rPr>
              <a:t>What is the time, space complexity of following code: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4FFB2-9DE1-32E2-7B62-3F4F3758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2982384"/>
            <a:ext cx="6832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The first loop is O(N) and the second loop is O(M). Since we don’t know which is bigger, we say this is O(N + M). This can also be written as O(max(N, M)).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en-US" sz="2000" b="1">
                <a:latin typeface="Arial" panose="020B0604020202020204" pitchFamily="34" charset="0"/>
              </a:rPr>
            </a:br>
            <a:r>
              <a:rPr lang="en-US" altLang="en-US" sz="2000" b="1">
                <a:latin typeface="Arial" panose="020B0604020202020204" pitchFamily="34" charset="0"/>
              </a:rPr>
              <a:t>Since there is no additional space being utilized, the space complexity is constant / O(1)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B29169-3688-1832-F58D-05C4F8B6889F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244E3-AD5B-BECA-331E-B4EE0CE1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4" y="1498601"/>
            <a:ext cx="6237816" cy="4806951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c = 0;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for (x = 0; x &lt; N; </a:t>
            </a:r>
            <a:r>
              <a:rPr lang="en-US" b="1" dirty="0" err="1"/>
              <a:t>i</a:t>
            </a:r>
            <a:r>
              <a:rPr lang="en-US" b="1" dirty="0"/>
              <a:t>++)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for (y = N; y &gt; x; y--) {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    c = c + x + y;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}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} 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O(N*log(N))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 * </a:t>
            </a:r>
            <a:r>
              <a:rPr lang="en-US" sz="2400" b="1" dirty="0" err="1"/>
              <a:t>Sqrt</a:t>
            </a:r>
            <a:r>
              <a:rPr lang="en-US" sz="2400" b="1" dirty="0"/>
              <a:t>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O(N*N)</a:t>
            </a:r>
          </a:p>
          <a:p>
            <a:pPr eaLnBrk="1" hangingPunct="1">
              <a:defRPr/>
            </a:pPr>
            <a:endParaRPr lang="en-US" sz="2000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A9C88020-B837-0ABD-907E-2140C5F6B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473474"/>
            <a:ext cx="6654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4. O(N*N)</a:t>
            </a: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 </a:t>
            </a:r>
            <a:endParaRPr lang="en-US" sz="2800" dirty="0">
              <a:latin typeface="+mj-lt"/>
            </a:endParaRPr>
          </a:p>
          <a:p>
            <a:pPr eaLnBrk="1" hangingPunct="1">
              <a:defRPr/>
            </a:pPr>
            <a:r>
              <a:rPr lang="en-US" sz="2800" b="1" dirty="0"/>
              <a:t>Explanation:</a:t>
            </a:r>
            <a:br>
              <a:rPr lang="en-US" sz="2800" dirty="0"/>
            </a:br>
            <a:r>
              <a:rPr lang="en-US" sz="2800" dirty="0"/>
              <a:t>The above code runs total no of times</a:t>
            </a:r>
            <a:br>
              <a:rPr lang="en-US" sz="2800" dirty="0"/>
            </a:br>
            <a:r>
              <a:rPr lang="en-US" sz="2800" dirty="0"/>
              <a:t>= N + (N – 1) + (N – 2) + … 1 + 0</a:t>
            </a:r>
            <a:br>
              <a:rPr lang="en-US" sz="2800" dirty="0"/>
            </a:br>
            <a:r>
              <a:rPr lang="en-US" sz="2800" dirty="0"/>
              <a:t>= N * (N + 1) / 2</a:t>
            </a:r>
            <a:br>
              <a:rPr lang="en-US" sz="2800" dirty="0"/>
            </a:br>
            <a:r>
              <a:rPr lang="en-US" sz="2800" dirty="0"/>
              <a:t>= 1/2 * N^2 + 1/2 * N</a:t>
            </a:r>
            <a:br>
              <a:rPr lang="en-US" sz="2800" dirty="0"/>
            </a:br>
            <a:r>
              <a:rPr lang="en-US" sz="2800" dirty="0"/>
              <a:t>O(N^2) times.</a:t>
            </a:r>
            <a:endParaRPr lang="en-US" sz="28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4F8F874-8EA5-3F60-3913-F91C6337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933451"/>
            <a:ext cx="1108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  <a:latin typeface="Arial" panose="020B0604020202020204" pitchFamily="34" charset="0"/>
              </a:rPr>
              <a:t>What is the time complexity of following code: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6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6D02FAC-10EE-D8BF-6EC2-F75429894F44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106B4-1263-325E-0734-41ADABD1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85" y="2051052"/>
            <a:ext cx="6656916" cy="2152649"/>
          </a:xfrm>
        </p:spPr>
        <p:txBody>
          <a:bodyPr>
            <a:normAutofit fontScale="925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</a:rPr>
              <a:t>Options:</a:t>
            </a:r>
            <a:endParaRPr lang="en-US" sz="2400" dirty="0">
              <a:solidFill>
                <a:srgbClr val="0070C0"/>
              </a:solidFill>
            </a:endParaRP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A will always be a better choice for small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A will always be a better choice for large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B will always be a better choice for small inputs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B will always be a better choice for all inputs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8F8BD4D7-08E1-F2B8-68FC-FA31924AF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1" y="4585154"/>
            <a:ext cx="79629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 algn="just" eaLnBrk="1" hangingPunct="1">
              <a:defRPr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Explanation:</a:t>
            </a:r>
            <a:r>
              <a:rPr lang="en-US" sz="2400" b="1" dirty="0">
                <a:latin typeface="+mj-lt"/>
              </a:rPr>
              <a:t> In asymptotic analysis we consider growth of algorithm in terms of input size. An algorithm A is said to be asymptotically better than B if A takes smaller time than B for all input sizes n larger than a value n0 where n0 &gt; 0.</a:t>
            </a:r>
            <a:endParaRPr lang="en-US" sz="2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5A3AF7A7-4A5D-C8CA-0743-8A1FEB666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1" y="1035052"/>
            <a:ext cx="11874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What does it mean when we say that an algorithm A is asymptotically more efficient than B?</a:t>
            </a:r>
            <a:endParaRPr lang="en-US" altLang="en-US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B5045-EACA-D7D8-2FDA-396F35DC907D}"/>
              </a:ext>
            </a:extLst>
          </p:cNvPr>
          <p:cNvSpPr/>
          <p:nvPr/>
        </p:nvSpPr>
        <p:spPr>
          <a:xfrm>
            <a:off x="7442200" y="1771651"/>
            <a:ext cx="4572000" cy="1384995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2. A will always be a better choice for large inputs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CE3BF1-7BA6-C885-D550-5D273A29961A}"/>
              </a:ext>
            </a:extLst>
          </p:cNvPr>
          <p:cNvSpPr/>
          <p:nvPr/>
        </p:nvSpPr>
        <p:spPr>
          <a:xfrm>
            <a:off x="0" y="1"/>
            <a:ext cx="12192000" cy="886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r>
              <a:rPr lang="en-IN" sz="4000" b="1" dirty="0">
                <a:solidFill>
                  <a:schemeClr val="tx1"/>
                </a:solidFill>
              </a:rPr>
              <a:t>QUIZ  (Time Complexity)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2296D-2591-5922-27CC-3867A8A7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5" y="1625600"/>
            <a:ext cx="4828116" cy="46990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 err="1"/>
              <a:t>int</a:t>
            </a:r>
            <a:r>
              <a:rPr lang="en-US" b="1" dirty="0"/>
              <a:t> a = 0, </a:t>
            </a:r>
            <a:r>
              <a:rPr lang="en-US" b="1" dirty="0" err="1"/>
              <a:t>i</a:t>
            </a:r>
            <a:r>
              <a:rPr lang="en-US" b="1" dirty="0"/>
              <a:t> = N;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while (</a:t>
            </a:r>
            <a:r>
              <a:rPr lang="en-US" b="1" dirty="0" err="1"/>
              <a:t>i</a:t>
            </a:r>
            <a:r>
              <a:rPr lang="en-US" b="1" dirty="0"/>
              <a:t> &gt; 0) {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a += </a:t>
            </a:r>
            <a:r>
              <a:rPr lang="en-US" b="1" dirty="0" err="1"/>
              <a:t>i</a:t>
            </a:r>
            <a:r>
              <a:rPr lang="en-US" b="1" dirty="0"/>
              <a:t>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    </a:t>
            </a:r>
            <a:r>
              <a:rPr lang="en-US" b="1" dirty="0" err="1"/>
              <a:t>i</a:t>
            </a:r>
            <a:r>
              <a:rPr lang="en-US" b="1" dirty="0"/>
              <a:t> /= 2; </a:t>
            </a: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}</a:t>
            </a:r>
            <a:r>
              <a:rPr lang="en-US" dirty="0"/>
              <a:t>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/>
              <a:t>Options: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</a:t>
            </a:r>
            <a:r>
              <a:rPr lang="en-US" sz="2400" b="1" dirty="0" err="1"/>
              <a:t>Sqrt</a:t>
            </a:r>
            <a:r>
              <a:rPr lang="en-US" sz="2400" b="1" dirty="0"/>
              <a:t>(N))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O(N / 2)</a:t>
            </a:r>
          </a:p>
          <a:p>
            <a:pPr marL="457189" indent="-457189">
              <a:buFont typeface="+mj-lt"/>
              <a:buAutoNum type="arabicPeriod"/>
              <a:defRPr/>
            </a:pPr>
            <a:r>
              <a:rPr lang="en-US" sz="2400" b="1" dirty="0"/>
              <a:t>O(log N)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86017" name="Rectangle 1">
            <a:extLst>
              <a:ext uri="{FF2B5EF4-FFF2-40B4-BE49-F238E27FC236}">
                <a16:creationId xmlns:a16="http://schemas.microsoft.com/office/drawing/2014/main" id="{BA3A959C-DE52-65BF-DC12-63C0BF49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1917518"/>
            <a:ext cx="69596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ctr">
            <a:spAutoFit/>
          </a:bodyPr>
          <a:lstStyle/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r>
              <a:rPr lang="en-US" sz="2800" b="1" dirty="0">
                <a:solidFill>
                  <a:srgbClr val="0070C0"/>
                </a:solidFill>
                <a:latin typeface="+mj-lt"/>
                <a:ea typeface="Times New Roman" pitchFamily="18" charset="0"/>
                <a:cs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4. O(log N) </a:t>
            </a:r>
          </a:p>
          <a:p>
            <a:pPr eaLnBrk="1" hangingPunct="1">
              <a:defRPr/>
            </a:pPr>
            <a:endParaRPr lang="en-US" sz="2800" b="1" dirty="0">
              <a:latin typeface="+mj-lt"/>
            </a:endParaRPr>
          </a:p>
          <a:p>
            <a:pPr eaLnBrk="1" hangingPunct="1">
              <a:defRPr/>
            </a:pPr>
            <a:r>
              <a:rPr lang="en-US" sz="2800" b="1" dirty="0">
                <a:latin typeface="+mj-lt"/>
              </a:rPr>
              <a:t>Explanation:</a:t>
            </a:r>
            <a:r>
              <a:rPr lang="en-US" sz="2800" dirty="0">
                <a:latin typeface="+mj-lt"/>
              </a:rPr>
              <a:t> 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We have to find the smallest x such that </a:t>
            </a:r>
          </a:p>
          <a:p>
            <a:pPr eaLnBrk="1" hangingPunct="1">
              <a:defRPr/>
            </a:pPr>
            <a:r>
              <a:rPr lang="en-US" sz="2800" dirty="0">
                <a:latin typeface="+mj-lt"/>
              </a:rPr>
              <a:t>N / 2^x 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x = log(N)</a:t>
            </a:r>
          </a:p>
          <a:p>
            <a:pPr>
              <a:tabLst>
                <a:tab pos="581011" algn="l"/>
                <a:tab pos="1163610" algn="l"/>
                <a:tab pos="1744619" algn="l"/>
                <a:tab pos="2327216" algn="l"/>
                <a:tab pos="2908227" algn="l"/>
                <a:tab pos="3489238" algn="l"/>
                <a:tab pos="4071837" algn="l"/>
                <a:tab pos="4652846" algn="l"/>
                <a:tab pos="5235444" algn="l"/>
                <a:tab pos="5816455" algn="l"/>
                <a:tab pos="6397465" algn="l"/>
                <a:tab pos="6980064" algn="l"/>
                <a:tab pos="7561074" algn="l"/>
                <a:tab pos="8143671" algn="l"/>
                <a:tab pos="8724682" algn="l"/>
                <a:tab pos="9305693" algn="l"/>
              </a:tabLst>
              <a:defRPr/>
            </a:pPr>
            <a:endParaRPr lang="en-US" sz="28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A9E5D-3DB8-EFCC-F54E-D22140B9E887}"/>
              </a:ext>
            </a:extLst>
          </p:cNvPr>
          <p:cNvSpPr/>
          <p:nvPr/>
        </p:nvSpPr>
        <p:spPr>
          <a:xfrm>
            <a:off x="165101" y="1035052"/>
            <a:ext cx="11087100" cy="584775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/>
          <a:p>
            <a:pPr eaLnBrk="1" hangingPunct="1">
              <a:defRPr/>
            </a:pPr>
            <a:r>
              <a:rPr lang="en-US" sz="3200" b="1" dirty="0"/>
              <a:t>What is the time complexity of following code: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2354</Words>
  <Application>Microsoft Office PowerPoint</Application>
  <PresentationFormat>Widescreen</PresentationFormat>
  <Paragraphs>297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STKaiti</vt:lpstr>
      <vt:lpstr>&amp;quot</vt:lpstr>
      <vt:lpstr>Aptos</vt:lpstr>
      <vt:lpstr>Aptos Display</vt:lpstr>
      <vt:lpstr>Arial</vt:lpstr>
      <vt:lpstr>Calibri</vt:lpstr>
      <vt:lpstr>Cambria</vt:lpstr>
      <vt:lpstr>Consolas</vt:lpstr>
      <vt:lpstr>Courier New</vt:lpstr>
      <vt:lpstr>Helvetica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shahjad israil</dc:creator>
  <cp:lastModifiedBy>shahjad israil</cp:lastModifiedBy>
  <cp:revision>1</cp:revision>
  <dcterms:created xsi:type="dcterms:W3CDTF">2025-12-18T10:27:05Z</dcterms:created>
  <dcterms:modified xsi:type="dcterms:W3CDTF">2026-01-11T14:43:01Z</dcterms:modified>
</cp:coreProperties>
</file>