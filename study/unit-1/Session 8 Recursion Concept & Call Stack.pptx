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497" r:id="rId2"/>
    <p:sldId id="1057" r:id="rId3"/>
    <p:sldId id="740" r:id="rId4"/>
    <p:sldId id="1058" r:id="rId5"/>
    <p:sldId id="1066" r:id="rId6"/>
    <p:sldId id="741" r:id="rId7"/>
    <p:sldId id="835" r:id="rId8"/>
    <p:sldId id="878" r:id="rId9"/>
    <p:sldId id="1067" r:id="rId10"/>
    <p:sldId id="1068" r:id="rId11"/>
    <p:sldId id="1065" r:id="rId12"/>
    <p:sldId id="1070" r:id="rId13"/>
    <p:sldId id="1071" r:id="rId14"/>
    <p:sldId id="1072" r:id="rId15"/>
    <p:sldId id="1073" r:id="rId16"/>
    <p:sldId id="1074" r:id="rId17"/>
    <p:sldId id="1075" r:id="rId18"/>
    <p:sldId id="1076" r:id="rId19"/>
    <p:sldId id="1069" r:id="rId20"/>
    <p:sldId id="1030" r:id="rId21"/>
    <p:sldId id="1031" r:id="rId22"/>
    <p:sldId id="1059" r:id="rId23"/>
    <p:sldId id="1060" r:id="rId24"/>
    <p:sldId id="1061" r:id="rId25"/>
    <p:sldId id="1062" r:id="rId26"/>
    <p:sldId id="1064" r:id="rId27"/>
    <p:sldId id="1077" r:id="rId28"/>
    <p:sldId id="269" r:id="rId29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993"/>
    <a:srgbClr val="E83030"/>
    <a:srgbClr val="0060AA"/>
    <a:srgbClr val="0066B3"/>
    <a:srgbClr val="E31E24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D9DAE-77C8-44E5-94C0-3A49396C1D18}" v="53" dt="2026-01-10T07:19:09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63" d="100"/>
          <a:sy n="63" d="100"/>
        </p:scale>
        <p:origin x="1216" y="56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jad israil" userId="765442391d65c39a" providerId="LiveId" clId="{AD403976-A7C0-4C75-AA9D-6F93FECD3E33}"/>
    <pc:docChg chg="undo custSel addSld delSld modSld">
      <pc:chgData name="shahjad israil" userId="765442391d65c39a" providerId="LiveId" clId="{AD403976-A7C0-4C75-AA9D-6F93FECD3E33}" dt="2026-01-10T07:19:09.643" v="1558" actId="11"/>
      <pc:docMkLst>
        <pc:docMk/>
      </pc:docMkLst>
      <pc:sldChg chg="addSp modSp mod">
        <pc:chgData name="shahjad israil" userId="765442391d65c39a" providerId="LiveId" clId="{AD403976-A7C0-4C75-AA9D-6F93FECD3E33}" dt="2026-01-10T07:08:25.121" v="1429" actId="20577"/>
        <pc:sldMkLst>
          <pc:docMk/>
          <pc:sldMk cId="4142536426" sldId="497"/>
        </pc:sldMkLst>
        <pc:spChg chg="add mod">
          <ac:chgData name="shahjad israil" userId="765442391d65c39a" providerId="LiveId" clId="{AD403976-A7C0-4C75-AA9D-6F93FECD3E33}" dt="2026-01-10T07:07:48.531" v="1421" actId="1076"/>
          <ac:spMkLst>
            <pc:docMk/>
            <pc:sldMk cId="4142536426" sldId="497"/>
            <ac:spMk id="3" creationId="{971C069C-6325-C4BA-8206-50ACC397CC64}"/>
          </ac:spMkLst>
        </pc:spChg>
        <pc:spChg chg="mod">
          <ac:chgData name="shahjad israil" userId="765442391d65c39a" providerId="LiveId" clId="{AD403976-A7C0-4C75-AA9D-6F93FECD3E33}" dt="2026-01-10T07:08:25.121" v="1429" actId="20577"/>
          <ac:spMkLst>
            <pc:docMk/>
            <pc:sldMk cId="4142536426" sldId="497"/>
            <ac:spMk id="5" creationId="{F735F61E-D087-D90C-58CB-F3056C508EEF}"/>
          </ac:spMkLst>
        </pc:spChg>
        <pc:spChg chg="mod">
          <ac:chgData name="shahjad israil" userId="765442391d65c39a" providerId="LiveId" clId="{AD403976-A7C0-4C75-AA9D-6F93FECD3E33}" dt="2026-01-10T07:08:09.366" v="1426" actId="1076"/>
          <ac:spMkLst>
            <pc:docMk/>
            <pc:sldMk cId="4142536426" sldId="497"/>
            <ac:spMk id="7" creationId="{0A7DA37A-11B2-EE8B-F6D4-23A07A6F9262}"/>
          </ac:spMkLst>
        </pc:spChg>
        <pc:spChg chg="mod">
          <ac:chgData name="shahjad israil" userId="765442391d65c39a" providerId="LiveId" clId="{AD403976-A7C0-4C75-AA9D-6F93FECD3E33}" dt="2026-01-10T07:08:05.048" v="1425" actId="1076"/>
          <ac:spMkLst>
            <pc:docMk/>
            <pc:sldMk cId="4142536426" sldId="497"/>
            <ac:spMk id="8" creationId="{68F7CDE4-C1B5-EA85-23FB-C515D9544028}"/>
          </ac:spMkLst>
        </pc:spChg>
        <pc:picChg chg="mod">
          <ac:chgData name="shahjad israil" userId="765442391d65c39a" providerId="LiveId" clId="{AD403976-A7C0-4C75-AA9D-6F93FECD3E33}" dt="2025-12-25T14:41:43.484" v="137" actId="14100"/>
          <ac:picMkLst>
            <pc:docMk/>
            <pc:sldMk cId="4142536426" sldId="497"/>
            <ac:picMk id="4" creationId="{00000000-0000-0000-0000-000000000000}"/>
          </ac:picMkLst>
        </pc:picChg>
      </pc:sldChg>
      <pc:sldChg chg="addSp delSp modSp mod">
        <pc:chgData name="shahjad israil" userId="765442391d65c39a" providerId="LiveId" clId="{AD403976-A7C0-4C75-AA9D-6F93FECD3E33}" dt="2025-12-26T02:44:41.931" v="1193" actId="5793"/>
        <pc:sldMkLst>
          <pc:docMk/>
          <pc:sldMk cId="1654840783" sldId="740"/>
        </pc:sldMkLst>
        <pc:spChg chg="mod">
          <ac:chgData name="shahjad israil" userId="765442391d65c39a" providerId="LiveId" clId="{AD403976-A7C0-4C75-AA9D-6F93FECD3E33}" dt="2025-12-25T15:11:13.239" v="711" actId="20577"/>
          <ac:spMkLst>
            <pc:docMk/>
            <pc:sldMk cId="1654840783" sldId="740"/>
            <ac:spMk id="2" creationId="{7FEE1B99-B51C-4A5A-108B-8445DFED19F8}"/>
          </ac:spMkLst>
        </pc:spChg>
        <pc:spChg chg="add del mod">
          <ac:chgData name="shahjad israil" userId="765442391d65c39a" providerId="LiveId" clId="{AD403976-A7C0-4C75-AA9D-6F93FECD3E33}" dt="2025-12-26T02:44:41.931" v="1193" actId="5793"/>
          <ac:spMkLst>
            <pc:docMk/>
            <pc:sldMk cId="1654840783" sldId="740"/>
            <ac:spMk id="14" creationId="{92AE72C7-3EC7-6CA2-6B7A-44ECBA7BE1F1}"/>
          </ac:spMkLst>
        </pc:spChg>
      </pc:sldChg>
      <pc:sldChg chg="addSp delSp modSp mod">
        <pc:chgData name="shahjad israil" userId="765442391d65c39a" providerId="LiveId" clId="{AD403976-A7C0-4C75-AA9D-6F93FECD3E33}" dt="2025-12-26T02:49:12.847" v="1258" actId="20577"/>
        <pc:sldMkLst>
          <pc:docMk/>
          <pc:sldMk cId="1239496716" sldId="741"/>
        </pc:sldMkLst>
        <pc:spChg chg="mod">
          <ac:chgData name="shahjad israil" userId="765442391d65c39a" providerId="LiveId" clId="{AD403976-A7C0-4C75-AA9D-6F93FECD3E33}" dt="2025-12-25T14:50:41.423" v="430" actId="20577"/>
          <ac:spMkLst>
            <pc:docMk/>
            <pc:sldMk cId="1239496716" sldId="741"/>
            <ac:spMk id="2" creationId="{7FEE1B99-B51C-4A5A-108B-8445DFED19F8}"/>
          </ac:spMkLst>
        </pc:spChg>
        <pc:spChg chg="add mod">
          <ac:chgData name="shahjad israil" userId="765442391d65c39a" providerId="LiveId" clId="{AD403976-A7C0-4C75-AA9D-6F93FECD3E33}" dt="2025-12-26T02:49:12.847" v="1258" actId="20577"/>
          <ac:spMkLst>
            <pc:docMk/>
            <pc:sldMk cId="1239496716" sldId="741"/>
            <ac:spMk id="15" creationId="{9F0D5952-90EC-EFC7-AC9D-1F0A71D70CB1}"/>
          </ac:spMkLst>
        </pc:spChg>
      </pc:sldChg>
      <pc:sldChg chg="modSp mod">
        <pc:chgData name="shahjad israil" userId="765442391d65c39a" providerId="LiveId" clId="{AD403976-A7C0-4C75-AA9D-6F93FECD3E33}" dt="2025-12-26T02:50:53.533" v="1273" actId="20577"/>
        <pc:sldMkLst>
          <pc:docMk/>
          <pc:sldMk cId="1200935623" sldId="835"/>
        </pc:sldMkLst>
        <pc:spChg chg="mod">
          <ac:chgData name="shahjad israil" userId="765442391d65c39a" providerId="LiveId" clId="{AD403976-A7C0-4C75-AA9D-6F93FECD3E33}" dt="2025-12-26T02:50:01.124" v="1263"/>
          <ac:spMkLst>
            <pc:docMk/>
            <pc:sldMk cId="1200935623" sldId="835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5-12-26T02:50:53.533" v="1273" actId="20577"/>
          <ac:spMkLst>
            <pc:docMk/>
            <pc:sldMk cId="1200935623" sldId="835"/>
            <ac:spMk id="5" creationId="{00000000-0000-0000-0000-000000000000}"/>
          </ac:spMkLst>
        </pc:spChg>
      </pc:sldChg>
      <pc:sldChg chg="addSp delSp modSp mod">
        <pc:chgData name="shahjad israil" userId="765442391d65c39a" providerId="LiveId" clId="{AD403976-A7C0-4C75-AA9D-6F93FECD3E33}" dt="2025-12-26T02:57:08.983" v="1339" actId="20577"/>
        <pc:sldMkLst>
          <pc:docMk/>
          <pc:sldMk cId="566196382" sldId="878"/>
        </pc:sldMkLst>
        <pc:spChg chg="mod">
          <ac:chgData name="shahjad israil" userId="765442391d65c39a" providerId="LiveId" clId="{AD403976-A7C0-4C75-AA9D-6F93FECD3E33}" dt="2025-12-26T02:51:56.183" v="1284"/>
          <ac:spMkLst>
            <pc:docMk/>
            <pc:sldMk cId="566196382" sldId="878"/>
            <ac:spMk id="2" creationId="{7FEE1B99-B51C-4A5A-108B-8445DFED19F8}"/>
          </ac:spMkLst>
        </pc:spChg>
        <pc:spChg chg="add mod">
          <ac:chgData name="shahjad israil" userId="765442391d65c39a" providerId="LiveId" clId="{AD403976-A7C0-4C75-AA9D-6F93FECD3E33}" dt="2025-12-26T02:57:08.983" v="1339" actId="20577"/>
          <ac:spMkLst>
            <pc:docMk/>
            <pc:sldMk cId="566196382" sldId="878"/>
            <ac:spMk id="8" creationId="{7CE4AFFF-60C2-12A5-D06F-1E520E84DA51}"/>
          </ac:spMkLst>
        </pc:spChg>
      </pc:sldChg>
      <pc:sldChg chg="modSp del mod">
        <pc:chgData name="shahjad israil" userId="765442391d65c39a" providerId="LiveId" clId="{AD403976-A7C0-4C75-AA9D-6F93FECD3E33}" dt="2026-01-10T07:17:28.875" v="1548" actId="2696"/>
        <pc:sldMkLst>
          <pc:docMk/>
          <pc:sldMk cId="2157738065" sldId="879"/>
        </pc:sldMkLst>
        <pc:spChg chg="mod">
          <ac:chgData name="shahjad israil" userId="765442391d65c39a" providerId="LiveId" clId="{AD403976-A7C0-4C75-AA9D-6F93FECD3E33}" dt="2026-01-10T07:17:22.840" v="1547" actId="20577"/>
          <ac:spMkLst>
            <pc:docMk/>
            <pc:sldMk cId="2157738065" sldId="879"/>
            <ac:spMk id="2" creationId="{7FEE1B99-B51C-4A5A-108B-8445DFED19F8}"/>
          </ac:spMkLst>
        </pc:spChg>
      </pc:sldChg>
      <pc:sldChg chg="modSp mod modAnim">
        <pc:chgData name="shahjad israil" userId="765442391d65c39a" providerId="LiveId" clId="{AD403976-A7C0-4C75-AA9D-6F93FECD3E33}" dt="2025-12-26T02:56:07.718" v="1330" actId="20577"/>
        <pc:sldMkLst>
          <pc:docMk/>
          <pc:sldMk cId="256811407" sldId="1030"/>
        </pc:sldMkLst>
        <pc:spChg chg="mod">
          <ac:chgData name="shahjad israil" userId="765442391d65c39a" providerId="LiveId" clId="{AD403976-A7C0-4C75-AA9D-6F93FECD3E33}" dt="2025-12-26T02:56:07.718" v="1330" actId="20577"/>
          <ac:spMkLst>
            <pc:docMk/>
            <pc:sldMk cId="256811407" sldId="1030"/>
            <ac:spMk id="3" creationId="{00000000-0000-0000-0000-000000000000}"/>
          </ac:spMkLst>
        </pc:spChg>
        <pc:spChg chg="mod">
          <ac:chgData name="shahjad israil" userId="765442391d65c39a" providerId="LiveId" clId="{AD403976-A7C0-4C75-AA9D-6F93FECD3E33}" dt="2025-12-26T02:55:30.391" v="1325" actId="20577"/>
          <ac:spMkLst>
            <pc:docMk/>
            <pc:sldMk cId="256811407" sldId="1030"/>
            <ac:spMk id="6" creationId="{7FEE1B99-B51C-4A5A-108B-8445DFED19F8}"/>
          </ac:spMkLst>
        </pc:spChg>
      </pc:sldChg>
      <pc:sldChg chg="modSp mod modAnim">
        <pc:chgData name="shahjad israil" userId="765442391d65c39a" providerId="LiveId" clId="{AD403976-A7C0-4C75-AA9D-6F93FECD3E33}" dt="2025-12-26T02:59:00.345" v="1346" actId="20577"/>
        <pc:sldMkLst>
          <pc:docMk/>
          <pc:sldMk cId="1311512296" sldId="1031"/>
        </pc:sldMkLst>
        <pc:spChg chg="mod">
          <ac:chgData name="shahjad israil" userId="765442391d65c39a" providerId="LiveId" clId="{AD403976-A7C0-4C75-AA9D-6F93FECD3E33}" dt="2025-12-26T02:59:00.345" v="1346" actId="20577"/>
          <ac:spMkLst>
            <pc:docMk/>
            <pc:sldMk cId="1311512296" sldId="1031"/>
            <ac:spMk id="3" creationId="{00000000-0000-0000-0000-000000000000}"/>
          </ac:spMkLst>
        </pc:spChg>
        <pc:spChg chg="mod">
          <ac:chgData name="shahjad israil" userId="765442391d65c39a" providerId="LiveId" clId="{AD403976-A7C0-4C75-AA9D-6F93FECD3E33}" dt="2025-12-26T02:58:47.371" v="1342"/>
          <ac:spMkLst>
            <pc:docMk/>
            <pc:sldMk cId="1311512296" sldId="1031"/>
            <ac:spMk id="10" creationId="{7FEE1B99-B51C-4A5A-108B-8445DFED19F8}"/>
          </ac:spMkLst>
        </pc:spChg>
      </pc:sldChg>
      <pc:sldChg chg="modSp mod">
        <pc:chgData name="shahjad israil" userId="765442391d65c39a" providerId="LiveId" clId="{AD403976-A7C0-4C75-AA9D-6F93FECD3E33}" dt="2025-12-26T02:41:48.765" v="1088" actId="255"/>
        <pc:sldMkLst>
          <pc:docMk/>
          <pc:sldMk cId="922697482" sldId="1057"/>
        </pc:sldMkLst>
        <pc:spChg chg="mod">
          <ac:chgData name="shahjad israil" userId="765442391d65c39a" providerId="LiveId" clId="{AD403976-A7C0-4C75-AA9D-6F93FECD3E33}" dt="2025-12-26T02:41:48.765" v="1088" actId="255"/>
          <ac:spMkLst>
            <pc:docMk/>
            <pc:sldMk cId="922697482" sldId="1057"/>
            <ac:spMk id="12" creationId="{00000000-0000-0000-0000-000000000000}"/>
          </ac:spMkLst>
        </pc:spChg>
      </pc:sldChg>
      <pc:sldChg chg="modSp add mod">
        <pc:chgData name="shahjad israil" userId="765442391d65c39a" providerId="LiveId" clId="{AD403976-A7C0-4C75-AA9D-6F93FECD3E33}" dt="2026-01-10T07:08:43.128" v="1431" actId="12"/>
        <pc:sldMkLst>
          <pc:docMk/>
          <pc:sldMk cId="3176902354" sldId="1058"/>
        </pc:sldMkLst>
        <pc:spChg chg="mod">
          <ac:chgData name="shahjad israil" userId="765442391d65c39a" providerId="LiveId" clId="{AD403976-A7C0-4C75-AA9D-6F93FECD3E33}" dt="2025-12-25T15:15:46.108" v="831" actId="255"/>
          <ac:spMkLst>
            <pc:docMk/>
            <pc:sldMk cId="3176902354" sldId="1058"/>
            <ac:spMk id="2" creationId="{CF0F1234-0971-80AA-FB67-E0255BC902A3}"/>
          </ac:spMkLst>
        </pc:spChg>
        <pc:spChg chg="mod">
          <ac:chgData name="shahjad israil" userId="765442391d65c39a" providerId="LiveId" clId="{AD403976-A7C0-4C75-AA9D-6F93FECD3E33}" dt="2026-01-10T07:08:43.128" v="1431" actId="12"/>
          <ac:spMkLst>
            <pc:docMk/>
            <pc:sldMk cId="3176902354" sldId="1058"/>
            <ac:spMk id="14" creationId="{6114DCF8-703F-7C5B-A6D3-EE94C34DC832}"/>
          </ac:spMkLst>
        </pc:spChg>
      </pc:sldChg>
      <pc:sldChg chg="modSp add mod modAnim">
        <pc:chgData name="shahjad israil" userId="765442391d65c39a" providerId="LiveId" clId="{AD403976-A7C0-4C75-AA9D-6F93FECD3E33}" dt="2025-12-26T02:59:38.809" v="1356" actId="20577"/>
        <pc:sldMkLst>
          <pc:docMk/>
          <pc:sldMk cId="1067978032" sldId="1059"/>
        </pc:sldMkLst>
        <pc:spChg chg="mod">
          <ac:chgData name="shahjad israil" userId="765442391d65c39a" providerId="LiveId" clId="{AD403976-A7C0-4C75-AA9D-6F93FECD3E33}" dt="2025-12-26T02:59:38.809" v="1356" actId="20577"/>
          <ac:spMkLst>
            <pc:docMk/>
            <pc:sldMk cId="1067978032" sldId="1059"/>
            <ac:spMk id="3" creationId="{CA8EB56A-38AE-3ACB-7FE1-E6E1B2E5E633}"/>
          </ac:spMkLst>
        </pc:spChg>
        <pc:spChg chg="mod">
          <ac:chgData name="shahjad israil" userId="765442391d65c39a" providerId="LiveId" clId="{AD403976-A7C0-4C75-AA9D-6F93FECD3E33}" dt="2025-12-26T02:59:27.993" v="1351"/>
          <ac:spMkLst>
            <pc:docMk/>
            <pc:sldMk cId="1067978032" sldId="1059"/>
            <ac:spMk id="10" creationId="{35FFF188-9D0A-E8C6-46B4-23ACC7F5256C}"/>
          </ac:spMkLst>
        </pc:spChg>
      </pc:sldChg>
      <pc:sldChg chg="modSp add mod modAnim">
        <pc:chgData name="shahjad israil" userId="765442391d65c39a" providerId="LiveId" clId="{AD403976-A7C0-4C75-AA9D-6F93FECD3E33}" dt="2025-12-26T03:02:30.263" v="1362" actId="20577"/>
        <pc:sldMkLst>
          <pc:docMk/>
          <pc:sldMk cId="128713051" sldId="1060"/>
        </pc:sldMkLst>
        <pc:spChg chg="mod">
          <ac:chgData name="shahjad israil" userId="765442391d65c39a" providerId="LiveId" clId="{AD403976-A7C0-4C75-AA9D-6F93FECD3E33}" dt="2025-12-26T03:02:30.263" v="1362" actId="20577"/>
          <ac:spMkLst>
            <pc:docMk/>
            <pc:sldMk cId="128713051" sldId="1060"/>
            <ac:spMk id="3" creationId="{09D86DE7-6C5E-3072-BB5B-6EAD3B733C5A}"/>
          </ac:spMkLst>
        </pc:spChg>
        <pc:spChg chg="mod">
          <ac:chgData name="shahjad israil" userId="765442391d65c39a" providerId="LiveId" clId="{AD403976-A7C0-4C75-AA9D-6F93FECD3E33}" dt="2025-12-26T03:02:10.658" v="1359"/>
          <ac:spMkLst>
            <pc:docMk/>
            <pc:sldMk cId="128713051" sldId="1060"/>
            <ac:spMk id="10" creationId="{63EEC3E2-24E0-1424-F01A-D1FBB0DC1BF5}"/>
          </ac:spMkLst>
        </pc:spChg>
      </pc:sldChg>
      <pc:sldChg chg="addSp delSp modSp add mod modAnim">
        <pc:chgData name="shahjad israil" userId="765442391d65c39a" providerId="LiveId" clId="{AD403976-A7C0-4C75-AA9D-6F93FECD3E33}" dt="2025-12-26T03:12:02.095" v="1369" actId="113"/>
        <pc:sldMkLst>
          <pc:docMk/>
          <pc:sldMk cId="2300213316" sldId="1061"/>
        </pc:sldMkLst>
        <pc:spChg chg="mod">
          <ac:chgData name="shahjad israil" userId="765442391d65c39a" providerId="LiveId" clId="{AD403976-A7C0-4C75-AA9D-6F93FECD3E33}" dt="2025-12-26T03:12:02.095" v="1369" actId="113"/>
          <ac:spMkLst>
            <pc:docMk/>
            <pc:sldMk cId="2300213316" sldId="1061"/>
            <ac:spMk id="10" creationId="{D23A53BF-3087-2D03-9F41-03139D9E5FBE}"/>
          </ac:spMkLst>
        </pc:spChg>
        <pc:graphicFrameChg chg="add mod modGraphic">
          <ac:chgData name="shahjad israil" userId="765442391d65c39a" providerId="LiveId" clId="{AD403976-A7C0-4C75-AA9D-6F93FECD3E33}" dt="2025-12-26T03:03:00.027" v="1367" actId="255"/>
          <ac:graphicFrameMkLst>
            <pc:docMk/>
            <pc:sldMk cId="2300213316" sldId="1061"/>
            <ac:graphicFrameMk id="4" creationId="{A4512CE4-31A0-E708-3E6C-F3F1E45B2857}"/>
          </ac:graphicFrameMkLst>
        </pc:graphicFrameChg>
      </pc:sldChg>
      <pc:sldChg chg="modSp add mod modAnim">
        <pc:chgData name="shahjad israil" userId="765442391d65c39a" providerId="LiveId" clId="{AD403976-A7C0-4C75-AA9D-6F93FECD3E33}" dt="2025-12-26T03:13:20.789" v="1405" actId="20577"/>
        <pc:sldMkLst>
          <pc:docMk/>
          <pc:sldMk cId="1338431161" sldId="1062"/>
        </pc:sldMkLst>
        <pc:spChg chg="mod">
          <ac:chgData name="shahjad israil" userId="765442391d65c39a" providerId="LiveId" clId="{AD403976-A7C0-4C75-AA9D-6F93FECD3E33}" dt="2025-12-26T03:13:20.789" v="1405" actId="20577"/>
          <ac:spMkLst>
            <pc:docMk/>
            <pc:sldMk cId="1338431161" sldId="1062"/>
            <ac:spMk id="3" creationId="{3B3E394C-20FD-BD98-0691-720D7EAED9B8}"/>
          </ac:spMkLst>
        </pc:spChg>
        <pc:spChg chg="mod">
          <ac:chgData name="shahjad israil" userId="765442391d65c39a" providerId="LiveId" clId="{AD403976-A7C0-4C75-AA9D-6F93FECD3E33}" dt="2025-12-26T03:12:48.054" v="1399" actId="20577"/>
          <ac:spMkLst>
            <pc:docMk/>
            <pc:sldMk cId="1338431161" sldId="1062"/>
            <ac:spMk id="10" creationId="{8752C805-0ABC-58C4-53D7-DDA13BA1DBEF}"/>
          </ac:spMkLst>
        </pc:spChg>
      </pc:sldChg>
      <pc:sldChg chg="modSp add mod modAnim">
        <pc:chgData name="shahjad israil" userId="765442391d65c39a" providerId="LiveId" clId="{AD403976-A7C0-4C75-AA9D-6F93FECD3E33}" dt="2026-01-10T07:19:09.643" v="1558" actId="11"/>
        <pc:sldMkLst>
          <pc:docMk/>
          <pc:sldMk cId="3058326052" sldId="1064"/>
        </pc:sldMkLst>
        <pc:spChg chg="mod">
          <ac:chgData name="shahjad israil" userId="765442391d65c39a" providerId="LiveId" clId="{AD403976-A7C0-4C75-AA9D-6F93FECD3E33}" dt="2026-01-10T07:19:09.643" v="1558" actId="11"/>
          <ac:spMkLst>
            <pc:docMk/>
            <pc:sldMk cId="3058326052" sldId="1064"/>
            <ac:spMk id="3" creationId="{00FC94AA-4384-D986-938F-8C1B19953D65}"/>
          </ac:spMkLst>
        </pc:spChg>
        <pc:spChg chg="mod">
          <ac:chgData name="shahjad israil" userId="765442391d65c39a" providerId="LiveId" clId="{AD403976-A7C0-4C75-AA9D-6F93FECD3E33}" dt="2026-01-10T07:18:54.696" v="1554"/>
          <ac:spMkLst>
            <pc:docMk/>
            <pc:sldMk cId="3058326052" sldId="1064"/>
            <ac:spMk id="10" creationId="{C210C450-9571-7C56-AE47-D245EA54F0F6}"/>
          </ac:spMkLst>
        </pc:spChg>
      </pc:sldChg>
      <pc:sldChg chg="addSp modSp add mod">
        <pc:chgData name="shahjad israil" userId="765442391d65c39a" providerId="LiveId" clId="{AD403976-A7C0-4C75-AA9D-6F93FECD3E33}" dt="2026-01-10T07:14:14.144" v="1497" actId="1076"/>
        <pc:sldMkLst>
          <pc:docMk/>
          <pc:sldMk cId="1848674676" sldId="1065"/>
        </pc:sldMkLst>
        <pc:spChg chg="mod">
          <ac:chgData name="shahjad israil" userId="765442391d65c39a" providerId="LiveId" clId="{AD403976-A7C0-4C75-AA9D-6F93FECD3E33}" dt="2026-01-10T07:13:09.517" v="1479" actId="20577"/>
          <ac:spMkLst>
            <pc:docMk/>
            <pc:sldMk cId="1848674676" sldId="1065"/>
            <ac:spMk id="2" creationId="{65B63C36-8988-BF86-D353-4B9CAAEB54D0}"/>
          </ac:spMkLst>
        </pc:spChg>
        <pc:spChg chg="mod">
          <ac:chgData name="shahjad israil" userId="765442391d65c39a" providerId="LiveId" clId="{AD403976-A7C0-4C75-AA9D-6F93FECD3E33}" dt="2026-01-10T07:13:58.886" v="1490" actId="5793"/>
          <ac:spMkLst>
            <pc:docMk/>
            <pc:sldMk cId="1848674676" sldId="1065"/>
            <ac:spMk id="5" creationId="{0538F1F6-CCDD-ED02-CB19-41AA1F256910}"/>
          </ac:spMkLst>
        </pc:spChg>
        <pc:spChg chg="add">
          <ac:chgData name="shahjad israil" userId="765442391d65c39a" providerId="LiveId" clId="{AD403976-A7C0-4C75-AA9D-6F93FECD3E33}" dt="2026-01-10T07:13:59.633" v="1491"/>
          <ac:spMkLst>
            <pc:docMk/>
            <pc:sldMk cId="1848674676" sldId="1065"/>
            <ac:spMk id="8" creationId="{C96E8B8F-AC65-9508-96E5-B812E2A0C4D4}"/>
          </ac:spMkLst>
        </pc:spChg>
        <pc:picChg chg="add mod">
          <ac:chgData name="shahjad israil" userId="765442391d65c39a" providerId="LiveId" clId="{AD403976-A7C0-4C75-AA9D-6F93FECD3E33}" dt="2026-01-10T07:14:14.144" v="1497" actId="1076"/>
          <ac:picMkLst>
            <pc:docMk/>
            <pc:sldMk cId="1848674676" sldId="1065"/>
            <ac:picMk id="11" creationId="{796F810C-6052-8643-FBEE-91181EF86B01}"/>
          </ac:picMkLst>
        </pc:picChg>
      </pc:sldChg>
      <pc:sldChg chg="modSp add mod">
        <pc:chgData name="shahjad israil" userId="765442391d65c39a" providerId="LiveId" clId="{AD403976-A7C0-4C75-AA9D-6F93FECD3E33}" dt="2025-12-26T02:47:26.135" v="1246" actId="15"/>
        <pc:sldMkLst>
          <pc:docMk/>
          <pc:sldMk cId="1638207909" sldId="1066"/>
        </pc:sldMkLst>
        <pc:spChg chg="mod">
          <ac:chgData name="shahjad israil" userId="765442391d65c39a" providerId="LiveId" clId="{AD403976-A7C0-4C75-AA9D-6F93FECD3E33}" dt="2025-12-26T02:47:09.286" v="1224"/>
          <ac:spMkLst>
            <pc:docMk/>
            <pc:sldMk cId="1638207909" sldId="1066"/>
            <ac:spMk id="2" creationId="{7058CDAD-BA8D-84E4-7597-63D3AB48E6DB}"/>
          </ac:spMkLst>
        </pc:spChg>
        <pc:spChg chg="mod">
          <ac:chgData name="shahjad israil" userId="765442391d65c39a" providerId="LiveId" clId="{AD403976-A7C0-4C75-AA9D-6F93FECD3E33}" dt="2025-12-26T02:47:26.135" v="1246" actId="15"/>
          <ac:spMkLst>
            <pc:docMk/>
            <pc:sldMk cId="1638207909" sldId="1066"/>
            <ac:spMk id="14" creationId="{4507DA73-4B2A-215B-DE11-10BA2ED672A8}"/>
          </ac:spMkLst>
        </pc:spChg>
      </pc:sldChg>
      <pc:sldChg chg="addSp delSp modSp add mod">
        <pc:chgData name="shahjad israil" userId="765442391d65c39a" providerId="LiveId" clId="{AD403976-A7C0-4C75-AA9D-6F93FECD3E33}" dt="2025-12-26T02:57:04.081" v="1338"/>
        <pc:sldMkLst>
          <pc:docMk/>
          <pc:sldMk cId="3956523756" sldId="1067"/>
        </pc:sldMkLst>
        <pc:picChg chg="add mod">
          <ac:chgData name="shahjad israil" userId="765442391d65c39a" providerId="LiveId" clId="{AD403976-A7C0-4C75-AA9D-6F93FECD3E33}" dt="2025-12-26T02:56:58.049" v="1336" actId="1076"/>
          <ac:picMkLst>
            <pc:docMk/>
            <pc:sldMk cId="3956523756" sldId="1067"/>
            <ac:picMk id="11" creationId="{111DBE81-ECAA-E45D-1803-62375905A463}"/>
          </ac:picMkLst>
        </pc:picChg>
      </pc:sldChg>
      <pc:sldChg chg="addSp delSp modSp add mod">
        <pc:chgData name="shahjad israil" userId="765442391d65c39a" providerId="LiveId" clId="{AD403976-A7C0-4C75-AA9D-6F93FECD3E33}" dt="2026-01-10T07:11:45.045" v="1453" actId="20577"/>
        <pc:sldMkLst>
          <pc:docMk/>
          <pc:sldMk cId="1839988418" sldId="1068"/>
        </pc:sldMkLst>
        <pc:spChg chg="mod">
          <ac:chgData name="shahjad israil" userId="765442391d65c39a" providerId="LiveId" clId="{AD403976-A7C0-4C75-AA9D-6F93FECD3E33}" dt="2026-01-10T07:10:57.333" v="1439"/>
          <ac:spMkLst>
            <pc:docMk/>
            <pc:sldMk cId="1839988418" sldId="1068"/>
            <ac:spMk id="2" creationId="{5D076611-01C6-52BF-8FE8-C90DD3C677B8}"/>
          </ac:spMkLst>
        </pc:spChg>
        <pc:spChg chg="add mod">
          <ac:chgData name="shahjad israil" userId="765442391d65c39a" providerId="LiveId" clId="{AD403976-A7C0-4C75-AA9D-6F93FECD3E33}" dt="2026-01-10T07:11:45.045" v="1453" actId="20577"/>
          <ac:spMkLst>
            <pc:docMk/>
            <pc:sldMk cId="1839988418" sldId="1068"/>
            <ac:spMk id="8" creationId="{4C590F02-C277-6B75-F8C0-83CCCAA2405B}"/>
          </ac:spMkLst>
        </pc:spChg>
        <pc:picChg chg="del">
          <ac:chgData name="shahjad israil" userId="765442391d65c39a" providerId="LiveId" clId="{AD403976-A7C0-4C75-AA9D-6F93FECD3E33}" dt="2026-01-10T07:10:40.512" v="1433" actId="478"/>
          <ac:picMkLst>
            <pc:docMk/>
            <pc:sldMk cId="1839988418" sldId="1068"/>
            <ac:picMk id="11" creationId="{36C4F24A-E3A2-F655-7C6A-538B2543717F}"/>
          </ac:picMkLst>
        </pc:picChg>
      </pc:sldChg>
      <pc:sldChg chg="add">
        <pc:chgData name="shahjad israil" userId="765442391d65c39a" providerId="LiveId" clId="{AD403976-A7C0-4C75-AA9D-6F93FECD3E33}" dt="2026-01-10T07:12:38.250" v="1454" actId="2890"/>
        <pc:sldMkLst>
          <pc:docMk/>
          <pc:sldMk cId="3853708192" sldId="1069"/>
        </pc:sldMkLst>
      </pc:sldChg>
      <pc:sldChg chg="addSp delSp modSp add mod">
        <pc:chgData name="shahjad israil" userId="765442391d65c39a" providerId="LiveId" clId="{AD403976-A7C0-4C75-AA9D-6F93FECD3E33}" dt="2026-01-10T07:14:59.179" v="1509"/>
        <pc:sldMkLst>
          <pc:docMk/>
          <pc:sldMk cId="2216482161" sldId="1070"/>
        </pc:sldMkLst>
        <pc:spChg chg="mod">
          <ac:chgData name="shahjad israil" userId="765442391d65c39a" providerId="LiveId" clId="{AD403976-A7C0-4C75-AA9D-6F93FECD3E33}" dt="2026-01-10T07:14:46.672" v="1507" actId="20577"/>
          <ac:spMkLst>
            <pc:docMk/>
            <pc:sldMk cId="2216482161" sldId="1070"/>
            <ac:spMk id="2" creationId="{3372BA1D-0D05-9ECF-396D-770AEB4585C6}"/>
          </ac:spMkLst>
        </pc:spChg>
        <pc:spChg chg="del mod">
          <ac:chgData name="shahjad israil" userId="765442391d65c39a" providerId="LiveId" clId="{AD403976-A7C0-4C75-AA9D-6F93FECD3E33}" dt="2026-01-10T07:14:59.179" v="1509"/>
          <ac:spMkLst>
            <pc:docMk/>
            <pc:sldMk cId="2216482161" sldId="1070"/>
            <ac:spMk id="5" creationId="{4395215A-1F33-784B-E7F4-B4229FD39C80}"/>
          </ac:spMkLst>
        </pc:spChg>
        <pc:spChg chg="add">
          <ac:chgData name="shahjad israil" userId="765442391d65c39a" providerId="LiveId" clId="{AD403976-A7C0-4C75-AA9D-6F93FECD3E33}" dt="2026-01-10T07:14:33.309" v="1501"/>
          <ac:spMkLst>
            <pc:docMk/>
            <pc:sldMk cId="2216482161" sldId="1070"/>
            <ac:spMk id="8" creationId="{00351FE1-7F2E-49D2-CEC3-94BC47D7E985}"/>
          </ac:spMkLst>
        </pc:spChg>
        <pc:picChg chg="del">
          <ac:chgData name="shahjad israil" userId="765442391d65c39a" providerId="LiveId" clId="{AD403976-A7C0-4C75-AA9D-6F93FECD3E33}" dt="2026-01-10T07:14:31.120" v="1499" actId="478"/>
          <ac:picMkLst>
            <pc:docMk/>
            <pc:sldMk cId="2216482161" sldId="1070"/>
            <ac:picMk id="11" creationId="{BA043BD8-B855-609E-9CD9-9EAF680E3B86}"/>
          </ac:picMkLst>
        </pc:picChg>
        <pc:picChg chg="add mod">
          <ac:chgData name="shahjad israil" userId="765442391d65c39a" providerId="LiveId" clId="{AD403976-A7C0-4C75-AA9D-6F93FECD3E33}" dt="2026-01-10T07:14:43.890" v="1505" actId="14100"/>
          <ac:picMkLst>
            <pc:docMk/>
            <pc:sldMk cId="2216482161" sldId="1070"/>
            <ac:picMk id="12" creationId="{34AA50CF-A499-7271-6415-375DBDC87316}"/>
          </ac:picMkLst>
        </pc:picChg>
      </pc:sldChg>
      <pc:sldChg chg="addSp delSp modSp add mod">
        <pc:chgData name="shahjad israil" userId="765442391d65c39a" providerId="LiveId" clId="{AD403976-A7C0-4C75-AA9D-6F93FECD3E33}" dt="2026-01-10T07:15:11.852" v="1515" actId="1076"/>
        <pc:sldMkLst>
          <pc:docMk/>
          <pc:sldMk cId="3085774705" sldId="1071"/>
        </pc:sldMkLst>
        <pc:spChg chg="add">
          <ac:chgData name="shahjad israil" userId="765442391d65c39a" providerId="LiveId" clId="{AD403976-A7C0-4C75-AA9D-6F93FECD3E33}" dt="2026-01-10T07:15:03.353" v="1512"/>
          <ac:spMkLst>
            <pc:docMk/>
            <pc:sldMk cId="3085774705" sldId="1071"/>
            <ac:spMk id="5" creationId="{6FA64FA4-982C-AB73-5A30-691621C597C1}"/>
          </ac:spMkLst>
        </pc:spChg>
        <pc:picChg chg="add mod">
          <ac:chgData name="shahjad israil" userId="765442391d65c39a" providerId="LiveId" clId="{AD403976-A7C0-4C75-AA9D-6F93FECD3E33}" dt="2026-01-10T07:15:11.852" v="1515" actId="1076"/>
          <ac:picMkLst>
            <pc:docMk/>
            <pc:sldMk cId="3085774705" sldId="1071"/>
            <ac:picMk id="8" creationId="{3C5B0575-2356-E740-7109-1B011419826C}"/>
          </ac:picMkLst>
        </pc:picChg>
        <pc:picChg chg="del">
          <ac:chgData name="shahjad israil" userId="765442391d65c39a" providerId="LiveId" clId="{AD403976-A7C0-4C75-AA9D-6F93FECD3E33}" dt="2026-01-10T07:15:02.754" v="1511" actId="478"/>
          <ac:picMkLst>
            <pc:docMk/>
            <pc:sldMk cId="3085774705" sldId="1071"/>
            <ac:picMk id="12" creationId="{CE283C60-6982-B2EB-B003-C4010580BED0}"/>
          </ac:picMkLst>
        </pc:picChg>
      </pc:sldChg>
      <pc:sldChg chg="addSp delSp modSp add mod">
        <pc:chgData name="shahjad israil" userId="765442391d65c39a" providerId="LiveId" clId="{AD403976-A7C0-4C75-AA9D-6F93FECD3E33}" dt="2026-01-10T07:15:34.716" v="1521" actId="1076"/>
        <pc:sldMkLst>
          <pc:docMk/>
          <pc:sldMk cId="2560642406" sldId="1072"/>
        </pc:sldMkLst>
        <pc:spChg chg="add">
          <ac:chgData name="shahjad israil" userId="765442391d65c39a" providerId="LiveId" clId="{AD403976-A7C0-4C75-AA9D-6F93FECD3E33}" dt="2026-01-10T07:15:25.978" v="1518"/>
          <ac:spMkLst>
            <pc:docMk/>
            <pc:sldMk cId="2560642406" sldId="1072"/>
            <ac:spMk id="5" creationId="{90F1F867-4349-5DF5-904C-37D668EA8A17}"/>
          </ac:spMkLst>
        </pc:spChg>
        <pc:picChg chg="del">
          <ac:chgData name="shahjad israil" userId="765442391d65c39a" providerId="LiveId" clId="{AD403976-A7C0-4C75-AA9D-6F93FECD3E33}" dt="2026-01-10T07:15:25.461" v="1517" actId="478"/>
          <ac:picMkLst>
            <pc:docMk/>
            <pc:sldMk cId="2560642406" sldId="1072"/>
            <ac:picMk id="8" creationId="{748B8FCC-B064-0763-7102-8C131F6498C6}"/>
          </ac:picMkLst>
        </pc:picChg>
        <pc:picChg chg="add mod">
          <ac:chgData name="shahjad israil" userId="765442391d65c39a" providerId="LiveId" clId="{AD403976-A7C0-4C75-AA9D-6F93FECD3E33}" dt="2026-01-10T07:15:34.716" v="1521" actId="1076"/>
          <ac:picMkLst>
            <pc:docMk/>
            <pc:sldMk cId="2560642406" sldId="1072"/>
            <ac:picMk id="11" creationId="{AF67648E-5979-2EEF-D1A8-EA62959155E3}"/>
          </ac:picMkLst>
        </pc:picChg>
      </pc:sldChg>
      <pc:sldChg chg="addSp delSp modSp add mod">
        <pc:chgData name="shahjad israil" userId="765442391d65c39a" providerId="LiveId" clId="{AD403976-A7C0-4C75-AA9D-6F93FECD3E33}" dt="2026-01-10T07:15:58.716" v="1528" actId="1076"/>
        <pc:sldMkLst>
          <pc:docMk/>
          <pc:sldMk cId="1324518514" sldId="1073"/>
        </pc:sldMkLst>
        <pc:spChg chg="add">
          <ac:chgData name="shahjad israil" userId="765442391d65c39a" providerId="LiveId" clId="{AD403976-A7C0-4C75-AA9D-6F93FECD3E33}" dt="2026-01-10T07:15:49.244" v="1524"/>
          <ac:spMkLst>
            <pc:docMk/>
            <pc:sldMk cId="1324518514" sldId="1073"/>
            <ac:spMk id="5" creationId="{864640A0-95DD-F46A-7ECC-2BAC7B9DCE9C}"/>
          </ac:spMkLst>
        </pc:spChg>
        <pc:picChg chg="add mod">
          <ac:chgData name="shahjad israil" userId="765442391d65c39a" providerId="LiveId" clId="{AD403976-A7C0-4C75-AA9D-6F93FECD3E33}" dt="2026-01-10T07:15:58.716" v="1528" actId="1076"/>
          <ac:picMkLst>
            <pc:docMk/>
            <pc:sldMk cId="1324518514" sldId="1073"/>
            <ac:picMk id="8" creationId="{94E2B3ED-DB49-9001-1608-3416730732E5}"/>
          </ac:picMkLst>
        </pc:picChg>
        <pc:picChg chg="del">
          <ac:chgData name="shahjad israil" userId="765442391d65c39a" providerId="LiveId" clId="{AD403976-A7C0-4C75-AA9D-6F93FECD3E33}" dt="2026-01-10T07:15:48.436" v="1523" actId="478"/>
          <ac:picMkLst>
            <pc:docMk/>
            <pc:sldMk cId="1324518514" sldId="1073"/>
            <ac:picMk id="11" creationId="{C7E92C80-99A0-E48B-7994-560C18E47C34}"/>
          </ac:picMkLst>
        </pc:picChg>
      </pc:sldChg>
      <pc:sldChg chg="addSp delSp modSp add mod">
        <pc:chgData name="shahjad israil" userId="765442391d65c39a" providerId="LiveId" clId="{AD403976-A7C0-4C75-AA9D-6F93FECD3E33}" dt="2026-01-10T07:16:22.349" v="1534" actId="1076"/>
        <pc:sldMkLst>
          <pc:docMk/>
          <pc:sldMk cId="2846807746" sldId="1074"/>
        </pc:sldMkLst>
        <pc:spChg chg="add">
          <ac:chgData name="shahjad israil" userId="765442391d65c39a" providerId="LiveId" clId="{AD403976-A7C0-4C75-AA9D-6F93FECD3E33}" dt="2026-01-10T07:16:16.215" v="1531"/>
          <ac:spMkLst>
            <pc:docMk/>
            <pc:sldMk cId="2846807746" sldId="1074"/>
            <ac:spMk id="5" creationId="{CCA342B2-32F4-512D-EC4D-77FB596BEB60}"/>
          </ac:spMkLst>
        </pc:spChg>
        <pc:picChg chg="del">
          <ac:chgData name="shahjad israil" userId="765442391d65c39a" providerId="LiveId" clId="{AD403976-A7C0-4C75-AA9D-6F93FECD3E33}" dt="2026-01-10T07:16:15.561" v="1530" actId="478"/>
          <ac:picMkLst>
            <pc:docMk/>
            <pc:sldMk cId="2846807746" sldId="1074"/>
            <ac:picMk id="8" creationId="{88C1E50A-1BFB-B22B-1BA6-9F74E058E9B9}"/>
          </ac:picMkLst>
        </pc:picChg>
        <pc:picChg chg="add mod">
          <ac:chgData name="shahjad israil" userId="765442391d65c39a" providerId="LiveId" clId="{AD403976-A7C0-4C75-AA9D-6F93FECD3E33}" dt="2026-01-10T07:16:22.349" v="1534" actId="1076"/>
          <ac:picMkLst>
            <pc:docMk/>
            <pc:sldMk cId="2846807746" sldId="1074"/>
            <ac:picMk id="11" creationId="{69245515-3806-723D-7DA6-7FB7FD5C14E7}"/>
          </ac:picMkLst>
        </pc:picChg>
      </pc:sldChg>
      <pc:sldChg chg="addSp delSp modSp add mod">
        <pc:chgData name="shahjad israil" userId="765442391d65c39a" providerId="LiveId" clId="{AD403976-A7C0-4C75-AA9D-6F93FECD3E33}" dt="2026-01-10T07:16:43.989" v="1540" actId="1076"/>
        <pc:sldMkLst>
          <pc:docMk/>
          <pc:sldMk cId="756695590" sldId="1075"/>
        </pc:sldMkLst>
        <pc:spChg chg="add">
          <ac:chgData name="shahjad israil" userId="765442391d65c39a" providerId="LiveId" clId="{AD403976-A7C0-4C75-AA9D-6F93FECD3E33}" dt="2026-01-10T07:16:37.361" v="1537"/>
          <ac:spMkLst>
            <pc:docMk/>
            <pc:sldMk cId="756695590" sldId="1075"/>
            <ac:spMk id="5" creationId="{DFC1BB16-CB76-99F7-DE40-A61122722715}"/>
          </ac:spMkLst>
        </pc:spChg>
        <pc:picChg chg="add mod">
          <ac:chgData name="shahjad israil" userId="765442391d65c39a" providerId="LiveId" clId="{AD403976-A7C0-4C75-AA9D-6F93FECD3E33}" dt="2026-01-10T07:16:43.989" v="1540" actId="1076"/>
          <ac:picMkLst>
            <pc:docMk/>
            <pc:sldMk cId="756695590" sldId="1075"/>
            <ac:picMk id="8" creationId="{D3C870DB-0357-DEA5-333E-C5CD3833229C}"/>
          </ac:picMkLst>
        </pc:picChg>
        <pc:picChg chg="del">
          <ac:chgData name="shahjad israil" userId="765442391d65c39a" providerId="LiveId" clId="{AD403976-A7C0-4C75-AA9D-6F93FECD3E33}" dt="2026-01-10T07:16:36.721" v="1536" actId="478"/>
          <ac:picMkLst>
            <pc:docMk/>
            <pc:sldMk cId="756695590" sldId="1075"/>
            <ac:picMk id="11" creationId="{378DB4E9-7BB6-A424-809D-6D0815A91093}"/>
          </ac:picMkLst>
        </pc:picChg>
      </pc:sldChg>
      <pc:sldChg chg="addSp delSp modSp add mod">
        <pc:chgData name="shahjad israil" userId="765442391d65c39a" providerId="LiveId" clId="{AD403976-A7C0-4C75-AA9D-6F93FECD3E33}" dt="2026-01-10T07:17:09.893" v="1546" actId="1076"/>
        <pc:sldMkLst>
          <pc:docMk/>
          <pc:sldMk cId="1713625510" sldId="1076"/>
        </pc:sldMkLst>
        <pc:spChg chg="add">
          <ac:chgData name="shahjad israil" userId="765442391d65c39a" providerId="LiveId" clId="{AD403976-A7C0-4C75-AA9D-6F93FECD3E33}" dt="2026-01-10T07:17:02.800" v="1543"/>
          <ac:spMkLst>
            <pc:docMk/>
            <pc:sldMk cId="1713625510" sldId="1076"/>
            <ac:spMk id="5" creationId="{7A4EA4E2-DC8A-A299-BFB9-1D289E1B0328}"/>
          </ac:spMkLst>
        </pc:spChg>
        <pc:picChg chg="del">
          <ac:chgData name="shahjad israil" userId="765442391d65c39a" providerId="LiveId" clId="{AD403976-A7C0-4C75-AA9D-6F93FECD3E33}" dt="2026-01-10T07:17:01.721" v="1542" actId="478"/>
          <ac:picMkLst>
            <pc:docMk/>
            <pc:sldMk cId="1713625510" sldId="1076"/>
            <ac:picMk id="8" creationId="{39EE9F6A-036A-B6D5-4503-6600BB5546F0}"/>
          </ac:picMkLst>
        </pc:picChg>
        <pc:picChg chg="add mod">
          <ac:chgData name="shahjad israil" userId="765442391d65c39a" providerId="LiveId" clId="{AD403976-A7C0-4C75-AA9D-6F93FECD3E33}" dt="2026-01-10T07:17:09.893" v="1546" actId="1076"/>
          <ac:picMkLst>
            <pc:docMk/>
            <pc:sldMk cId="1713625510" sldId="1076"/>
            <ac:picMk id="11" creationId="{6427AB9B-E6E7-F230-4310-96359DDCE079}"/>
          </ac:picMkLst>
        </pc:picChg>
      </pc:sldChg>
      <pc:sldChg chg="add">
        <pc:chgData name="shahjad israil" userId="765442391d65c39a" providerId="LiveId" clId="{AD403976-A7C0-4C75-AA9D-6F93FECD3E33}" dt="2026-01-10T07:18:47.949" v="1549" actId="2890"/>
        <pc:sldMkLst>
          <pc:docMk/>
          <pc:sldMk cId="2893181606" sldId="10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62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6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16F6-BD12-FF59-3FE2-05C13DD5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0054F-A58E-E589-0BBB-7F030D2AC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63EF9-0FE0-6631-02A5-0011D54ED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52132-9936-D02B-0E88-04E36E854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953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0E99-923F-DC7B-8302-B7424B84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5BEB6-EC3B-FD0B-1F9B-6ECB23645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3F585-628C-215F-988D-EC47CBC9B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C4448-AF43-1F21-83EC-788E94551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915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745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445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070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F3E29-AFE7-B348-1D9C-278C930C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0BA6B-9009-7DE3-3C1A-40122D05C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067B4-D013-EB38-26A4-75E130B6D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CA88F-F3F4-7762-F417-DCD74267E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355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344D-CDE2-0284-9B5B-C17DF4CF4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C37D6-8B32-1AD7-FC44-CD5E9B8FF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476FD-4C37-0927-2EFE-D0D151AFB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CBE5B-3A6A-BFCB-F39A-A7766B1F7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431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E385-D862-60CA-0B08-146F0A321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51E0A-BBB3-B704-AE70-4A6C62EC5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1DBB0-8FB5-1BF9-878F-C57CFAA2D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B60DC-9D23-DC7B-A15B-046324CE6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669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92E02-558A-BEC5-2144-DF509A450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47FAB-B906-1D77-1DA8-941D05E79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9D022-5937-B617-1ADC-787824F62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0ABC9-2B3F-C84C-CE2C-88FEE643B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93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72988-1378-6B40-9AFF-E2FF8921C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D3F45-0662-0A5E-E6E0-8F2834592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57960-D988-B156-E26C-8E5312AB5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FBEEC-0F65-E7F3-7C0A-9ED3F5606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74882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AE2A0-C387-3158-ADFC-6EF58F6ED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BB233-8B21-AC46-BBE5-0C34B3106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B9475-E3CF-192D-0386-C01C131EC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A1215-BFA2-FD43-2371-4AC657523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4871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B2C8-174B-193A-85A8-1C9BD1342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A2ABF-DE48-7BCE-7616-769AF8A11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19942-FD4C-7BBC-4651-4865BB2F5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68E5E-8954-12CA-EF90-FB1F85882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471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76D-E2AB-D545-BDCD-E6B8AC02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9335E-5BC9-78B3-942A-75BB9DC16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1F0B4-2292-04B8-47AD-979DB93B6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BB8D8-4F27-17AD-6693-7E53BB844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9213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3B76-7F2F-66EC-96F1-10E14FDD0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A0DAA-DB43-2123-D8C8-FAEF5CF9F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0E5B8-E823-CFF3-E46E-FE7CB7E88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BA7DF-8EC6-F7B9-AC53-F10D5CE77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914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44176-B5D0-626A-7878-76ED90E9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FD84C-F026-854C-CC0E-7E3A454EF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B022A-52C6-8A8D-7954-854DD2ABC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2336F-59A5-EC9B-A8F3-2C5021095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338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0E8C7-94EF-8835-A9AF-8B775FD8A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EB9F3-1721-30FA-9F5E-0F02C2902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7256E-E66E-5779-2BE0-35DD765FE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DA6EE-B2F1-2983-D06B-051DD50D9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0527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90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355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A8118-670D-AD61-87AF-E53C44B9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62561008-13F3-3B63-E502-81AFBDEF27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ED65B0B-C2C1-C2AE-0EE4-6E79AB5F75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6A37932-6CC0-9D03-7353-8731FDC4B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54992685-CDEA-5C3C-5728-03CB7EF72902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889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6B24-22F2-883D-E226-16A69A84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63FB99B6-4F2C-0085-7A63-C33A6539C1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734652B-D590-9795-F0F0-E7E426FC0E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2A716AD-626F-6219-C3E1-9B4D94B44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C3A7D6AB-799A-52E2-918C-2E410422B09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75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EAF7-B8CD-AAB6-0D4A-35E8B2D3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DDAC2E6C-409C-2F87-BEDC-0E33BA988E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79C2C687-D22D-266C-3468-4478A2003E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5DDEE4F-8A7D-ABE6-D77F-1FF8FB2D1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430ECF04-BD2B-5A1B-4B0A-4BAF9A71A717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213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3ADC-AF4C-5EB5-828B-870932CFA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BB78E54B-BB34-5264-4244-96872BF1CC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C34CE234-5232-42E3-BE08-6DC8F6FC8B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BE7936A-AD77-A825-5959-FF244437E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25A4B990-7903-DF9A-6E43-330DD3847308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66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0641-31BD-1003-8D46-E1E32DA0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AF233FD4-328C-269C-73BE-42195000FC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7396A861-FB80-8AC8-CDFC-6E35040422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F315A16B-EB3C-0376-9582-94915BBD3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80778860-E799-06C7-51D4-02112A5D296E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027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62877-732C-8965-611B-AD9E5D69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A51EC78C-05DA-9FBF-823F-A73C3B5896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9B81986E-043E-AAE6-3A77-DF84DCEA6F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485D513D-C487-28F0-5F2B-E15BBF027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C1E6E637-1A98-CA9B-BD6A-BDA36AC1E0DA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19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D4A38-ED53-47D7-AE4F-3A32E1D0B761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C11A-2FA5-4339-92FF-90F24570CF34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D08AE-5CD2-4284-9AA6-E7789323D6D3}" type="datetime1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60620-BF48-47C8-866F-BD2B795F969B}" type="datetime1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FF9E-CF26-418E-BB22-6940D96EF7E7}" type="datetime1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4137F-4D77-446B-A870-1EF4F0733918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DDEB-C1F3-42F3-BF41-A914899E02E7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51C25-DB47-428F-ABD3-694DD58C9503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5F40-14B5-4FF1-A15B-41C2F3868468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38373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3CB79-CA11-1F62-A28D-0E9AB7E6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5F61E-D087-D90C-58CB-F3056C50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508" y="1552295"/>
            <a:ext cx="7326944" cy="1381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4125"/>
              </a:lnSpc>
            </a:pPr>
            <a:r>
              <a:rPr lang="en-IN" sz="3600" b="1" baseline="0" dirty="0">
                <a:latin typeface="Arial"/>
                <a:ea typeface="Segoe UI"/>
                <a:cs typeface="Segoe UI"/>
              </a:rPr>
              <a:t>Course: </a:t>
            </a:r>
            <a:r>
              <a:rPr lang="en-US" sz="3600" b="1" baseline="0" dirty="0">
                <a:latin typeface="Arial"/>
                <a:ea typeface="Segoe UI"/>
                <a:cs typeface="Segoe UI"/>
              </a:rPr>
              <a:t>Data Structure</a:t>
            </a:r>
            <a:r>
              <a:rPr lang="en-US" sz="3600" dirty="0">
                <a:latin typeface="Arial"/>
                <a:ea typeface="Segoe UI"/>
                <a:cs typeface="Segoe UI"/>
              </a:rPr>
              <a:t>​</a:t>
            </a:r>
          </a:p>
          <a:p>
            <a:pPr algn="ctr">
              <a:lnSpc>
                <a:spcPts val="2775"/>
              </a:lnSpc>
            </a:pPr>
            <a:r>
              <a:rPr lang="en-IN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Course Code: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ETCCDS202 </a:t>
            </a:r>
            <a:r>
              <a:rPr lang="en-IN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ctr" rtl="0">
              <a:lnSpc>
                <a:spcPts val="2775"/>
              </a:lnSpc>
            </a:pPr>
            <a:endParaRPr lang="en-IN" sz="4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500" y="5089913"/>
            <a:ext cx="86409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25000"/>
            </a:pP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    </a:t>
            </a: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    School of Engineering &amp; Technology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US" dirty="0"/>
          </a:p>
          <a:p>
            <a:pPr lvl="0"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K.R. Mangalam University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IN" sz="2000" b="1" dirty="0"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8F7CDE4-C1B5-EA85-23FB-C515D9544028}"/>
              </a:ext>
            </a:extLst>
          </p:cNvPr>
          <p:cNvSpPr txBox="1"/>
          <p:nvPr/>
        </p:nvSpPr>
        <p:spPr>
          <a:xfrm>
            <a:off x="2615400" y="3077829"/>
            <a:ext cx="5616624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/>
              <a:t>UNIT-1: </a:t>
            </a:r>
            <a:r>
              <a:rPr lang="en-US" sz="2400" b="1" dirty="0"/>
              <a:t>Foundations of Data Structures</a:t>
            </a:r>
            <a:r>
              <a:rPr lang="en-US" sz="2400" dirty="0">
                <a:ea typeface="Calibri"/>
                <a:cs typeface="Calibri"/>
              </a:rPr>
              <a:t>​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1C069C-6325-C4BA-8206-50ACC397CC64}"/>
              </a:ext>
            </a:extLst>
          </p:cNvPr>
          <p:cNvSpPr txBox="1"/>
          <p:nvPr/>
        </p:nvSpPr>
        <p:spPr>
          <a:xfrm>
            <a:off x="2615400" y="3867560"/>
            <a:ext cx="4697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Shahjad, Mr. Deepak, Neetu Ma’am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​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75251" y="2521110"/>
            <a:ext cx="8352928" cy="19216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8:</a:t>
            </a:r>
          </a:p>
          <a:p>
            <a:pPr algn="ctr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3000" dirty="0"/>
              <a:t>Recursion: Concept &amp; Call Stack</a:t>
            </a:r>
            <a:endParaRPr lang="en-US" sz="3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7710" y="564266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2269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Quick Recall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E72C7-3EC7-6CA2-6B7A-44ECBA7BE1F1}"/>
              </a:ext>
            </a:extLst>
          </p:cNvPr>
          <p:cNvSpPr txBox="1"/>
          <p:nvPr/>
        </p:nvSpPr>
        <p:spPr>
          <a:xfrm>
            <a:off x="216027" y="1173140"/>
            <a:ext cx="8642123" cy="6022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does it mean to make a locally optimal choice?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every problem solved using a Greedy approach give the best overall solution?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store previously computed results in programming?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if the same subproblem is solved again and again?</a:t>
            </a:r>
          </a:p>
          <a:p>
            <a:pPr lvl="1">
              <a:lnSpc>
                <a:spcPct val="150000"/>
              </a:lnSpc>
            </a:pPr>
            <a:endParaRPr lang="en-US" sz="26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6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6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84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26CB-6E6A-CC86-A6D3-81DE5954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DB8DE0-B28F-C776-19F6-A402F617F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1BD1C3-AEB5-9FCE-B0D2-ADA8D8D4DC7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997992-73A2-38E9-689A-52412B2733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F627D3-5907-047B-6B52-954E94DE942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F1234-0971-80AA-FB67-E0255BC90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5956"/>
            <a:ext cx="8910736" cy="796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/>
              <a:t>Connecting Old to New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40F4BC-1578-8FF1-3C28-916D5D795024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4C2B05CF-61E8-0F3E-9150-04F7938B2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7A58F2-5905-B411-4C77-B03FC9EEF246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65D461-9A40-AB7B-CF6C-07750AA1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14DCF8-703F-7C5B-A6D3-EE94C34DC832}"/>
              </a:ext>
            </a:extLst>
          </p:cNvPr>
          <p:cNvSpPr txBox="1"/>
          <p:nvPr/>
        </p:nvSpPr>
        <p:spPr>
          <a:xfrm>
            <a:off x="216027" y="1173140"/>
            <a:ext cx="8642123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We already studied: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Divide &amp; Conquer (breaking problems)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Recursion (function calls itself)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Today’s recall focus: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/>
              <a:t>Greedy</a:t>
            </a:r>
            <a:r>
              <a:rPr lang="en-US" sz="2800" dirty="0"/>
              <a:t> → decision-based approach (no backtracking)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/>
              <a:t>Dynamic Programming</a:t>
            </a:r>
            <a:r>
              <a:rPr lang="en-US" sz="2800" dirty="0"/>
              <a:t> → memory-based approach (reuse results).</a:t>
            </a:r>
          </a:p>
        </p:txBody>
      </p:sp>
    </p:spTree>
    <p:extLst>
      <p:ext uri="{BB962C8B-B14F-4D97-AF65-F5344CB8AC3E}">
        <p14:creationId xmlns:p14="http://schemas.microsoft.com/office/powerpoint/2010/main" val="3176902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5ADAF-838F-27A6-F10C-D6745D64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7412D2-855A-6A4F-1EC7-DD0BE2F40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2EE77-3D07-2B56-B6E6-5F147056F3A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3E30EB-F121-738F-AD7F-4DFC1C7CA2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FE3BE6-53E5-02BA-0AAF-D404BDED726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58CDAD-BA8D-84E4-7597-63D3AB48E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One-Line Recall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1B2E3E-197F-80AF-8037-751881A6252E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EFC82A29-7C0A-2EE3-9938-3F28DE21B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D5461C-312F-2088-B62F-902DBCC3AE92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231AD09-8DEA-4F3E-6430-C95C5E25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07DA73-4B2A-215B-DE11-10BA2ED672A8}"/>
              </a:ext>
            </a:extLst>
          </p:cNvPr>
          <p:cNvSpPr txBox="1"/>
          <p:nvPr/>
        </p:nvSpPr>
        <p:spPr>
          <a:xfrm>
            <a:off x="216027" y="1173140"/>
            <a:ext cx="8642123" cy="255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en-US" sz="2800" b="1" dirty="0"/>
              <a:t>Greedy:</a:t>
            </a:r>
            <a:r>
              <a:rPr lang="en-US" sz="2800" dirty="0"/>
              <a:t> Choose best option now, do not reconsider</a:t>
            </a:r>
          </a:p>
          <a:p>
            <a:pPr lvl="1">
              <a:lnSpc>
                <a:spcPct val="200000"/>
              </a:lnSpc>
            </a:pPr>
            <a:r>
              <a:rPr lang="en-US" sz="2800" b="1" dirty="0"/>
              <a:t>Dynamic Programming:</a:t>
            </a:r>
            <a:r>
              <a:rPr lang="en-US" sz="2800" dirty="0"/>
              <a:t> Solve once, store, and reuse</a:t>
            </a:r>
          </a:p>
          <a:p>
            <a:pPr lvl="1">
              <a:lnSpc>
                <a:spcPct val="200000"/>
              </a:lnSpc>
            </a:pPr>
            <a:r>
              <a:rPr lang="en-US" sz="2800" b="1" dirty="0"/>
              <a:t>Key Difference:</a:t>
            </a:r>
            <a:r>
              <a:rPr lang="en-US" sz="2800" dirty="0"/>
              <a:t> Speed vs Optimality</a:t>
            </a:r>
          </a:p>
        </p:txBody>
      </p:sp>
    </p:spTree>
    <p:extLst>
      <p:ext uri="{BB962C8B-B14F-4D97-AF65-F5344CB8AC3E}">
        <p14:creationId xmlns:p14="http://schemas.microsoft.com/office/powerpoint/2010/main" val="1638207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5955"/>
            <a:ext cx="8910736" cy="796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400" dirty="0"/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0D5952-90EC-EFC7-AC9D-1F0A71D70CB1}"/>
              </a:ext>
            </a:extLst>
          </p:cNvPr>
          <p:cNvSpPr txBox="1"/>
          <p:nvPr/>
        </p:nvSpPr>
        <p:spPr>
          <a:xfrm>
            <a:off x="539552" y="1142008"/>
            <a:ext cx="8352928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/>
              <a:t>After this lecture, students will be able to: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Explain the concept of recursion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Identify base and recursive cases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Understand how the call stack works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Trace recursive function execution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Compare recursion with iteration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39496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– What is Recursion?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2610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/>
              <a:t>Simple Definition</a:t>
            </a:r>
            <a:br>
              <a:rPr lang="en-US" sz="2800" dirty="0"/>
            </a:br>
            <a:r>
              <a:rPr lang="en-US" sz="2800" dirty="0"/>
              <a:t>Recursion is a technique where: A function calls </a:t>
            </a:r>
            <a:r>
              <a:rPr lang="en-US" sz="2800" b="1" dirty="0"/>
              <a:t>itself</a:t>
            </a:r>
            <a:endParaRPr lang="en-US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To solve a smaller version of the same problem</a:t>
            </a:r>
          </a:p>
          <a:p>
            <a:pPr lvl="1">
              <a:lnSpc>
                <a:spcPct val="150000"/>
              </a:lnSpc>
            </a:pPr>
            <a:r>
              <a:rPr lang="en-US" sz="2800" i="1" dirty="0"/>
              <a:t>Key idea:</a:t>
            </a:r>
            <a:r>
              <a:rPr lang="en-US" sz="2800" dirty="0"/>
              <a:t> Solve big problem using smaller problems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93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600" b="1" dirty="0"/>
              <a:t>Two Essential Parts of Recursion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4AFFF-60C2-12A5-D06F-1E520E84DA51}"/>
              </a:ext>
            </a:extLst>
          </p:cNvPr>
          <p:cNvSpPr txBox="1"/>
          <p:nvPr/>
        </p:nvSpPr>
        <p:spPr>
          <a:xfrm>
            <a:off x="307154" y="1317711"/>
            <a:ext cx="806489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/>
              <a:t>Every recursive function must have: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/>
              <a:t>Base Case</a:t>
            </a:r>
            <a:r>
              <a:rPr lang="en-US" sz="2800" dirty="0"/>
              <a:t> – stops recursion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/>
              <a:t>Recursive Case</a:t>
            </a:r>
            <a:r>
              <a:rPr lang="en-US" sz="2800" dirty="0"/>
              <a:t> – function calls itself</a:t>
            </a:r>
          </a:p>
        </p:txBody>
      </p:sp>
    </p:spTree>
    <p:extLst>
      <p:ext uri="{BB962C8B-B14F-4D97-AF65-F5344CB8AC3E}">
        <p14:creationId xmlns:p14="http://schemas.microsoft.com/office/powerpoint/2010/main" val="56619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8001B-36B3-9A4A-B305-0FC86BA4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34AF73-B4DE-38C4-1293-FEFDD4E6F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CDDE6A-B272-7548-9067-7C1E910E04C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E2427A1-F3A0-F844-17D1-F3EC08B4DB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5E2E9A-7C0D-532F-7390-290A742F2D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7E68D4-A06F-54B0-29A3-E532AA3B9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600" b="1" dirty="0"/>
              <a:t>Two Essential Parts of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CBC8D8-A89E-8689-2A47-CFD5AFAD4FA3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DFF6159-B05D-BCD7-1A09-2277DCD0E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6E35D4F-8892-C863-B136-B25DEC0BD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1DBE81-ECAA-E45D-1803-62375905A4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80" y="1140352"/>
            <a:ext cx="7009728" cy="46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23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6E501-C8F9-FCE9-281D-5360C43C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ED7582-AF64-FDCD-4785-4A1F47EF0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63A72F-216D-DF4E-3B51-DE20EFBDC59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C68A099-2145-46ED-B416-BF5548924D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48C656-48D4-60C7-2594-41077ACDA32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076611-01C6-52BF-8FE8-C90DD3C67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Aft>
                <a:spcPts val="750"/>
              </a:spcAft>
            </a:pPr>
            <a:r>
              <a:rPr lang="en-US" sz="3600" b="1" dirty="0">
                <a:solidFill>
                  <a:srgbClr val="273239"/>
                </a:solidFill>
                <a:latin typeface="Nunito" pitchFamily="2" charset="0"/>
              </a:rPr>
              <a:t>Steps to Implement Recursion</a:t>
            </a:r>
            <a:endParaRPr lang="en-US" sz="3600" dirty="0">
              <a:solidFill>
                <a:srgbClr val="273239"/>
              </a:solidFill>
              <a:latin typeface="Nunito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8C13A-A740-AB65-A513-93BD2A42143D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8877C73-6C6B-5264-3618-774ACA2AA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508EE1-3B46-3F83-E82D-857F3AD42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90F02-C277-6B75-F8C0-83CCCAA2405B}"/>
              </a:ext>
            </a:extLst>
          </p:cNvPr>
          <p:cNvSpPr txBox="1"/>
          <p:nvPr/>
        </p:nvSpPr>
        <p:spPr>
          <a:xfrm>
            <a:off x="89248" y="1052736"/>
            <a:ext cx="9001000" cy="482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 fontAlgn="base">
              <a:lnSpc>
                <a:spcPct val="150000"/>
              </a:lnSpc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§"/>
            </a:pPr>
            <a:r>
              <a:rPr lang="en-US" sz="2000" b="1" i="1" dirty="0">
                <a:solidFill>
                  <a:srgbClr val="273239"/>
                </a:solidFill>
                <a:effectLst/>
                <a:latin typeface="Nunito" pitchFamily="2" charset="0"/>
              </a:rPr>
              <a:t>Step1 - Define a base case: </a:t>
            </a:r>
            <a:r>
              <a:rPr lang="en-US" sz="2000" b="0" i="1" dirty="0">
                <a:solidFill>
                  <a:srgbClr val="273239"/>
                </a:solidFill>
                <a:effectLst/>
                <a:latin typeface="Nunito" pitchFamily="2" charset="0"/>
              </a:rPr>
              <a:t>Identify the simplest (or base) case for which the solution is known or trivial. </a:t>
            </a:r>
          </a:p>
          <a:p>
            <a:pPr marL="342900" indent="-342900" algn="l" rtl="0" fontAlgn="base">
              <a:lnSpc>
                <a:spcPct val="150000"/>
              </a:lnSpc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§"/>
            </a:pPr>
            <a:r>
              <a:rPr lang="en-US" sz="2000" b="1" i="1" dirty="0">
                <a:solidFill>
                  <a:srgbClr val="273239"/>
                </a:solidFill>
                <a:effectLst/>
                <a:latin typeface="Nunito" pitchFamily="2" charset="0"/>
              </a:rPr>
              <a:t>Step2 - Define a recursive case: </a:t>
            </a:r>
            <a:r>
              <a:rPr lang="en-US" sz="2000" b="0" i="1" dirty="0">
                <a:solidFill>
                  <a:srgbClr val="273239"/>
                </a:solidFill>
                <a:effectLst/>
                <a:latin typeface="Nunito" pitchFamily="2" charset="0"/>
              </a:rPr>
              <a:t>Define the problem in terms of smaller subproblems. Break the problem down into smaller versions of itself, and call the function recursively to solve each subproblem.</a:t>
            </a:r>
            <a:endParaRPr lang="en-US" sz="2000" i="1" dirty="0">
              <a:solidFill>
                <a:srgbClr val="273239"/>
              </a:solidFill>
              <a:latin typeface="Nunito" pitchFamily="2" charset="0"/>
            </a:endParaRPr>
          </a:p>
          <a:p>
            <a:pPr marL="342900" indent="-342900" algn="l" rtl="0" fontAlgn="base">
              <a:lnSpc>
                <a:spcPct val="150000"/>
              </a:lnSpc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§"/>
            </a:pPr>
            <a:r>
              <a:rPr lang="en-US" sz="2000" b="1" i="1" dirty="0">
                <a:solidFill>
                  <a:srgbClr val="273239"/>
                </a:solidFill>
                <a:effectLst/>
                <a:latin typeface="Nunito" pitchFamily="2" charset="0"/>
              </a:rPr>
              <a:t>Step3 - Ensure the recursion terminates:</a:t>
            </a:r>
            <a:r>
              <a:rPr lang="en-US" sz="2000" b="0" i="1" dirty="0">
                <a:solidFill>
                  <a:srgbClr val="273239"/>
                </a:solidFill>
                <a:effectLst/>
                <a:latin typeface="Nunito" pitchFamily="2" charset="0"/>
              </a:rPr>
              <a:t> Make sure that the recursive function eventually reaches the base case, and does not enter an infinite loop.</a:t>
            </a:r>
            <a:endParaRPr lang="en-US" sz="2000" i="1" dirty="0">
              <a:solidFill>
                <a:srgbClr val="273239"/>
              </a:solidFill>
              <a:latin typeface="Nunito" pitchFamily="2" charset="0"/>
            </a:endParaRPr>
          </a:p>
          <a:p>
            <a:pPr marL="342900" indent="-342900" algn="l" rtl="0" fontAlgn="base">
              <a:lnSpc>
                <a:spcPct val="150000"/>
              </a:lnSpc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§"/>
            </a:pPr>
            <a:r>
              <a:rPr lang="en-US" sz="2000" b="1" i="1" dirty="0">
                <a:solidFill>
                  <a:srgbClr val="273239"/>
                </a:solidFill>
                <a:effectLst/>
                <a:latin typeface="Nunito" pitchFamily="2" charset="0"/>
              </a:rPr>
              <a:t>Step4 - Combine the solutions:</a:t>
            </a:r>
            <a:r>
              <a:rPr lang="en-US" sz="2000" b="0" i="1" dirty="0">
                <a:solidFill>
                  <a:srgbClr val="273239"/>
                </a:solidFill>
                <a:effectLst/>
                <a:latin typeface="Nunito" pitchFamily="2" charset="0"/>
              </a:rPr>
              <a:t> Combine the solutions of the subproblems to solve the original problem.</a:t>
            </a:r>
          </a:p>
        </p:txBody>
      </p:sp>
    </p:spTree>
    <p:extLst>
      <p:ext uri="{BB962C8B-B14F-4D97-AF65-F5344CB8AC3E}">
        <p14:creationId xmlns:p14="http://schemas.microsoft.com/office/powerpoint/2010/main" val="1839988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EDBB8-C15A-F352-10AA-95A1B7B3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2C2925-D298-5C6F-AD08-AA786BCF6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BFE68-882B-1D55-4A03-F5013A7920C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E127F7-5868-BDDF-1222-B37A0EE5EE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EB01B7-0500-E01E-DACD-FE9D94E8D71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63C36-8988-BF86-D353-4B9CAAEB5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Example: To Sum N=3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31112-50FB-BFBC-2895-0C3EF247EE9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8F1F6-CCDD-ED02-CB19-41AA1F256910}"/>
              </a:ext>
            </a:extLst>
          </p:cNvPr>
          <p:cNvSpPr/>
          <p:nvPr/>
        </p:nvSpPr>
        <p:spPr>
          <a:xfrm>
            <a:off x="107504" y="1107776"/>
            <a:ext cx="8982744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fontAlgn="base">
              <a:lnSpc>
                <a:spcPct val="150000"/>
              </a:lnSpc>
            </a:pPr>
            <a:r>
              <a:rPr lang="en-US" sz="2400" b="1" dirty="0"/>
              <a:t>Execution Flow of the Recursive Solution</a:t>
            </a:r>
            <a:endParaRPr lang="en-US" sz="2400" dirty="0"/>
          </a:p>
          <a:p>
            <a:pPr marL="800100" lvl="1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Execution Flow of the Recursive Solution</a:t>
            </a:r>
            <a:endParaRPr lang="en-US" sz="2400" dirty="0"/>
          </a:p>
          <a:p>
            <a:pPr marL="800100" lvl="1" indent="-34290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Calls are stacked as sum(3) → sum(2) → sum(1) before any addition happens. Results are added back in reverse: sum(1) = 1, sum(2) = 3, sum(3) = 6.</a:t>
            </a:r>
          </a:p>
          <a:p>
            <a:pPr lvl="1">
              <a:lnSpc>
                <a:spcPct val="150000"/>
              </a:lnSpc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DABD0B4-5DA3-2106-6942-8900BABB1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D13E00-2E0F-A644-DB17-4B039A8F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6F810C-6052-8643-FBEE-91181EF86B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1760" y="3429000"/>
            <a:ext cx="576064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674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52F2-9394-A080-71D3-76B489F7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1B6C47-768F-30CF-BA74-249828309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66B3F3-3CD0-70A2-6743-1A9176C05497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3B47E06-A663-845E-7A1F-9630C561B4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362AD7-87EE-0A9C-FB76-FC1338BBA89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72BA1D-0D05-9ECF-396D-770AEB458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Example: To Sum N=3..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1096B4-18F3-76C9-96F5-B21718C079A0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3C8791C-B927-2F33-0295-B26C6DE3C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6BC3DC-783A-F5A2-3A76-485FECDF2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AA50CF-A499-7271-6415-375DBDC873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356" y="1132112"/>
            <a:ext cx="8710611" cy="449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82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1CC82-1FAF-E87A-1363-7F25DDC0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34DC03-9C17-2E65-B80A-9C937AA5C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367A57-4182-7AB7-9BB5-966E64C30F3E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0D3B5BA-B96E-9850-1FF6-8768704EF5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707806-0F3D-B5D8-2287-9AB132AE4D9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96EB51-4DDA-19EE-BBDE-8853C8587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Example: To Sum N=3..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20FDC-BA0C-4053-035A-D8856505CF65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1C94079-730B-E4A5-633C-214EFBBE7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E16394-33D2-0503-7EE7-86767BE6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5B0575-2356-E740-7109-1B0114198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828" y="1191424"/>
            <a:ext cx="8706544" cy="435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774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14337-0D80-44A0-B1B3-F85C04B77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CC19E6-4D04-2BD5-1BDC-662F9D4330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FF5CB5-0D1B-078E-FD28-7BBFBF4FDCFE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D2B1A9A-C839-5A58-A28F-15D093CA7A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07DCD3-A115-23EF-3CC9-9144464B4A85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9339A5-CEB6-7966-C20E-1024AD82A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Example: To Sum N=3..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7BC88-FAF5-919C-EBF5-DF0D7ED61497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1D0CBA7A-E4AA-C46F-38A7-9D4363C47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903784-0DAD-D303-AA9F-E53EBB4D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67648E-5979-2EEF-D1A8-EA62959155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840" y="1132112"/>
            <a:ext cx="8196488" cy="409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642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0F9DC-1DFE-3F03-F843-4EB34EEB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AEA625-352B-4159-1F53-3F1F45662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C25BE2-B0C8-E5B6-CFCE-A48AC7E1C23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E596CD-FA19-20A3-C234-7DF6EA3A47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41D137-386E-9257-66A4-FEDE95A0F395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8FC288-82E3-737D-D798-524EAE96E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Example: To Sum N=3..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8C962-4DCA-8C3F-FF42-F4814869F58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E7E4D99-1866-24D6-0195-D60C2D0AF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8D117B-91AE-E076-3C37-8A3DB953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E2B3ED-DB49-9001-1608-3416730732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645" y="1149314"/>
            <a:ext cx="8778976" cy="438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18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B0B02-7C94-889A-635B-C3DF30979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C2F9F8-55AB-1C85-FE43-896A53D67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DDBCB8-9987-3A45-E1D8-069F255C90F7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9678A71-9191-71B4-3148-A99FD4282F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B1F1AB-770E-E16D-9BB4-394F08A8C2B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2FD8A6-E4FA-0233-2B17-2A2EE3E34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Example: To Sum N=3..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CF871-6477-8074-F10C-2A49550FEB5A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6A4E209-BAD5-F991-F5DE-8C0D4F2A5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627C16-2848-1E48-ADB8-087AC053B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245515-3806-723D-7DA6-7FB7FD5C1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843" y="1068643"/>
            <a:ext cx="8342842" cy="417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07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3F988-55CF-7FC4-BBC2-120D1C97B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5BA74D-FDD5-7F59-5701-A12B0D248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EAC874-335F-93D8-BBE7-1EB77E8A2A1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6A857A3-1F6E-15FD-6E0E-CEBC8396B6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5539E9-3F65-BDC9-B73D-86B1C6C6DF4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F51A5B-9B74-11DE-0909-C437A8099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Example: To Sum N=3..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A6E78-28F5-9166-0BE0-218939837207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C64A020-2EFE-4F32-0A54-27F0C2B77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E93C96-9930-D5E6-32CB-ED53B134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C870DB-0357-DEA5-333E-C5CD38332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357" y="1132112"/>
            <a:ext cx="8403776" cy="420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95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88835-8C83-539A-0902-6A3036707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687ACC-D95E-3C7C-987A-3BD2C27E9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0EA613-40D2-E03F-DFCA-B1FC37C64141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46C0F21-F384-D3DA-E38F-56B75142B4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AA4978-B28B-B0E0-B47F-9961D122362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7A38F7-C788-420D-0277-BF6906D13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Example: To Sum N=3..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310559-F6FB-217E-6587-C985B3EAD310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18874FC0-0CD2-0515-3F00-767B5D5F9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CF1CEE-7B66-FD7C-28BC-65B780AF3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27AB9B-E6E7-F230-4310-96359DDCE0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12" y="1132112"/>
            <a:ext cx="8403776" cy="420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25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868E8-53BB-CB61-AA3C-7B52259F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03CD0D-F85D-6E11-D2D6-582F03F51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F17D7-B63F-3D6B-FC7C-BFA3400E1A33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304ECE6-1363-B292-B100-CFCA40FCB4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7CFFC9-1204-0C31-ACAC-9BCB8E12683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87D3D-4F82-0678-1365-B17582C3E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Real-Life Analogy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4116A-AF75-2ED3-CB14-45A7339A461A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6E6A66-45DF-820E-7944-B4FE1C1CEC01}"/>
              </a:ext>
            </a:extLst>
          </p:cNvPr>
          <p:cNvSpPr/>
          <p:nvPr/>
        </p:nvSpPr>
        <p:spPr>
          <a:xfrm>
            <a:off x="107504" y="1107776"/>
            <a:ext cx="8982744" cy="3254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/>
              <a:t>Example: Looking into Mirrors</a:t>
            </a:r>
            <a:endParaRPr lang="en-US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Mirror reflects another mirror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Continues until reflection ends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Similar to recursion stopping at base case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Concrete analogy improves understanding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79FD352-E97A-6720-59E5-83B7DEC49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8D052A-A906-C62D-4F74-9722717C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3708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3"/>
            <a:ext cx="7992888" cy="3672408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Call Stack?</a:t>
            </a:r>
          </a:p>
          <a:p>
            <a:pPr lvl="1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Explanation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Call Stack is: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memory structure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stores information about active function calls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(Last In, First Out)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</a:t>
            </a:r>
          </a:p>
          <a:p>
            <a:pPr lvl="1">
              <a:lnSpc>
                <a:spcPct val="150000"/>
              </a:lnSpc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“Last called function finishes first”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Stack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20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114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r>
              <a:rPr lang="en-US" b="1" dirty="0"/>
              <a:t>Flow of Recursive Calls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main() → factorial(3)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factorial(3) → factorial(2)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factorial(2) → factorial(1)</a:t>
            </a:r>
          </a:p>
          <a:p>
            <a:r>
              <a:rPr lang="en-US" dirty="0"/>
              <a:t>Use </a:t>
            </a:r>
            <a:r>
              <a:rPr lang="en-US" b="1" dirty="0"/>
              <a:t>stack diagram</a:t>
            </a:r>
            <a:r>
              <a:rPr lang="en-US" dirty="0"/>
              <a:t> (push &amp; pop)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21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Call Stack Visualization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122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4EC4E-F18B-FCD6-8306-258FC6B9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EB56A-38AE-3ACB-7FE1-E6E1B2E5E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 lnSpcReduction="10000"/>
          </a:bodyPr>
          <a:lstStyle/>
          <a:p>
            <a:r>
              <a:rPr lang="en-US" b="1" dirty="0"/>
              <a:t>Tracing factorial(3)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factorial(3) pushed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factorial(2) pushed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factorial(1) pushed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Stack starts popping</a:t>
            </a:r>
          </a:p>
          <a:p>
            <a:r>
              <a:rPr lang="en-US" dirty="0"/>
              <a:t>Step-by-step modeling (</a:t>
            </a:r>
            <a:r>
              <a:rPr lang="en-US" dirty="0" err="1"/>
              <a:t>Rosenshine</a:t>
            </a:r>
            <a:r>
              <a:rPr lang="en-US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D4324-4372-F763-0707-ADE2553E2B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9EF812-B75F-F5FE-02ED-9DC6150E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22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FF188-9D0A-E8C6-46B4-23ACC7F52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Worked Example (Stack Trace)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4F23C5-2115-1A49-345E-68CCC3A85DEB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9780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B344-258B-32BC-6939-E3373F42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86DE7-6C5E-3072-BB5B-6EAD3B733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❌ Missing base case</a:t>
            </a:r>
            <a:br>
              <a:rPr lang="en-US" dirty="0"/>
            </a:br>
            <a:r>
              <a:rPr lang="en-US" dirty="0"/>
              <a:t>❌ Infinite recursion</a:t>
            </a:r>
            <a:br>
              <a:rPr lang="en-US" dirty="0"/>
            </a:br>
            <a:r>
              <a:rPr lang="en-US" dirty="0"/>
              <a:t>❌ Stack overflow error</a:t>
            </a:r>
          </a:p>
          <a:p>
            <a:r>
              <a:rPr lang="en-US" dirty="0"/>
              <a:t>Misconceptions highlighted and corrected early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86E52-3E99-CBFF-F178-B30B411D09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CE5C5F-8008-9DF1-A2C2-309E8A0E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23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EEC3E2-24E0-1424-F01A-D1FBB0DC1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Common Errors in Recursion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F054AA-558C-F9CE-4797-A131F10D7AD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30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0DD99-FCF8-197C-872D-A8A88B3D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512CE4-31A0-E708-3E6C-F3F1E45B28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111821"/>
              </p:ext>
            </p:extLst>
          </p:nvPr>
        </p:nvGraphicFramePr>
        <p:xfrm>
          <a:off x="827584" y="1310654"/>
          <a:ext cx="8003232" cy="3581360"/>
        </p:xfrm>
        <a:graphic>
          <a:graphicData uri="http://schemas.openxmlformats.org/drawingml/2006/table">
            <a:tbl>
              <a:tblPr/>
              <a:tblGrid>
                <a:gridCol w="2667744">
                  <a:extLst>
                    <a:ext uri="{9D8B030D-6E8A-4147-A177-3AD203B41FA5}">
                      <a16:colId xmlns:a16="http://schemas.microsoft.com/office/drawing/2014/main" val="2724380881"/>
                    </a:ext>
                  </a:extLst>
                </a:gridCol>
                <a:gridCol w="2667744">
                  <a:extLst>
                    <a:ext uri="{9D8B030D-6E8A-4147-A177-3AD203B41FA5}">
                      <a16:colId xmlns:a16="http://schemas.microsoft.com/office/drawing/2014/main" val="2206718350"/>
                    </a:ext>
                  </a:extLst>
                </a:gridCol>
                <a:gridCol w="2667744">
                  <a:extLst>
                    <a:ext uri="{9D8B030D-6E8A-4147-A177-3AD203B41FA5}">
                      <a16:colId xmlns:a16="http://schemas.microsoft.com/office/drawing/2014/main" val="2115310418"/>
                    </a:ext>
                  </a:extLst>
                </a:gridCol>
              </a:tblGrid>
              <a:tr h="71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Recursion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872253"/>
                  </a:ext>
                </a:extLst>
              </a:tr>
              <a:tr h="71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Longer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825087"/>
                  </a:ext>
                </a:extLst>
              </a:tr>
              <a:tr h="71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62629"/>
                  </a:ext>
                </a:extLst>
              </a:tr>
              <a:tr h="71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Stack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16708"/>
                  </a:ext>
                </a:extLst>
              </a:tr>
              <a:tr h="71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23168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092F3F5-5E11-081E-A14F-F56EC162AE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AC76AC-B9AF-D2E6-DF7E-4917A487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24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3A53BF-3087-2D03-9F41-03139D9E5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Recursion vs Iteration</a:t>
            </a:r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D437EC-302F-C1A6-1DE5-2370617BE31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213316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B1186-8B29-8476-2D2B-8922F3B8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394C-20FD-BD98-0691-720D7EAED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24744"/>
            <a:ext cx="8465318" cy="3995737"/>
          </a:xfrm>
        </p:spPr>
        <p:txBody>
          <a:bodyPr rtlCol="0"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base &amp; recursive case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recursive calls for factorial(4)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05E85-089B-DE31-A08D-8B7520C6A3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A72E7-A057-E04F-0764-D0B19293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25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52C805-0ABC-58C4-53D7-DDA13BA1D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Activity</a:t>
            </a:r>
            <a:endParaRPr lang="en-IN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F10B49-EEE2-7D6F-2902-7F3DA469DED1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4311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AE485-C739-861C-FCD2-44A394E3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C94AA-4384-D986-938F-8C1B19953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428" y="1196752"/>
            <a:ext cx="8714903" cy="3995737"/>
          </a:xfrm>
        </p:spPr>
        <p:txBody>
          <a:bodyPr rtlCol="0">
            <a:normAutofit fontScale="85000" lnSpcReduction="10000"/>
          </a:bodyPr>
          <a:lstStyle/>
          <a:p>
            <a:pPr marL="571500" indent="-571500">
              <a:buFont typeface="+mj-lt"/>
              <a:buAutoNum type="romanLcPeriod"/>
            </a:pPr>
            <a:r>
              <a:rPr lang="en-US" dirty="0"/>
              <a:t>Define </a:t>
            </a:r>
            <a:r>
              <a:rPr lang="en-US" b="1" dirty="0"/>
              <a:t>recursion</a:t>
            </a:r>
            <a:r>
              <a:rPr lang="en-US" dirty="0"/>
              <a:t> in your own words and give a simple example.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Explain the difference between </a:t>
            </a:r>
            <a:r>
              <a:rPr lang="en-US" b="1" dirty="0"/>
              <a:t>direct recursion</a:t>
            </a:r>
            <a:r>
              <a:rPr lang="en-US" dirty="0"/>
              <a:t> and </a:t>
            </a:r>
            <a:r>
              <a:rPr lang="en-US" b="1" dirty="0"/>
              <a:t>indirect recursion</a:t>
            </a:r>
            <a:r>
              <a:rPr lang="en-US" dirty="0"/>
              <a:t>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What is a </a:t>
            </a:r>
            <a:r>
              <a:rPr lang="en-US" b="1" dirty="0"/>
              <a:t>base case</a:t>
            </a:r>
            <a:r>
              <a:rPr lang="en-US" dirty="0"/>
              <a:t> in recursion, and why is it important?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What happens if a recursive function does </a:t>
            </a:r>
            <a:r>
              <a:rPr lang="en-US" b="1" dirty="0"/>
              <a:t>not have a base case</a:t>
            </a:r>
            <a:r>
              <a:rPr lang="en-US" dirty="0"/>
              <a:t>?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Explain the concept of </a:t>
            </a:r>
            <a:r>
              <a:rPr lang="en-US" b="1" dirty="0"/>
              <a:t>recursive depth</a:t>
            </a:r>
            <a:r>
              <a:rPr lang="en-US" dirty="0"/>
              <a:t> with an example.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0F7B2-3592-28D1-525B-0C27277403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0BD29F-8A49-1ED2-A88C-B1F068C3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26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0C450-9571-7C56-AE47-D245EA54F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Recursion: Concept &amp; Call Stack – Questions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74178A-CB8C-9D73-23C4-C949BBAE437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260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F6FE-66E8-2DCB-25F8-6D48EF5F6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823DE-9720-A925-4063-DDE0884C8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 marL="457200" lvl="1" indent="0">
              <a:buNone/>
            </a:pPr>
            <a:r>
              <a:rPr lang="en-US" b="1" dirty="0"/>
              <a:t>Reflection</a:t>
            </a:r>
          </a:p>
          <a:p>
            <a:pPr lvl="1"/>
            <a:r>
              <a:rPr lang="en-US" dirty="0"/>
              <a:t>Why is base case important?</a:t>
            </a:r>
          </a:p>
          <a:p>
            <a:pPr lvl="1"/>
            <a:r>
              <a:rPr lang="en-US" dirty="0"/>
              <a:t>When should recursion be avoided?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/>
              <a:t>Homework</a:t>
            </a:r>
          </a:p>
          <a:p>
            <a:pPr lvl="1"/>
            <a:r>
              <a:rPr lang="en-US" dirty="0"/>
              <a:t>Write recursive logic for Fibonacci</a:t>
            </a:r>
          </a:p>
          <a:p>
            <a:pPr lvl="1"/>
            <a:r>
              <a:rPr lang="en-US" dirty="0"/>
              <a:t>Convert recursive solution to loop</a:t>
            </a:r>
          </a:p>
          <a:p>
            <a:pPr marL="457200" lvl="1" indent="0">
              <a:buNone/>
            </a:pPr>
            <a:endParaRPr lang="en-US" dirty="0"/>
          </a:p>
          <a:p>
            <a:pPr marL="857250" lvl="2" indent="0">
              <a:lnSpc>
                <a:spcPct val="160000"/>
              </a:lnSpc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819227-ADC2-82C6-1E7B-79C5347B79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E637DA-229A-8E24-877C-5AEA4488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27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270386-F575-6735-A3F8-ABF724CE1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Reflection, Practice &amp; Homework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6CB75F-8E5A-BFF8-0F60-6445D50F1D9F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1816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17852</TotalTime>
  <Words>995</Words>
  <Application>Microsoft Office PowerPoint</Application>
  <PresentationFormat>On-screen Show (4:3)</PresentationFormat>
  <Paragraphs>215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Garamond</vt:lpstr>
      <vt:lpstr>Nunito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shahjad israil</cp:lastModifiedBy>
  <cp:revision>1281</cp:revision>
  <cp:lastPrinted>2022-09-05T08:43:44Z</cp:lastPrinted>
  <dcterms:created xsi:type="dcterms:W3CDTF">2020-01-16T09:05:56Z</dcterms:created>
  <dcterms:modified xsi:type="dcterms:W3CDTF">2026-01-10T07:19:10Z</dcterms:modified>
</cp:coreProperties>
</file>