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97" r:id="rId2"/>
    <p:sldId id="1057" r:id="rId3"/>
    <p:sldId id="740" r:id="rId4"/>
    <p:sldId id="1058" r:id="rId5"/>
    <p:sldId id="1066" r:id="rId6"/>
    <p:sldId id="741" r:id="rId7"/>
    <p:sldId id="835" r:id="rId8"/>
    <p:sldId id="878" r:id="rId9"/>
    <p:sldId id="1065" r:id="rId10"/>
    <p:sldId id="879" r:id="rId11"/>
    <p:sldId id="1030" r:id="rId12"/>
    <p:sldId id="1070" r:id="rId13"/>
    <p:sldId id="1069" r:id="rId14"/>
    <p:sldId id="1031" r:id="rId15"/>
    <p:sldId id="1059" r:id="rId16"/>
    <p:sldId id="1071" r:id="rId17"/>
    <p:sldId id="1060" r:id="rId18"/>
    <p:sldId id="1061" r:id="rId19"/>
    <p:sldId id="1072" r:id="rId20"/>
    <p:sldId id="1062" r:id="rId21"/>
    <p:sldId id="1064" r:id="rId22"/>
    <p:sldId id="1067" r:id="rId23"/>
    <p:sldId id="1073" r:id="rId24"/>
    <p:sldId id="1068" r:id="rId25"/>
    <p:sldId id="269" r:id="rId2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993"/>
    <a:srgbClr val="E83030"/>
    <a:srgbClr val="0060AA"/>
    <a:srgbClr val="0066B3"/>
    <a:srgbClr val="E31E24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14BC0-9F9A-4537-A4AC-4F0AA86FCC3A}" v="49" dt="2026-01-11T15:00:34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3883" autoAdjust="0"/>
  </p:normalViewPr>
  <p:slideViewPr>
    <p:cSldViewPr>
      <p:cViewPr varScale="1">
        <p:scale>
          <a:sx n="63" d="100"/>
          <a:sy n="63" d="100"/>
        </p:scale>
        <p:origin x="1280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">
      <pc:chgData name="shahjad israil" userId="765442391d65c39a" providerId="LiveId" clId="{AD403976-A7C0-4C75-AA9D-6F93FECD3E33}" dt="2026-01-11T15:00:34.647" v="151"/>
      <pc:docMkLst>
        <pc:docMk/>
      </pc:docMkLst>
      <pc:sldChg chg="addSp modSp mod">
        <pc:chgData name="shahjad israil" userId="765442391d65c39a" providerId="LiveId" clId="{AD403976-A7C0-4C75-AA9D-6F93FECD3E33}" dt="2026-01-10T07:35:40.428" v="3" actId="1076"/>
        <pc:sldMkLst>
          <pc:docMk/>
          <pc:sldMk cId="4142536426" sldId="497"/>
        </pc:sldMkLst>
        <pc:spChg chg="add mod">
          <ac:chgData name="shahjad israil" userId="765442391d65c39a" providerId="LiveId" clId="{AD403976-A7C0-4C75-AA9D-6F93FECD3E33}" dt="2026-01-10T07:35:40.428" v="3" actId="1076"/>
          <ac:spMkLst>
            <pc:docMk/>
            <pc:sldMk cId="4142536426" sldId="497"/>
            <ac:spMk id="3" creationId="{FCDCF82F-D2C5-F383-969D-635BF4BA7C27}"/>
          </ac:spMkLst>
        </pc:spChg>
        <pc:spChg chg="mod">
          <ac:chgData name="shahjad israil" userId="765442391d65c39a" providerId="LiveId" clId="{AD403976-A7C0-4C75-AA9D-6F93FECD3E33}" dt="2026-01-10T07:35:20.475" v="1"/>
          <ac:spMkLst>
            <pc:docMk/>
            <pc:sldMk cId="4142536426" sldId="497"/>
            <ac:spMk id="5" creationId="{F735F61E-D087-D90C-58CB-F3056C508EEF}"/>
          </ac:spMkLst>
        </pc:spChg>
      </pc:sldChg>
      <pc:sldChg chg="modSp mod">
        <pc:chgData name="shahjad israil" userId="765442391d65c39a" providerId="LiveId" clId="{AD403976-A7C0-4C75-AA9D-6F93FECD3E33}" dt="2026-01-10T07:36:21.287" v="10" actId="20577"/>
        <pc:sldMkLst>
          <pc:docMk/>
          <pc:sldMk cId="1654840783" sldId="740"/>
        </pc:sldMkLst>
        <pc:spChg chg="mod">
          <ac:chgData name="shahjad israil" userId="765442391d65c39a" providerId="LiveId" clId="{AD403976-A7C0-4C75-AA9D-6F93FECD3E33}" dt="2026-01-10T07:36:21.287" v="10" actId="20577"/>
          <ac:spMkLst>
            <pc:docMk/>
            <pc:sldMk cId="1654840783" sldId="740"/>
            <ac:spMk id="2" creationId="{7FEE1B99-B51C-4A5A-108B-8445DFED19F8}"/>
          </ac:spMkLst>
        </pc:spChg>
      </pc:sldChg>
      <pc:sldChg chg="addSp delSp modSp mod modAnim">
        <pc:chgData name="shahjad israil" userId="765442391d65c39a" providerId="LiveId" clId="{AD403976-A7C0-4C75-AA9D-6F93FECD3E33}" dt="2026-01-11T14:51:33.001" v="54" actId="1076"/>
        <pc:sldMkLst>
          <pc:docMk/>
          <pc:sldMk cId="256811407" sldId="1030"/>
        </pc:sldMkLst>
        <pc:spChg chg="del mod">
          <ac:chgData name="shahjad israil" userId="765442391d65c39a" providerId="LiveId" clId="{AD403976-A7C0-4C75-AA9D-6F93FECD3E33}" dt="2026-01-11T14:48:12.194" v="16"/>
          <ac:spMkLst>
            <pc:docMk/>
            <pc:sldMk cId="256811407" sldId="1030"/>
            <ac:spMk id="3" creationId="{00000000-0000-0000-0000-000000000000}"/>
          </ac:spMkLst>
        </pc:spChg>
        <pc:spChg chg="add">
          <ac:chgData name="shahjad israil" userId="765442391d65c39a" providerId="LiveId" clId="{AD403976-A7C0-4C75-AA9D-6F93FECD3E33}" dt="2026-01-11T14:47:44.349" v="11"/>
          <ac:spMkLst>
            <pc:docMk/>
            <pc:sldMk cId="256811407" sldId="1030"/>
            <ac:spMk id="4" creationId="{3C9BE77F-B516-DE9E-6E7A-9159F2FD7157}"/>
          </ac:spMkLst>
        </pc:spChg>
        <pc:spChg chg="add del mod">
          <ac:chgData name="shahjad israil" userId="765442391d65c39a" providerId="LiveId" clId="{AD403976-A7C0-4C75-AA9D-6F93FECD3E33}" dt="2026-01-11T14:50:42.220" v="45"/>
          <ac:spMkLst>
            <pc:docMk/>
            <pc:sldMk cId="256811407" sldId="1030"/>
            <ac:spMk id="5" creationId="{E0F68DDA-94D7-E0A7-0D39-83FFF4E1D2E2}"/>
          </ac:spMkLst>
        </pc:spChg>
        <pc:spChg chg="mod">
          <ac:chgData name="shahjad israil" userId="765442391d65c39a" providerId="LiveId" clId="{AD403976-A7C0-4C75-AA9D-6F93FECD3E33}" dt="2026-01-11T14:49:37.987" v="40" actId="207"/>
          <ac:spMkLst>
            <pc:docMk/>
            <pc:sldMk cId="256811407" sldId="1030"/>
            <ac:spMk id="6" creationId="{7FEE1B99-B51C-4A5A-108B-8445DFED19F8}"/>
          </ac:spMkLst>
        </pc:spChg>
        <pc:spChg chg="add">
          <ac:chgData name="shahjad israil" userId="765442391d65c39a" providerId="LiveId" clId="{AD403976-A7C0-4C75-AA9D-6F93FECD3E33}" dt="2026-01-11T14:50:29.637" v="43"/>
          <ac:spMkLst>
            <pc:docMk/>
            <pc:sldMk cId="256811407" sldId="1030"/>
            <ac:spMk id="8" creationId="{DF9EBB0F-210A-1A47-8BA4-D3AC83AA77CB}"/>
          </ac:spMkLst>
        </pc:spChg>
        <pc:spChg chg="add mod">
          <ac:chgData name="shahjad israil" userId="765442391d65c39a" providerId="LiveId" clId="{AD403976-A7C0-4C75-AA9D-6F93FECD3E33}" dt="2026-01-11T14:51:33.001" v="54" actId="1076"/>
          <ac:spMkLst>
            <pc:docMk/>
            <pc:sldMk cId="256811407" sldId="1030"/>
            <ac:spMk id="9" creationId="{869DF248-6649-A715-EDF5-A92A133EA9B6}"/>
          </ac:spMkLst>
        </pc:spChg>
      </pc:sldChg>
      <pc:sldChg chg="modSp mod">
        <pc:chgData name="shahjad israil" userId="765442391d65c39a" providerId="LiveId" clId="{AD403976-A7C0-4C75-AA9D-6F93FECD3E33}" dt="2026-01-10T07:35:46.731" v="6" actId="20577"/>
        <pc:sldMkLst>
          <pc:docMk/>
          <pc:sldMk cId="922697482" sldId="1057"/>
        </pc:sldMkLst>
        <pc:spChg chg="mod">
          <ac:chgData name="shahjad israil" userId="765442391d65c39a" providerId="LiveId" clId="{AD403976-A7C0-4C75-AA9D-6F93FECD3E33}" dt="2026-01-10T07:35:46.731" v="6" actId="20577"/>
          <ac:spMkLst>
            <pc:docMk/>
            <pc:sldMk cId="922697482" sldId="1057"/>
            <ac:spMk id="12" creationId="{00000000-0000-0000-0000-000000000000}"/>
          </ac:spMkLst>
        </pc:spChg>
      </pc:sldChg>
      <pc:sldChg chg="addSp delSp modSp mod setBg modAnim">
        <pc:chgData name="shahjad israil" userId="765442391d65c39a" providerId="LiveId" clId="{AD403976-A7C0-4C75-AA9D-6F93FECD3E33}" dt="2026-01-11T14:53:23.555" v="65" actId="1076"/>
        <pc:sldMkLst>
          <pc:docMk/>
          <pc:sldMk cId="1067978032" sldId="1059"/>
        </pc:sldMkLst>
        <pc:spChg chg="mod">
          <ac:chgData name="shahjad israil" userId="765442391d65c39a" providerId="LiveId" clId="{AD403976-A7C0-4C75-AA9D-6F93FECD3E33}" dt="2026-01-11T14:52:46.900" v="58"/>
          <ac:spMkLst>
            <pc:docMk/>
            <pc:sldMk cId="1067978032" sldId="1059"/>
            <ac:spMk id="2" creationId="{269EF812-B75F-F5FE-02ED-9DC6150E2BDB}"/>
          </ac:spMkLst>
        </pc:spChg>
        <pc:spChg chg="mod">
          <ac:chgData name="shahjad israil" userId="765442391d65c39a" providerId="LiveId" clId="{AD403976-A7C0-4C75-AA9D-6F93FECD3E33}" dt="2026-01-11T14:53:04.020" v="62" actId="207"/>
          <ac:spMkLst>
            <pc:docMk/>
            <pc:sldMk cId="1067978032" sldId="1059"/>
            <ac:spMk id="3" creationId="{CA8EB56A-38AE-3ACB-7FE1-E6E1B2E5E633}"/>
          </ac:spMkLst>
        </pc:spChg>
        <pc:spChg chg="add mod">
          <ac:chgData name="shahjad israil" userId="765442391d65c39a" providerId="LiveId" clId="{AD403976-A7C0-4C75-AA9D-6F93FECD3E33}" dt="2026-01-11T14:53:23.555" v="65" actId="1076"/>
          <ac:spMkLst>
            <pc:docMk/>
            <pc:sldMk cId="1067978032" sldId="1059"/>
            <ac:spMk id="4" creationId="{13C5FA4C-0F66-7A59-BE7B-247682A303FD}"/>
          </ac:spMkLst>
        </pc:spChg>
        <pc:spChg chg="del">
          <ac:chgData name="shahjad israil" userId="765442391d65c39a" providerId="LiveId" clId="{AD403976-A7C0-4C75-AA9D-6F93FECD3E33}" dt="2026-01-11T14:53:18.030" v="63" actId="478"/>
          <ac:spMkLst>
            <pc:docMk/>
            <pc:sldMk cId="1067978032" sldId="1059"/>
            <ac:spMk id="10" creationId="{35FFF188-9D0A-E8C6-46B4-23ACC7F5256C}"/>
          </ac:spMkLst>
        </pc:spChg>
      </pc:sldChg>
      <pc:sldChg chg="modSp add mod">
        <pc:chgData name="shahjad israil" userId="765442391d65c39a" providerId="LiveId" clId="{AD403976-A7C0-4C75-AA9D-6F93FECD3E33}" dt="2026-01-11T14:51:42.142" v="56" actId="20577"/>
        <pc:sldMkLst>
          <pc:docMk/>
          <pc:sldMk cId="135099053" sldId="1069"/>
        </pc:sldMkLst>
        <pc:spChg chg="mod">
          <ac:chgData name="shahjad israil" userId="765442391d65c39a" providerId="LiveId" clId="{AD403976-A7C0-4C75-AA9D-6F93FECD3E33}" dt="2026-01-11T14:51:42.142" v="56" actId="20577"/>
          <ac:spMkLst>
            <pc:docMk/>
            <pc:sldMk cId="135099053" sldId="1069"/>
            <ac:spMk id="6" creationId="{35D6B31A-198B-D1EC-C40E-8F1E68EC0249}"/>
          </ac:spMkLst>
        </pc:spChg>
      </pc:sldChg>
      <pc:sldChg chg="modSp add mod">
        <pc:chgData name="shahjad israil" userId="765442391d65c39a" providerId="LiveId" clId="{AD403976-A7C0-4C75-AA9D-6F93FECD3E33}" dt="2026-01-11T14:54:20.769" v="71" actId="15"/>
        <pc:sldMkLst>
          <pc:docMk/>
          <pc:sldMk cId="792622296" sldId="1070"/>
        </pc:sldMkLst>
        <pc:spChg chg="mod">
          <ac:chgData name="shahjad israil" userId="765442391d65c39a" providerId="LiveId" clId="{AD403976-A7C0-4C75-AA9D-6F93FECD3E33}" dt="2026-01-11T14:54:20.769" v="71" actId="15"/>
          <ac:spMkLst>
            <pc:docMk/>
            <pc:sldMk cId="792622296" sldId="1070"/>
            <ac:spMk id="9" creationId="{8CABDCEE-C0D9-C5B4-23B5-9B0A83135A28}"/>
          </ac:spMkLst>
        </pc:spChg>
      </pc:sldChg>
      <pc:sldChg chg="addSp modSp add modAnim">
        <pc:chgData name="shahjad israil" userId="765442391d65c39a" providerId="LiveId" clId="{AD403976-A7C0-4C75-AA9D-6F93FECD3E33}" dt="2026-01-11T14:55:37.287" v="82" actId="2710"/>
        <pc:sldMkLst>
          <pc:docMk/>
          <pc:sldMk cId="1683671544" sldId="1071"/>
        </pc:sldMkLst>
        <pc:spChg chg="mod">
          <ac:chgData name="shahjad israil" userId="765442391d65c39a" providerId="LiveId" clId="{AD403976-A7C0-4C75-AA9D-6F93FECD3E33}" dt="2026-01-11T14:55:37.287" v="82" actId="2710"/>
          <ac:spMkLst>
            <pc:docMk/>
            <pc:sldMk cId="1683671544" sldId="1071"/>
            <ac:spMk id="3" creationId="{93BBE79A-B292-F33E-59DD-1B53165619BA}"/>
          </ac:spMkLst>
        </pc:spChg>
        <pc:spChg chg="add">
          <ac:chgData name="shahjad israil" userId="765442391d65c39a" providerId="LiveId" clId="{AD403976-A7C0-4C75-AA9D-6F93FECD3E33}" dt="2026-01-11T14:54:52.351" v="73"/>
          <ac:spMkLst>
            <pc:docMk/>
            <pc:sldMk cId="1683671544" sldId="1071"/>
            <ac:spMk id="5" creationId="{F9994C8C-DB67-184F-3FB2-DC4036FAA50A}"/>
          </ac:spMkLst>
        </pc:spChg>
        <pc:spChg chg="add">
          <ac:chgData name="shahjad israil" userId="765442391d65c39a" providerId="LiveId" clId="{AD403976-A7C0-4C75-AA9D-6F93FECD3E33}" dt="2026-01-11T14:55:05.024" v="74"/>
          <ac:spMkLst>
            <pc:docMk/>
            <pc:sldMk cId="1683671544" sldId="1071"/>
            <ac:spMk id="7" creationId="{51401CE2-AEA2-D012-DE5E-13EA2F087437}"/>
          </ac:spMkLst>
        </pc:spChg>
      </pc:sldChg>
      <pc:sldChg chg="addSp delSp modSp add mod">
        <pc:chgData name="shahjad israil" userId="765442391d65c39a" providerId="LiveId" clId="{AD403976-A7C0-4C75-AA9D-6F93FECD3E33}" dt="2026-01-11T14:59:09.963" v="135" actId="207"/>
        <pc:sldMkLst>
          <pc:docMk/>
          <pc:sldMk cId="3730681443" sldId="1072"/>
        </pc:sldMkLst>
        <pc:spChg chg="add mod">
          <ac:chgData name="shahjad israil" userId="765442391d65c39a" providerId="LiveId" clId="{AD403976-A7C0-4C75-AA9D-6F93FECD3E33}" dt="2026-01-11T14:57:15.902" v="110"/>
          <ac:spMkLst>
            <pc:docMk/>
            <pc:sldMk cId="3730681443" sldId="1072"/>
            <ac:spMk id="3" creationId="{6DBE3036-625B-0E82-52D3-94D734A9CF62}"/>
          </ac:spMkLst>
        </pc:spChg>
        <pc:spChg chg="add del mod">
          <ac:chgData name="shahjad israil" userId="765442391d65c39a" providerId="LiveId" clId="{AD403976-A7C0-4C75-AA9D-6F93FECD3E33}" dt="2026-01-11T14:58:23.807" v="123" actId="478"/>
          <ac:spMkLst>
            <pc:docMk/>
            <pc:sldMk cId="3730681443" sldId="1072"/>
            <ac:spMk id="5" creationId="{6A8F944A-19B7-DCAC-349C-54F3A8C27A89}"/>
          </ac:spMkLst>
        </pc:spChg>
        <pc:spChg chg="add">
          <ac:chgData name="shahjad israil" userId="765442391d65c39a" providerId="LiveId" clId="{AD403976-A7C0-4C75-AA9D-6F93FECD3E33}" dt="2026-01-11T14:58:24.317" v="124"/>
          <ac:spMkLst>
            <pc:docMk/>
            <pc:sldMk cId="3730681443" sldId="1072"/>
            <ac:spMk id="7" creationId="{77781ADC-F74C-FD8B-529E-40D6EBEC976A}"/>
          </ac:spMkLst>
        </pc:spChg>
        <pc:spChg chg="add mod">
          <ac:chgData name="shahjad israil" userId="765442391d65c39a" providerId="LiveId" clId="{AD403976-A7C0-4C75-AA9D-6F93FECD3E33}" dt="2026-01-11T14:59:09.963" v="135" actId="207"/>
          <ac:spMkLst>
            <pc:docMk/>
            <pc:sldMk cId="3730681443" sldId="1072"/>
            <ac:spMk id="9" creationId="{3FC8A3E9-4079-72F0-B2E9-351500A27AE8}"/>
          </ac:spMkLst>
        </pc:spChg>
        <pc:spChg chg="del">
          <ac:chgData name="shahjad israil" userId="765442391d65c39a" providerId="LiveId" clId="{AD403976-A7C0-4C75-AA9D-6F93FECD3E33}" dt="2026-01-11T14:57:15.224" v="109" actId="478"/>
          <ac:spMkLst>
            <pc:docMk/>
            <pc:sldMk cId="3730681443" sldId="1072"/>
            <ac:spMk id="14" creationId="{907E80AC-B094-72C8-467B-4364064D2D50}"/>
          </ac:spMkLst>
        </pc:spChg>
        <pc:graphicFrameChg chg="del mod modGraphic">
          <ac:chgData name="shahjad israil" userId="765442391d65c39a" providerId="LiveId" clId="{AD403976-A7C0-4C75-AA9D-6F93FECD3E33}" dt="2026-01-11T14:58:21.289" v="122" actId="478"/>
          <ac:graphicFrameMkLst>
            <pc:docMk/>
            <pc:sldMk cId="3730681443" sldId="1072"/>
            <ac:graphicFrameMk id="13" creationId="{A574DFAE-6BDF-2BB1-4461-E5B723DF565C}"/>
          </ac:graphicFrameMkLst>
        </pc:graphicFrameChg>
      </pc:sldChg>
      <pc:sldChg chg="addSp delSp modSp add mod">
        <pc:chgData name="shahjad israil" userId="765442391d65c39a" providerId="LiveId" clId="{AD403976-A7C0-4C75-AA9D-6F93FECD3E33}" dt="2026-01-11T15:00:34.647" v="151"/>
        <pc:sldMkLst>
          <pc:docMk/>
          <pc:sldMk cId="3720269650" sldId="1073"/>
        </pc:sldMkLst>
        <pc:spChg chg="del">
          <ac:chgData name="shahjad israil" userId="765442391d65c39a" providerId="LiveId" clId="{AD403976-A7C0-4C75-AA9D-6F93FECD3E33}" dt="2026-01-11T15:00:34.017" v="150" actId="478"/>
          <ac:spMkLst>
            <pc:docMk/>
            <pc:sldMk cId="3720269650" sldId="1073"/>
            <ac:spMk id="5" creationId="{4E64A64C-F414-7741-6413-7413E93667F5}"/>
          </ac:spMkLst>
        </pc:spChg>
        <pc:spChg chg="add del mod">
          <ac:chgData name="shahjad israil" userId="765442391d65c39a" providerId="LiveId" clId="{AD403976-A7C0-4C75-AA9D-6F93FECD3E33}" dt="2026-01-11T14:59:44.364" v="139" actId="478"/>
          <ac:spMkLst>
            <pc:docMk/>
            <pc:sldMk cId="3720269650" sldId="1073"/>
            <ac:spMk id="7" creationId="{A70967C2-010B-FF0D-B1EC-6969EDEFC2F2}"/>
          </ac:spMkLst>
        </pc:spChg>
        <pc:spChg chg="add mod">
          <ac:chgData name="shahjad israil" userId="765442391d65c39a" providerId="LiveId" clId="{AD403976-A7C0-4C75-AA9D-6F93FECD3E33}" dt="2026-01-11T15:00:19.357" v="149" actId="20577"/>
          <ac:spMkLst>
            <pc:docMk/>
            <pc:sldMk cId="3720269650" sldId="1073"/>
            <ac:spMk id="9" creationId="{B3F74480-F244-7657-57B6-F78E0C924289}"/>
          </ac:spMkLst>
        </pc:spChg>
        <pc:spChg chg="add mod">
          <ac:chgData name="shahjad israil" userId="765442391d65c39a" providerId="LiveId" clId="{AD403976-A7C0-4C75-AA9D-6F93FECD3E33}" dt="2026-01-11T15:00:34.647" v="151"/>
          <ac:spMkLst>
            <pc:docMk/>
            <pc:sldMk cId="3720269650" sldId="1073"/>
            <ac:spMk id="10" creationId="{30411D38-128C-9AA1-C80A-5ED594F8A734}"/>
          </ac:spMkLst>
        </pc:spChg>
        <pc:graphicFrameChg chg="del modGraphic">
          <ac:chgData name="shahjad israil" userId="765442391d65c39a" providerId="LiveId" clId="{AD403976-A7C0-4C75-AA9D-6F93FECD3E33}" dt="2026-01-11T14:59:41.671" v="138" actId="478"/>
          <ac:graphicFrameMkLst>
            <pc:docMk/>
            <pc:sldMk cId="3720269650" sldId="1073"/>
            <ac:graphicFrameMk id="4" creationId="{19080873-0C3E-994D-D344-E2A4A9EB98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2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16F6-BD12-FF59-3FE2-05C13DD5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0054F-A58E-E589-0BBB-7F030D2AC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63EF9-0FE0-6631-02A5-0011D54ED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52132-9936-D02B-0E88-04E36E85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53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0E99-923F-DC7B-8302-B7424B84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5BEB6-EC3B-FD0B-1F9B-6ECB23645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3F585-628C-215F-988D-EC47CBC9B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C4448-AF43-1F21-83EC-788E94551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915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45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445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070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E385-D862-60CA-0B08-146F0A32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51E0A-BBB3-B704-AE70-4A6C62EC5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1DBB0-8FB5-1BF9-878F-C57CFAA2D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B60DC-9D23-DC7B-A15B-046324CE6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669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325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90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8EC2-0B0C-3966-52D4-7BD2A9E0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AF84AF83-8C81-F4CE-31D3-34A33589AD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45BB8598-1744-F753-92A8-DD1A95DE64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A53B3C47-CDF6-779E-54B6-1CD60B14B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F6DF92E0-2DB0-5D42-287B-2B6386115524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28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BFAB-DCE4-4241-2CF6-099E9476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96B779C0-D5EF-0AD7-4BDB-1101CCC45F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68123092-04D2-D837-0634-61AAD1A2F2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1F98980D-2BF0-8A4A-A876-FA392D010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61464658-36B2-E18A-95D8-DA947319EB8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45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35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A8118-670D-AD61-87AF-E53C44B9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2561008-13F3-3B63-E502-81AFBDEF2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ED65B0B-C2C1-C2AE-0EE4-6E79AB5F75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6A37932-6CC0-9D03-7353-8731FDC4B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4992685-CDEA-5C3C-5728-03CB7EF72902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88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AE1F-17F9-0CDD-6B2F-46A238F8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72BD26C4-9C4E-1B77-961D-3295BB9066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80B4706E-5E22-CE3D-30ED-47D660E213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AF19AC2-4BA3-EFA7-80D0-69CCFD53F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4B11DD4-1ECB-AF28-1826-16F251DA103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71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6B24-22F2-883D-E226-16A69A84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3FB99B6-4F2C-0085-7A63-C33A6539C1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734652B-D590-9795-F0F0-E7E426FC0E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2A716AD-626F-6219-C3E1-9B4D94B44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C3A7D6AB-799A-52E2-918C-2E410422B09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7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EAF7-B8CD-AAB6-0D4A-35E8B2D3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DAC2E6C-409C-2F87-BEDC-0E33BA988E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9C2C687-D22D-266C-3468-4478A2003E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5DDEE4F-8A7D-ABE6-D77F-1FF8FB2D1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430ECF04-BD2B-5A1B-4B0A-4BAF9A71A71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21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2BAD-03FC-C562-B2B8-74F9B63A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8467364C-66C3-BB25-8C78-7566A93E8E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01716E04-4F2F-417B-B041-BFEBEA789C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A207669-8384-9ED4-7042-0D6CA734C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70691BA-0F73-9918-4419-B81559AAF03F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48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3ADC-AF4C-5EB5-828B-870932CF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B78E54B-BB34-5264-4244-96872BF1CC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C34CE234-5232-42E3-BE08-6DC8F6FC8B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BE7936A-AD77-A825-5959-FF244437E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25A4B990-7903-DF9A-6E43-330DD384730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6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0641-31BD-1003-8D46-E1E32DA0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F233FD4-328C-269C-73BE-42195000F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396A861-FB80-8AC8-CDFC-6E35040422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315A16B-EB3C-0376-9582-94915BBD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0778860-E799-06C7-51D4-02112A5D296E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027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0EBC-79AE-EFFC-A715-59ACFDED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E1702DDF-C36C-C42A-5D83-D50EBD5DAA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578620B-72DA-1500-4736-2C3BBF8F93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829D304D-B9E7-8F93-FE8D-586F9F3A6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BD74FBB-737E-8E67-1D0F-6CE65E940E1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412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3D54-4ADC-A1AD-46E9-6F3A8645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99F06D79-D789-0671-88AE-610E1A8E86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155B33D-5E0A-6DA5-0EB2-36A8CA8EF6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1F0DFE3-982C-DCB8-0C20-36CDE6EBB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D6406360-CB72-724A-1D17-9ABB4E4546C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63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E2E3-7689-5C7E-2F25-888984F1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95DC8E92-1891-51EA-9534-F7B85CC6D1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F3218629-0DA9-988E-BE43-3DE0AD6B3E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B2E1CEE-0C00-9647-726F-96B8F8C9C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9A5E0A3B-2E1E-48C3-597C-8C716A9EE82D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4A38-ED53-47D7-AE4F-3A32E1D0B761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C11A-2FA5-4339-92FF-90F24570CF34}" type="datetime1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08AE-5CD2-4284-9AA6-E7789323D6D3}" type="datetime1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60620-BF48-47C8-866F-BD2B795F969B}" type="datetime1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FF9E-CF26-418E-BB22-6940D96EF7E7}" type="datetime1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137F-4D77-446B-A870-1EF4F0733918}" type="datetime1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DDEB-C1F3-42F3-BF41-A914899E02E7}" type="datetime1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C25-DB47-428F-ABD3-694DD58C9503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5F40-14B5-4FF1-A15B-41C2F3868468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38373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508" y="1552295"/>
            <a:ext cx="7326944" cy="1381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4125"/>
              </a:lnSpc>
            </a:pPr>
            <a:r>
              <a:rPr lang="en-IN" sz="3600" b="1" baseline="0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baseline="0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2775"/>
              </a:lnSpc>
            </a:pPr>
            <a:r>
              <a:rPr lang="en-IN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Course Code: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 </a:t>
            </a:r>
            <a:r>
              <a:rPr lang="en-IN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ctr" rtl="0">
              <a:lnSpc>
                <a:spcPts val="2775"/>
              </a:lnSpc>
            </a:pP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61" y="5379732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    </a:t>
            </a: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    School of Engineering &amp; Technology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US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2615400" y="3200400"/>
            <a:ext cx="459720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UNIT-1: </a:t>
            </a:r>
            <a:r>
              <a:rPr lang="en-US" sz="2000" b="1" dirty="0"/>
              <a:t>Foundations of Data Structures</a:t>
            </a:r>
            <a:r>
              <a:rPr lang="en-US" sz="2000" dirty="0">
                <a:ea typeface="Calibri"/>
                <a:cs typeface="Calibri"/>
              </a:rPr>
              <a:t>​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CF82F-D2C5-F383-969D-635BF4BA7C27}"/>
              </a:ext>
            </a:extLst>
          </p:cNvPr>
          <p:cNvSpPr txBox="1"/>
          <p:nvPr/>
        </p:nvSpPr>
        <p:spPr>
          <a:xfrm>
            <a:off x="2615400" y="3833806"/>
            <a:ext cx="4697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75251" y="2521110"/>
            <a:ext cx="8352928" cy="19120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10:</a:t>
            </a:r>
            <a:endParaRPr lang="en-US" sz="32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n-US" sz="3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UNIT–1 REVISION: Foundations of 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2269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Unit–</a:t>
            </a:r>
            <a:r>
              <a:rPr lang="en-US" sz="2800" b="1"/>
              <a:t>1 At </a:t>
            </a:r>
            <a:r>
              <a:rPr lang="en-US" sz="2800" b="1" dirty="0"/>
              <a:t>A</a:t>
            </a:r>
            <a:r>
              <a:rPr lang="en-US" sz="2800" b="1"/>
              <a:t> </a:t>
            </a:r>
            <a:r>
              <a:rPr lang="en-US" sz="2800" b="1" dirty="0"/>
              <a:t>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E72C7-3EC7-6CA2-6B7A-44ECBA7BE1F1}"/>
              </a:ext>
            </a:extLst>
          </p:cNvPr>
          <p:cNvSpPr txBox="1"/>
          <p:nvPr/>
        </p:nvSpPr>
        <p:spPr>
          <a:xfrm>
            <a:off x="216027" y="1173140"/>
            <a:ext cx="8642123" cy="5791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Covered Sessions: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Data Structures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Basics &amp; Efficiency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Notations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&amp; Conquer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 Algorithms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Recursion (Base Case, Examples &amp; Practice)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of Revision: Connect all concepts, not memorize them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26CB-6E6A-CC86-A6D3-81DE5954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DB8DE0-B28F-C776-19F6-A402F617F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1BD1C3-AEB5-9FCE-B0D2-ADA8D8D4DC7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997992-73A2-38E9-689A-52412B2733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F627D3-5907-047B-6B52-954E94DE942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F1234-0971-80AA-FB67-E0255BC90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Data → Data Structure → Efficient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0F4BC-1578-8FF1-3C28-916D5D795024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4C2B05CF-61E8-0F3E-9150-04F7938B2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7A58F2-5905-B411-4C77-B03FC9EEF246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65D461-9A40-AB7B-CF6C-07750AA1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4DCF8-703F-7C5B-A6D3-EE94C34DC832}"/>
              </a:ext>
            </a:extLst>
          </p:cNvPr>
          <p:cNvSpPr txBox="1"/>
          <p:nvPr/>
        </p:nvSpPr>
        <p:spPr>
          <a:xfrm>
            <a:off x="216027" y="1173140"/>
            <a:ext cx="8642123" cy="454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Data:</a:t>
            </a:r>
            <a:r>
              <a:rPr lang="en-US" sz="2800" dirty="0"/>
              <a:t> Raw facts (numbers, text)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Data Structure:</a:t>
            </a:r>
            <a:r>
              <a:rPr lang="en-US" sz="2800" dirty="0"/>
              <a:t> Organized way to store data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Result: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Faster access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Less memory waste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Better algorithms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Analogy:</a:t>
            </a:r>
            <a:r>
              <a:rPr lang="en-US" sz="2800" dirty="0"/>
              <a:t> Books on rack ✔ | Books in heap ❌</a:t>
            </a:r>
          </a:p>
        </p:txBody>
      </p:sp>
    </p:spTree>
    <p:extLst>
      <p:ext uri="{BB962C8B-B14F-4D97-AF65-F5344CB8AC3E}">
        <p14:creationId xmlns:p14="http://schemas.microsoft.com/office/powerpoint/2010/main" val="317690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ADAF-838F-27A6-F10C-D6745D6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7412D2-855A-6A4F-1EC7-DD0BE2F40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2EE77-3D07-2B56-B6E6-5F147056F3A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3E30EB-F121-738F-AD7F-4DFC1C7CA2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FE3BE6-53E5-02BA-0AAF-D404BDED726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58CDAD-BA8D-84E4-7597-63D3AB48E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Classification of Data Structures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1B2E3E-197F-80AF-8037-751881A6252E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EFC82A29-7C0A-2EE3-9938-3F28DE21B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D5461C-312F-2088-B62F-902DBCC3AE92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231AD09-8DEA-4F3E-6430-C95C5E25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07DA73-4B2A-215B-DE11-10BA2ED672A8}"/>
              </a:ext>
            </a:extLst>
          </p:cNvPr>
          <p:cNvSpPr txBox="1"/>
          <p:nvPr/>
        </p:nvSpPr>
        <p:spPr>
          <a:xfrm>
            <a:off x="216027" y="1173140"/>
            <a:ext cx="8642123" cy="454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Primitive:</a:t>
            </a:r>
            <a:r>
              <a:rPr lang="en-IN" sz="2800" dirty="0"/>
              <a:t> int, char, float, </a:t>
            </a:r>
            <a:r>
              <a:rPr lang="en-IN" sz="2800" dirty="0" err="1"/>
              <a:t>boolean</a:t>
            </a:r>
            <a:endParaRPr lang="en-IN" sz="2800" dirty="0"/>
          </a:p>
          <a:p>
            <a:pPr lvl="1">
              <a:lnSpc>
                <a:spcPct val="150000"/>
              </a:lnSpc>
            </a:pPr>
            <a:r>
              <a:rPr lang="en-IN" sz="2800" dirty="0"/>
              <a:t>Fixed size</a:t>
            </a:r>
          </a:p>
          <a:p>
            <a:pPr lvl="1">
              <a:lnSpc>
                <a:spcPct val="150000"/>
              </a:lnSpc>
            </a:pPr>
            <a:r>
              <a:rPr lang="en-IN" sz="2800" dirty="0"/>
              <a:t>Fast access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Non-Primitive:</a:t>
            </a:r>
            <a:endParaRPr lang="en-IN" sz="2800" dirty="0"/>
          </a:p>
          <a:p>
            <a:pPr lvl="1">
              <a:lnSpc>
                <a:spcPct val="150000"/>
              </a:lnSpc>
            </a:pPr>
            <a:r>
              <a:rPr lang="en-IN" sz="2800" dirty="0"/>
              <a:t>Linear → Array, Stack, Queue, Linked List</a:t>
            </a:r>
          </a:p>
          <a:p>
            <a:pPr lvl="1">
              <a:lnSpc>
                <a:spcPct val="150000"/>
              </a:lnSpc>
            </a:pPr>
            <a:r>
              <a:rPr lang="en-IN" sz="2800" dirty="0"/>
              <a:t>Non-Linear → Tree, Graph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Choice of DS affects program efficiency</a:t>
            </a:r>
          </a:p>
        </p:txBody>
      </p:sp>
    </p:spTree>
    <p:extLst>
      <p:ext uri="{BB962C8B-B14F-4D97-AF65-F5344CB8AC3E}">
        <p14:creationId xmlns:p14="http://schemas.microsoft.com/office/powerpoint/2010/main" val="163820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Algorithm – Core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0D5952-90EC-EFC7-AC9D-1F0A71D70CB1}"/>
              </a:ext>
            </a:extLst>
          </p:cNvPr>
          <p:cNvSpPr txBox="1"/>
          <p:nvPr/>
        </p:nvSpPr>
        <p:spPr>
          <a:xfrm>
            <a:off x="539552" y="1142008"/>
            <a:ext cx="8352928" cy="454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Algorithm:</a:t>
            </a:r>
            <a:r>
              <a:rPr lang="en-IN" sz="2800" dirty="0"/>
              <a:t> Step-by-step method to solve a problem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Key Properties:</a:t>
            </a:r>
            <a:endParaRPr lang="en-I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Input &amp; Output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Finiteness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Definiteness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Effectiveness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Algorithm = Logic (not language dependent)</a:t>
            </a:r>
          </a:p>
        </p:txBody>
      </p:sp>
    </p:spTree>
    <p:extLst>
      <p:ext uri="{BB962C8B-B14F-4D97-AF65-F5344CB8AC3E}">
        <p14:creationId xmlns:p14="http://schemas.microsoft.com/office/powerpoint/2010/main" val="123949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Algorithm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390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/>
              <a:t>Why analyze algorithms?</a:t>
            </a:r>
            <a:endParaRPr lang="en-US" sz="2800" dirty="0"/>
          </a:p>
          <a:p>
            <a:pPr lvl="2">
              <a:lnSpc>
                <a:spcPct val="150000"/>
              </a:lnSpc>
            </a:pPr>
            <a:r>
              <a:rPr lang="en-US" sz="2800" dirty="0"/>
              <a:t>Programs handle large data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Same problem → multiple solutions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Measures:</a:t>
            </a:r>
            <a:endParaRPr lang="en-US" sz="2800" dirty="0"/>
          </a:p>
          <a:p>
            <a:pPr lvl="2">
              <a:lnSpc>
                <a:spcPct val="150000"/>
              </a:lnSpc>
            </a:pPr>
            <a:r>
              <a:rPr lang="en-US" sz="2800" dirty="0"/>
              <a:t>Time Complexity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Space Complexity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93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Best, Average &amp; Worst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4AFFF-60C2-12A5-D06F-1E520E84DA51}"/>
              </a:ext>
            </a:extLst>
          </p:cNvPr>
          <p:cNvSpPr txBox="1"/>
          <p:nvPr/>
        </p:nvSpPr>
        <p:spPr>
          <a:xfrm>
            <a:off x="307154" y="1317711"/>
            <a:ext cx="8064896" cy="260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Best Case:</a:t>
            </a:r>
            <a:r>
              <a:rPr lang="en-US" sz="2800" dirty="0"/>
              <a:t> Minimum time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Average Case:</a:t>
            </a:r>
            <a:r>
              <a:rPr lang="en-US" sz="2800" dirty="0"/>
              <a:t> Expected time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Worst Case:</a:t>
            </a:r>
            <a:r>
              <a:rPr lang="en-US" sz="2800" dirty="0"/>
              <a:t> Maximum time (most important)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	Big-O focuses on worst case</a:t>
            </a:r>
          </a:p>
        </p:txBody>
      </p:sp>
    </p:spTree>
    <p:extLst>
      <p:ext uri="{BB962C8B-B14F-4D97-AF65-F5344CB8AC3E}">
        <p14:creationId xmlns:p14="http://schemas.microsoft.com/office/powerpoint/2010/main" val="56619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EDBB8-C15A-F352-10AA-95A1B7B3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2C2925-D298-5C6F-AD08-AA786BCF6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BFE68-882B-1D55-4A03-F5013A7920C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E127F7-5868-BDDF-1222-B37A0EE5EE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EB01B7-0500-E01E-DACD-FE9D94E8D71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63C36-8988-BF86-D353-4B9CAAEB5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Asymptotic Notations (Big Picture)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31112-50FB-BFBC-2895-0C3EF247EE9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8F1F6-CCDD-ED02-CB19-41AA1F256910}"/>
              </a:ext>
            </a:extLst>
          </p:cNvPr>
          <p:cNvSpPr/>
          <p:nvPr/>
        </p:nvSpPr>
        <p:spPr>
          <a:xfrm>
            <a:off x="107504" y="1107776"/>
            <a:ext cx="8982744" cy="2610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/>
              <a:t>Big-O (O):</a:t>
            </a:r>
            <a:r>
              <a:rPr lang="en-US" sz="2800" dirty="0"/>
              <a:t> Upper bound (worst)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Omega (Ω):</a:t>
            </a:r>
            <a:r>
              <a:rPr lang="en-US" sz="2800" dirty="0"/>
              <a:t> Lower bound (best)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Theta (Θ):</a:t>
            </a:r>
            <a:r>
              <a:rPr lang="en-US" sz="2800" dirty="0"/>
              <a:t> Tight bound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Ignore:</a:t>
            </a:r>
            <a:r>
              <a:rPr lang="en-US" sz="2800" dirty="0"/>
              <a:t> Constants &amp; lower-order terms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DABD0B4-5DA3-2106-6942-8900BABB1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D13E00-2E0F-A644-DB17-4B039A8F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674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3600" b="1" dirty="0"/>
              <a:t>Growth Order (Remember This)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239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pt-BR" sz="2800" dirty="0"/>
              <a:t>O(1) &lt; O(log n) &lt; O(n) &lt; O(n log n)</a:t>
            </a:r>
          </a:p>
          <a:p>
            <a:pPr lvl="1">
              <a:lnSpc>
                <a:spcPct val="200000"/>
              </a:lnSpc>
            </a:pPr>
            <a:r>
              <a:rPr lang="pt-BR" sz="2800" dirty="0"/>
              <a:t>&lt; O(n²) &lt; O(n³) &lt; O(2ⁿ) &lt; O(n!)</a:t>
            </a:r>
          </a:p>
          <a:p>
            <a:pPr lvl="1">
              <a:lnSpc>
                <a:spcPct val="150000"/>
              </a:lnSpc>
            </a:pPr>
            <a:r>
              <a:rPr lang="pt-BR" sz="2800" dirty="0"/>
              <a:t>Note: Smaller growth = better algorithm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73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 Activity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11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>
            <a:extLst>
              <a:ext uri="{FF2B5EF4-FFF2-40B4-BE49-F238E27FC236}">
                <a16:creationId xmlns:a16="http://schemas.microsoft.com/office/drawing/2014/main" id="{869DF248-6649-A715-EDF5-A92A133EA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105" y="1107589"/>
            <a:ext cx="8906317" cy="456567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is ADT different from a data structure?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components of an ADT with an example.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abstraction important in data structure design</a:t>
            </a:r>
          </a:p>
        </p:txBody>
      </p:sp>
    </p:spTree>
    <p:extLst>
      <p:ext uri="{BB962C8B-B14F-4D97-AF65-F5344CB8AC3E}">
        <p14:creationId xmlns:p14="http://schemas.microsoft.com/office/powerpoint/2010/main" val="25681140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66ACC-68A6-676A-8282-E11CD128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80330B-1882-C728-9C81-C4282D596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 Activity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BC620-E716-DF07-6013-033C325BB8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9AF9F0-B6F5-D23F-0DED-1A913F1B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12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D3DE5-9D10-724E-CCA5-8CFC3504F533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>
            <a:extLst>
              <a:ext uri="{FF2B5EF4-FFF2-40B4-BE49-F238E27FC236}">
                <a16:creationId xmlns:a16="http://schemas.microsoft.com/office/drawing/2014/main" id="{8CABDCEE-C0D9-C5B4-23B5-9B0A83135A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4864" y="1332174"/>
            <a:ext cx="8906317" cy="340644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What is the meaning of:</a:t>
            </a:r>
          </a:p>
          <a:p>
            <a:pPr lvl="1">
              <a:lnSpc>
                <a:spcPct val="200000"/>
              </a:lnSpc>
            </a:pPr>
            <a:r>
              <a:rPr lang="en-US" sz="2400" dirty="0"/>
              <a:t>O(1)</a:t>
            </a:r>
          </a:p>
          <a:p>
            <a:pPr lvl="1">
              <a:lnSpc>
                <a:spcPct val="200000"/>
              </a:lnSpc>
            </a:pPr>
            <a:r>
              <a:rPr lang="en-US" sz="2400" dirty="0"/>
              <a:t>O(n)</a:t>
            </a:r>
          </a:p>
          <a:p>
            <a:pPr lvl="1">
              <a:lnSpc>
                <a:spcPct val="200000"/>
              </a:lnSpc>
            </a:pPr>
            <a:r>
              <a:rPr lang="en-US" sz="2400" dirty="0"/>
              <a:t>O(n²)</a:t>
            </a:r>
          </a:p>
        </p:txBody>
      </p:sp>
    </p:spTree>
    <p:extLst>
      <p:ext uri="{BB962C8B-B14F-4D97-AF65-F5344CB8AC3E}">
        <p14:creationId xmlns:p14="http://schemas.microsoft.com/office/powerpoint/2010/main" val="792622296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0B52-020F-03FB-78D3-0CAA09AE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D6B31A-198B-D1EC-C40E-8F1E68EC0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 Activity..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3D960C-92DF-0C4A-8E40-FA9A5FD2E7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3B0396-8699-0410-5BCA-7313BC99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13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BAA45D-1D43-1480-5630-C39696F35E7D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A7A10BD4-0D88-39ED-2496-E98237B61F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9389" y="1141288"/>
            <a:ext cx="8713092" cy="37081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ADT definitions for: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two different data structures implement the same ADT? Explain with example.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ADT helps in language-independent design?</a:t>
            </a:r>
          </a:p>
        </p:txBody>
      </p:sp>
    </p:spTree>
    <p:extLst>
      <p:ext uri="{BB962C8B-B14F-4D97-AF65-F5344CB8AC3E}">
        <p14:creationId xmlns:p14="http://schemas.microsoft.com/office/powerpoint/2010/main" val="13509905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86" y="1196752"/>
            <a:ext cx="8932862" cy="3995737"/>
          </a:xfrm>
        </p:spPr>
        <p:txBody>
          <a:bodyPr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Three Steps: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Divide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Conquer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Combine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Examples: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Binary Search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Merge Sort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Quick Sort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Reduces problem size each step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Divide &amp; Conquer Paradigm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122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D64EC4E-F18B-FCD6-8306-258FC6B9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B56A-38AE-3ACB-7FE1-E6E1B2E5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124744"/>
            <a:ext cx="8932862" cy="3995737"/>
          </a:xfrm>
          <a:solidFill>
            <a:schemeClr val="bg2">
              <a:lumMod val="75000"/>
            </a:schemeClr>
          </a:solidFill>
        </p:spPr>
        <p:txBody>
          <a:bodyPr rtlCol="0"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Write an algorithm to find the largest of three numbers.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What happens if an algorithm has no termination condition?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9EF812-B75F-F5FE-02ED-9DC6150E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D4324-4372-F763-0707-ADE2553E2B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4F23C5-2115-1A49-345E-68CCC3A85DE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3C5FA4C-0F66-7A59-BE7B-247682A30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55" y="217021"/>
            <a:ext cx="8910736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 Activity.. </a:t>
            </a:r>
          </a:p>
        </p:txBody>
      </p:sp>
    </p:spTree>
    <p:extLst>
      <p:ext uri="{BB962C8B-B14F-4D97-AF65-F5344CB8AC3E}">
        <p14:creationId xmlns:p14="http://schemas.microsoft.com/office/powerpoint/2010/main" val="1067978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385FB9D-04CE-1672-9EBE-4D36B535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BE79A-B292-F33E-59DD-1B5316561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124744"/>
            <a:ext cx="8932862" cy="3995737"/>
          </a:xfrm>
          <a:solidFill>
            <a:schemeClr val="bg2">
              <a:lumMod val="75000"/>
            </a:schemeClr>
          </a:solidFill>
        </p:spPr>
        <p:txBody>
          <a:bodyPr rtlCol="0"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What is a greedy algorithm?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What is the greedy choice property?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Why greedy algorithms do not always give optimal solutions?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DB2414-DED1-A091-F665-4759D740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694B7-64AF-1358-5F24-003AB68874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54BE37-1C2D-02FB-949E-14913EF88027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89ACF05-20A7-92C0-688D-343779195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55" y="217021"/>
            <a:ext cx="8910736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 Activity.. </a:t>
            </a:r>
          </a:p>
        </p:txBody>
      </p:sp>
    </p:spTree>
    <p:extLst>
      <p:ext uri="{BB962C8B-B14F-4D97-AF65-F5344CB8AC3E}">
        <p14:creationId xmlns:p14="http://schemas.microsoft.com/office/powerpoint/2010/main" val="1683671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B344-258B-32BC-6939-E3373F42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86DE7-6C5E-3072-BB5B-6EAD3B73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 fontScale="92500" lnSpcReduction="10000"/>
          </a:bodyPr>
          <a:lstStyle/>
          <a:p>
            <a:r>
              <a:rPr lang="en-US" b="1" dirty="0"/>
              <a:t>Key Idea:</a:t>
            </a:r>
            <a:endParaRPr lang="en-US" dirty="0"/>
          </a:p>
          <a:p>
            <a:pPr lvl="1"/>
            <a:r>
              <a:rPr lang="en-US" dirty="0"/>
              <a:t>Solve once</a:t>
            </a:r>
          </a:p>
          <a:p>
            <a:pPr lvl="1"/>
            <a:r>
              <a:rPr lang="en-US" dirty="0"/>
              <a:t>Store result</a:t>
            </a:r>
          </a:p>
          <a:p>
            <a:pPr lvl="1"/>
            <a:r>
              <a:rPr lang="en-US" dirty="0"/>
              <a:t>Reuse later</a:t>
            </a:r>
          </a:p>
          <a:p>
            <a:r>
              <a:rPr lang="en-US" b="1" dirty="0"/>
              <a:t>Works when:</a:t>
            </a:r>
            <a:endParaRPr lang="en-US" dirty="0"/>
          </a:p>
          <a:p>
            <a:pPr lvl="1"/>
            <a:r>
              <a:rPr lang="en-US" dirty="0"/>
              <a:t>Overlapping subproblems</a:t>
            </a:r>
          </a:p>
          <a:p>
            <a:pPr lvl="1"/>
            <a:r>
              <a:rPr lang="en-US" dirty="0"/>
              <a:t>Optimal substructure</a:t>
            </a:r>
          </a:p>
          <a:p>
            <a:r>
              <a:rPr lang="en-US" b="1" dirty="0"/>
              <a:t>Examples:</a:t>
            </a:r>
            <a:r>
              <a:rPr lang="en-US" dirty="0"/>
              <a:t> Fibonacci, Knapsack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86E52-3E99-CBFF-F178-B30B411D09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E5C5F-8008-9DF1-A2C2-309E8A0E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EC3E2-24E0-1424-F01A-D1FBB0DC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Dynamic Programming (DP)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F054AA-558C-F9CE-4797-A131F10D7AD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30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DD99-FCF8-197C-872D-A8A88B3D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92F3F5-5E11-081E-A14F-F56EC162AE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AC76AC-B9AF-D2E6-DF7E-4917A487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18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D437EC-302F-C1A6-1DE5-2370617BE31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C5F0248B-065F-EB5D-C58A-BB9C01AB8B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093990"/>
              </p:ext>
            </p:extLst>
          </p:nvPr>
        </p:nvGraphicFramePr>
        <p:xfrm>
          <a:off x="547464" y="1509983"/>
          <a:ext cx="8229600" cy="266141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41962658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109351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Greedy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DP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190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Reliable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82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Uses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04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May 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/>
                        <a:t>Always optimal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243959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3033BF5E-3853-E4A9-7B13-3F73DCFE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6983"/>
            <a:ext cx="574195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Greedy vs DP (One Look)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21331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FD3C-37A5-2E98-6524-5BD28CEDB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40EA8B-0BC9-8930-C01A-E86A8E213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E03166-47DA-08EE-0BC1-AD6565EC5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19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3AE210-7F76-C3E9-7E61-1B90FA70CD7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DBE3036-625B-0E82-52D3-94D734A9C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55" y="217021"/>
            <a:ext cx="8910736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 Activity..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8A3E9-4079-72F0-B2E9-351500A27AE8}"/>
              </a:ext>
            </a:extLst>
          </p:cNvPr>
          <p:cNvSpPr txBox="1"/>
          <p:nvPr/>
        </p:nvSpPr>
        <p:spPr>
          <a:xfrm>
            <a:off x="108838" y="1212281"/>
            <a:ext cx="8783641" cy="273305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3000" dirty="0"/>
              <a:t>What is Dynamic Programming (DP)? 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3000" dirty="0"/>
              <a:t>Define: Optimal Substructure 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3000" dirty="0"/>
              <a:t>Overlapping Subproblems</a:t>
            </a:r>
          </a:p>
        </p:txBody>
      </p:sp>
    </p:spTree>
    <p:extLst>
      <p:ext uri="{BB962C8B-B14F-4D97-AF65-F5344CB8AC3E}">
        <p14:creationId xmlns:p14="http://schemas.microsoft.com/office/powerpoint/2010/main" val="3730681443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1186-8B29-8476-2D2B-8922F3B8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394C-20FD-BD98-0691-720D7EAED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24744"/>
            <a:ext cx="8465318" cy="3995737"/>
          </a:xfrm>
        </p:spPr>
        <p:txBody>
          <a:bodyPr rtlCol="0">
            <a:normAutofit/>
          </a:bodyPr>
          <a:lstStyle/>
          <a:p>
            <a:r>
              <a:rPr lang="en-US" b="1" dirty="0"/>
              <a:t>Recursion:</a:t>
            </a:r>
            <a:r>
              <a:rPr lang="en-US" dirty="0"/>
              <a:t> Function calls itself</a:t>
            </a:r>
          </a:p>
          <a:p>
            <a:r>
              <a:rPr lang="en-US" b="1" dirty="0"/>
              <a:t>Must Have:</a:t>
            </a:r>
            <a:endParaRPr lang="en-US" dirty="0"/>
          </a:p>
          <a:p>
            <a:pPr lvl="1"/>
            <a:r>
              <a:rPr lang="en-US" dirty="0"/>
              <a:t>Base Case (stop)</a:t>
            </a:r>
          </a:p>
          <a:p>
            <a:pPr lvl="1"/>
            <a:r>
              <a:rPr lang="en-US" dirty="0"/>
              <a:t>Recursive Case (reduce problem)</a:t>
            </a:r>
          </a:p>
          <a:p>
            <a:r>
              <a:rPr lang="en-US" dirty="0"/>
              <a:t>No base case → Stack overflow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05E85-089B-DE31-A08D-8B7520C6A3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A72E7-A057-E04F-0764-D0B19293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20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2C805-0ABC-58C4-53D7-DDA13BA1D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Recursion – Core Concept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F10B49-EEE2-7D6F-2902-7F3DA469DED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431161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E485-C739-861C-FCD2-44A394E3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94AA-4384-D986-938F-8C1B1995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lvl="1"/>
            <a:r>
              <a:rPr lang="en-US" dirty="0"/>
              <a:t>Factorial</a:t>
            </a:r>
          </a:p>
          <a:p>
            <a:pPr lvl="1"/>
            <a:r>
              <a:rPr lang="en-US" dirty="0"/>
              <a:t>Sum of numbers</a:t>
            </a:r>
          </a:p>
          <a:p>
            <a:pPr lvl="1"/>
            <a:r>
              <a:rPr lang="en-US" dirty="0"/>
              <a:t>Fibonacci</a:t>
            </a:r>
          </a:p>
          <a:p>
            <a:r>
              <a:rPr lang="en-US" dirty="0"/>
              <a:t>Understand call stack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0F7B2-3592-28D1-525B-0C27277403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BD29F-8A49-1ED2-A88C-B1F068C3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21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0C450-9571-7C56-AE47-D245EA54F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Classic Recursion Examples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74178A-CB8C-9D73-23C4-C949BBAE437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260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B5C6-9F2D-0BD3-BE69-F9B21A08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3991D6-44B3-3206-7F96-FD1A08E525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0103742"/>
              </p:ext>
            </p:extLst>
          </p:nvPr>
        </p:nvGraphicFramePr>
        <p:xfrm>
          <a:off x="1051025" y="1618328"/>
          <a:ext cx="8229600" cy="1996059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71073947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834719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Recursion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797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/>
                        <a:t>Uses 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Uses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242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/>
                        <a:t>Easy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/>
                        <a:t>Memory 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34246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E34D5B5-6821-2FD4-5766-BA3048FE2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C19D80-6094-CAF6-5268-A1EABB23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22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AE6187-B150-249E-8C6C-A32FD79A23A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0595A481-EA11-95F5-FF3A-36D29939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69068"/>
            <a:ext cx="81369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Recursion vs Iteration</a:t>
            </a:r>
          </a:p>
        </p:txBody>
      </p:sp>
    </p:spTree>
    <p:extLst>
      <p:ext uri="{BB962C8B-B14F-4D97-AF65-F5344CB8AC3E}">
        <p14:creationId xmlns:p14="http://schemas.microsoft.com/office/powerpoint/2010/main" val="2338137926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280EF-8270-8F22-C303-2E61BAB7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95D107-4B75-8319-A5E8-B6470B8318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BBBB5C-E0A8-5640-635C-29D88231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23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FBCAD6-7391-CB12-1883-84BD8AB5FB5D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3F74480-F244-7657-57B6-F78E0C924289}"/>
              </a:ext>
            </a:extLst>
          </p:cNvPr>
          <p:cNvSpPr txBox="1"/>
          <p:nvPr/>
        </p:nvSpPr>
        <p:spPr>
          <a:xfrm>
            <a:off x="395536" y="1196752"/>
            <a:ext cx="8424936" cy="348326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What is recursion?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Why recursion needs a base case?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What is a recursive case?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Trace factorial(4) using recursion.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Trace Fibonacci(5) and show function calls.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11D38-128C-9AA1-C80A-5ED594F8A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55" y="217021"/>
            <a:ext cx="8910736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Class Activity.. </a:t>
            </a:r>
          </a:p>
        </p:txBody>
      </p:sp>
    </p:spTree>
    <p:extLst>
      <p:ext uri="{BB962C8B-B14F-4D97-AF65-F5344CB8AC3E}">
        <p14:creationId xmlns:p14="http://schemas.microsoft.com/office/powerpoint/2010/main" val="3720269650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609B-3E55-36DA-2164-54161940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6F4E-F320-269B-DCCE-291F60568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Autofit/>
          </a:bodyPr>
          <a:lstStyle/>
          <a:p>
            <a:pPr lvl="1">
              <a:lnSpc>
                <a:spcPct val="160000"/>
              </a:lnSpc>
            </a:pPr>
            <a:r>
              <a:rPr lang="en-IN" sz="2400" dirty="0"/>
              <a:t>Data stored in → Data Structures</a:t>
            </a:r>
          </a:p>
          <a:p>
            <a:pPr lvl="1">
              <a:lnSpc>
                <a:spcPct val="160000"/>
              </a:lnSpc>
            </a:pPr>
            <a:r>
              <a:rPr lang="en-IN" sz="2400" dirty="0"/>
              <a:t>Algorithms operate on data</a:t>
            </a:r>
          </a:p>
          <a:p>
            <a:pPr lvl="1">
              <a:lnSpc>
                <a:spcPct val="160000"/>
              </a:lnSpc>
            </a:pPr>
            <a:r>
              <a:rPr lang="en-IN" sz="2400" dirty="0"/>
              <a:t>Efficiency measured by → Big-O</a:t>
            </a:r>
          </a:p>
          <a:p>
            <a:pPr lvl="1">
              <a:lnSpc>
                <a:spcPct val="160000"/>
              </a:lnSpc>
            </a:pPr>
            <a:r>
              <a:rPr lang="en-IN" sz="2400" dirty="0"/>
              <a:t>Large problems → Divide &amp; Conquer</a:t>
            </a:r>
          </a:p>
          <a:p>
            <a:pPr lvl="1">
              <a:lnSpc>
                <a:spcPct val="160000"/>
              </a:lnSpc>
            </a:pPr>
            <a:r>
              <a:rPr lang="en-IN" sz="2400" dirty="0"/>
              <a:t>Decisions → Greedy / DP</a:t>
            </a:r>
          </a:p>
          <a:p>
            <a:pPr lvl="1">
              <a:lnSpc>
                <a:spcPct val="160000"/>
              </a:lnSpc>
            </a:pPr>
            <a:r>
              <a:rPr lang="en-IN" sz="2400" dirty="0"/>
              <a:t>Repetition → Recursion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7B788-A5E9-DAD9-7793-78113BF48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BA674B-7CF0-E71B-0E85-6D8E6C76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554BD5-3090-C257-50F2-C65FECEA4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How All Concepts Connect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753AC-0B83-48DB-3B3F-DD1261C7205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2868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17887</TotalTime>
  <Words>817</Words>
  <Application>Microsoft Office PowerPoint</Application>
  <PresentationFormat>On-screen Show (4:3)</PresentationFormat>
  <Paragraphs>220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shahjad israil</cp:lastModifiedBy>
  <cp:revision>1283</cp:revision>
  <cp:lastPrinted>2022-09-05T08:43:44Z</cp:lastPrinted>
  <dcterms:created xsi:type="dcterms:W3CDTF">2020-01-16T09:05:56Z</dcterms:created>
  <dcterms:modified xsi:type="dcterms:W3CDTF">2026-01-11T15:00:36Z</dcterms:modified>
</cp:coreProperties>
</file>