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6.xml" ContentType="application/vnd.openxmlformats-officedocument.theme+xml"/>
  <Override PartName="/ppt/slideLayouts/slideLayout76.xml" ContentType="application/vnd.openxmlformats-officedocument.presentationml.slideLayout+xml"/>
  <Override PartName="/ppt/theme/theme7.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93" r:id="rId4"/>
    <p:sldMasterId id="2147483705" r:id="rId5"/>
    <p:sldMasterId id="2147483717" r:id="rId6"/>
    <p:sldMasterId id="2147483729" r:id="rId7"/>
    <p:sldMasterId id="2147483733" r:id="rId8"/>
  </p:sldMasterIdLst>
  <p:notesMasterIdLst>
    <p:notesMasterId r:id="rId63"/>
  </p:notesMasterIdLst>
  <p:handoutMasterIdLst>
    <p:handoutMasterId r:id="rId64"/>
  </p:handoutMasterIdLst>
  <p:sldIdLst>
    <p:sldId id="256" r:id="rId9"/>
    <p:sldId id="309" r:id="rId10"/>
    <p:sldId id="300" r:id="rId11"/>
    <p:sldId id="320" r:id="rId12"/>
    <p:sldId id="265" r:id="rId13"/>
    <p:sldId id="464" r:id="rId14"/>
    <p:sldId id="462" r:id="rId15"/>
    <p:sldId id="454" r:id="rId16"/>
    <p:sldId id="487" r:id="rId17"/>
    <p:sldId id="441" r:id="rId18"/>
    <p:sldId id="496" r:id="rId19"/>
    <p:sldId id="497" r:id="rId20"/>
    <p:sldId id="485" r:id="rId21"/>
    <p:sldId id="486" r:id="rId22"/>
    <p:sldId id="477" r:id="rId23"/>
    <p:sldId id="488" r:id="rId24"/>
    <p:sldId id="480" r:id="rId25"/>
    <p:sldId id="481" r:id="rId26"/>
    <p:sldId id="510" r:id="rId27"/>
    <p:sldId id="495" r:id="rId28"/>
    <p:sldId id="498" r:id="rId29"/>
    <p:sldId id="499" r:id="rId30"/>
    <p:sldId id="500" r:id="rId31"/>
    <p:sldId id="501" r:id="rId32"/>
    <p:sldId id="502" r:id="rId33"/>
    <p:sldId id="503" r:id="rId34"/>
    <p:sldId id="504" r:id="rId35"/>
    <p:sldId id="505" r:id="rId36"/>
    <p:sldId id="506" r:id="rId37"/>
    <p:sldId id="507" r:id="rId38"/>
    <p:sldId id="508" r:id="rId39"/>
    <p:sldId id="511" r:id="rId40"/>
    <p:sldId id="512" r:id="rId41"/>
    <p:sldId id="513" r:id="rId42"/>
    <p:sldId id="514" r:id="rId43"/>
    <p:sldId id="515" r:id="rId44"/>
    <p:sldId id="516" r:id="rId45"/>
    <p:sldId id="517" r:id="rId46"/>
    <p:sldId id="529" r:id="rId47"/>
    <p:sldId id="530" r:id="rId48"/>
    <p:sldId id="467" r:id="rId49"/>
    <p:sldId id="409" r:id="rId50"/>
    <p:sldId id="484" r:id="rId51"/>
    <p:sldId id="469" r:id="rId52"/>
    <p:sldId id="470" r:id="rId53"/>
    <p:sldId id="476" r:id="rId54"/>
    <p:sldId id="523" r:id="rId55"/>
    <p:sldId id="520" r:id="rId56"/>
    <p:sldId id="525" r:id="rId57"/>
    <p:sldId id="526" r:id="rId58"/>
    <p:sldId id="531" r:id="rId59"/>
    <p:sldId id="527" r:id="rId60"/>
    <p:sldId id="528" r:id="rId61"/>
    <p:sldId id="448"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5F4EFC-5CC8-4182-8B35-09D6AE91FDBA}" v="44" dt="2026-01-10T05:48:43.2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50"/>
  </p:normalViewPr>
  <p:slideViewPr>
    <p:cSldViewPr snapToGrid="0">
      <p:cViewPr varScale="1">
        <p:scale>
          <a:sx n="120" d="100"/>
          <a:sy n="120" d="100"/>
        </p:scale>
        <p:origin x="256" y="18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viewProps" Target="viewProps.xml"/><Relationship Id="rId5" Type="http://schemas.openxmlformats.org/officeDocument/2006/relationships/slideMaster" Target="slideMasters/slideMaster5.xml"/><Relationship Id="rId61" Type="http://schemas.openxmlformats.org/officeDocument/2006/relationships/slide" Target="slides/slide53.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handoutMaster" Target="handoutMasters/handoutMaster1.xml"/><Relationship Id="rId69" Type="http://schemas.microsoft.com/office/2016/11/relationships/changesInfo" Target="changesInfos/changesInfo1.xml"/><Relationship Id="rId8" Type="http://schemas.openxmlformats.org/officeDocument/2006/relationships/slideMaster" Target="slideMasters/slideMaster8.xml"/><Relationship Id="rId51" Type="http://schemas.openxmlformats.org/officeDocument/2006/relationships/slide" Target="slides/slide43.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theme" Target="theme/theme1.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hjad israil" userId="765442391d65c39a" providerId="LiveId" clId="{AD403976-A7C0-4C75-AA9D-6F93FECD3E33}"/>
    <pc:docChg chg="undo custSel addSld delSld modSld delMainMaster">
      <pc:chgData name="shahjad israil" userId="765442391d65c39a" providerId="LiveId" clId="{AD403976-A7C0-4C75-AA9D-6F93FECD3E33}" dt="2026-01-10T05:49:03.342" v="380" actId="1076"/>
      <pc:docMkLst>
        <pc:docMk/>
      </pc:docMkLst>
      <pc:sldChg chg="addSp modSp mod">
        <pc:chgData name="shahjad israil" userId="765442391d65c39a" providerId="LiveId" clId="{AD403976-A7C0-4C75-AA9D-6F93FECD3E33}" dt="2026-01-09T09:52:05.880" v="363" actId="1076"/>
        <pc:sldMkLst>
          <pc:docMk/>
          <pc:sldMk cId="0" sldId="256"/>
        </pc:sldMkLst>
        <pc:spChg chg="mod">
          <ac:chgData name="shahjad israil" userId="765442391d65c39a" providerId="LiveId" clId="{AD403976-A7C0-4C75-AA9D-6F93FECD3E33}" dt="2025-12-18T08:16:46.440" v="12" actId="20577"/>
          <ac:spMkLst>
            <pc:docMk/>
            <pc:sldMk cId="0" sldId="256"/>
            <ac:spMk id="2" creationId="{00000000-0000-0000-0000-000000000000}"/>
          </ac:spMkLst>
        </pc:spChg>
        <pc:spChg chg="add mod">
          <ac:chgData name="shahjad israil" userId="765442391d65c39a" providerId="LiveId" clId="{AD403976-A7C0-4C75-AA9D-6F93FECD3E33}" dt="2026-01-09T09:52:05.880" v="363" actId="1076"/>
          <ac:spMkLst>
            <pc:docMk/>
            <pc:sldMk cId="0" sldId="256"/>
            <ac:spMk id="3" creationId="{0D1FD445-F368-0DE6-8C6C-2E2BE335879E}"/>
          </ac:spMkLst>
        </pc:spChg>
      </pc:sldChg>
      <pc:sldChg chg="delSp modSp add mod modTransition">
        <pc:chgData name="shahjad israil" userId="765442391d65c39a" providerId="LiveId" clId="{AD403976-A7C0-4C75-AA9D-6F93FECD3E33}" dt="2026-01-09T09:43:34.428" v="284" actId="478"/>
        <pc:sldMkLst>
          <pc:docMk/>
          <pc:sldMk cId="0" sldId="265"/>
        </pc:sldMkLst>
        <pc:spChg chg="del mod">
          <ac:chgData name="shahjad israil" userId="765442391d65c39a" providerId="LiveId" clId="{AD403976-A7C0-4C75-AA9D-6F93FECD3E33}" dt="2026-01-09T09:43:34.428" v="284" actId="478"/>
          <ac:spMkLst>
            <pc:docMk/>
            <pc:sldMk cId="0" sldId="265"/>
            <ac:spMk id="2" creationId="{4EB37EC1-6F92-3507-3B5B-57157C096DA5}"/>
          </ac:spMkLst>
        </pc:spChg>
        <pc:spChg chg="mod">
          <ac:chgData name="shahjad israil" userId="765442391d65c39a" providerId="LiveId" clId="{AD403976-A7C0-4C75-AA9D-6F93FECD3E33}" dt="2026-01-09T09:43:30.507" v="283" actId="1076"/>
          <ac:spMkLst>
            <pc:docMk/>
            <pc:sldMk cId="0" sldId="265"/>
            <ac:spMk id="4100" creationId="{27DA6C44-04E1-38E4-2D17-A77DA540334C}"/>
          </ac:spMkLst>
        </pc:spChg>
      </pc:sldChg>
      <pc:sldChg chg="del">
        <pc:chgData name="shahjad israil" userId="765442391d65c39a" providerId="LiveId" clId="{AD403976-A7C0-4C75-AA9D-6F93FECD3E33}" dt="2026-01-09T09:51:12.085" v="361" actId="47"/>
        <pc:sldMkLst>
          <pc:docMk/>
          <pc:sldMk cId="0" sldId="271"/>
        </pc:sldMkLst>
      </pc:sldChg>
      <pc:sldChg chg="del">
        <pc:chgData name="shahjad israil" userId="765442391d65c39a" providerId="LiveId" clId="{AD403976-A7C0-4C75-AA9D-6F93FECD3E33}" dt="2026-01-09T09:50:58.825" v="354" actId="47"/>
        <pc:sldMkLst>
          <pc:docMk/>
          <pc:sldMk cId="2572931623" sldId="277"/>
        </pc:sldMkLst>
      </pc:sldChg>
      <pc:sldChg chg="modSp del mod">
        <pc:chgData name="shahjad israil" userId="765442391d65c39a" providerId="LiveId" clId="{AD403976-A7C0-4C75-AA9D-6F93FECD3E33}" dt="2026-01-09T09:50:33.144" v="341" actId="47"/>
        <pc:sldMkLst>
          <pc:docMk/>
          <pc:sldMk cId="0" sldId="278"/>
        </pc:sldMkLst>
      </pc:sldChg>
      <pc:sldChg chg="modSp del mod">
        <pc:chgData name="shahjad israil" userId="765442391d65c39a" providerId="LiveId" clId="{AD403976-A7C0-4C75-AA9D-6F93FECD3E33}" dt="2026-01-09T09:50:35.774" v="342" actId="47"/>
        <pc:sldMkLst>
          <pc:docMk/>
          <pc:sldMk cId="0" sldId="281"/>
        </pc:sldMkLst>
      </pc:sldChg>
      <pc:sldChg chg="del">
        <pc:chgData name="shahjad israil" userId="765442391d65c39a" providerId="LiveId" clId="{AD403976-A7C0-4C75-AA9D-6F93FECD3E33}" dt="2026-01-09T09:50:48.427" v="346" actId="47"/>
        <pc:sldMkLst>
          <pc:docMk/>
          <pc:sldMk cId="0" sldId="282"/>
        </pc:sldMkLst>
      </pc:sldChg>
      <pc:sldChg chg="del">
        <pc:chgData name="shahjad israil" userId="765442391d65c39a" providerId="LiveId" clId="{AD403976-A7C0-4C75-AA9D-6F93FECD3E33}" dt="2026-01-09T09:50:50.110" v="347" actId="47"/>
        <pc:sldMkLst>
          <pc:docMk/>
          <pc:sldMk cId="0" sldId="283"/>
        </pc:sldMkLst>
      </pc:sldChg>
      <pc:sldChg chg="del">
        <pc:chgData name="shahjad israil" userId="765442391d65c39a" providerId="LiveId" clId="{AD403976-A7C0-4C75-AA9D-6F93FECD3E33}" dt="2026-01-09T09:50:51.594" v="348" actId="47"/>
        <pc:sldMkLst>
          <pc:docMk/>
          <pc:sldMk cId="0" sldId="285"/>
        </pc:sldMkLst>
      </pc:sldChg>
      <pc:sldChg chg="del">
        <pc:chgData name="shahjad israil" userId="765442391d65c39a" providerId="LiveId" clId="{AD403976-A7C0-4C75-AA9D-6F93FECD3E33}" dt="2026-01-09T09:50:51.641" v="349" actId="47"/>
        <pc:sldMkLst>
          <pc:docMk/>
          <pc:sldMk cId="0" sldId="287"/>
        </pc:sldMkLst>
      </pc:sldChg>
      <pc:sldChg chg="del">
        <pc:chgData name="shahjad israil" userId="765442391d65c39a" providerId="LiveId" clId="{AD403976-A7C0-4C75-AA9D-6F93FECD3E33}" dt="2026-01-09T09:50:54.526" v="350" actId="47"/>
        <pc:sldMkLst>
          <pc:docMk/>
          <pc:sldMk cId="0" sldId="288"/>
        </pc:sldMkLst>
      </pc:sldChg>
      <pc:sldChg chg="del">
        <pc:chgData name="shahjad israil" userId="765442391d65c39a" providerId="LiveId" clId="{AD403976-A7C0-4C75-AA9D-6F93FECD3E33}" dt="2026-01-09T09:51:00.276" v="355" actId="47"/>
        <pc:sldMkLst>
          <pc:docMk/>
          <pc:sldMk cId="4242001943" sldId="290"/>
        </pc:sldMkLst>
      </pc:sldChg>
      <pc:sldChg chg="del">
        <pc:chgData name="shahjad israil" userId="765442391d65c39a" providerId="LiveId" clId="{AD403976-A7C0-4C75-AA9D-6F93FECD3E33}" dt="2026-01-09T09:51:00.312" v="356" actId="47"/>
        <pc:sldMkLst>
          <pc:docMk/>
          <pc:sldMk cId="0" sldId="292"/>
        </pc:sldMkLst>
      </pc:sldChg>
      <pc:sldChg chg="del">
        <pc:chgData name="shahjad israil" userId="765442391d65c39a" providerId="LiveId" clId="{AD403976-A7C0-4C75-AA9D-6F93FECD3E33}" dt="2026-01-09T09:51:04.466" v="360" actId="47"/>
        <pc:sldMkLst>
          <pc:docMk/>
          <pc:sldMk cId="0" sldId="298"/>
        </pc:sldMkLst>
      </pc:sldChg>
      <pc:sldChg chg="addSp modSp mod">
        <pc:chgData name="shahjad israil" userId="765442391d65c39a" providerId="LiveId" clId="{AD403976-A7C0-4C75-AA9D-6F93FECD3E33}" dt="2025-12-18T08:20:37.414" v="50" actId="2711"/>
        <pc:sldMkLst>
          <pc:docMk/>
          <pc:sldMk cId="0" sldId="300"/>
        </pc:sldMkLst>
        <pc:spChg chg="mod">
          <ac:chgData name="shahjad israil" userId="765442391d65c39a" providerId="LiveId" clId="{AD403976-A7C0-4C75-AA9D-6F93FECD3E33}" dt="2025-12-18T08:18:01.040" v="29" actId="20577"/>
          <ac:spMkLst>
            <pc:docMk/>
            <pc:sldMk cId="0" sldId="300"/>
            <ac:spMk id="2" creationId="{00000000-0000-0000-0000-000000000000}"/>
          </ac:spMkLst>
        </pc:spChg>
        <pc:spChg chg="mod">
          <ac:chgData name="shahjad israil" userId="765442391d65c39a" providerId="LiveId" clId="{AD403976-A7C0-4C75-AA9D-6F93FECD3E33}" dt="2025-12-18T08:20:37.414" v="50" actId="2711"/>
          <ac:spMkLst>
            <pc:docMk/>
            <pc:sldMk cId="0" sldId="300"/>
            <ac:spMk id="3" creationId="{00000000-0000-0000-0000-000000000000}"/>
          </ac:spMkLst>
        </pc:spChg>
      </pc:sldChg>
      <pc:sldChg chg="modSp mod">
        <pc:chgData name="shahjad israil" userId="765442391d65c39a" providerId="LiveId" clId="{AD403976-A7C0-4C75-AA9D-6F93FECD3E33}" dt="2026-01-09T09:41:30.732" v="273"/>
        <pc:sldMkLst>
          <pc:docMk/>
          <pc:sldMk cId="0" sldId="309"/>
        </pc:sldMkLst>
        <pc:spChg chg="mod">
          <ac:chgData name="shahjad israil" userId="765442391d65c39a" providerId="LiveId" clId="{AD403976-A7C0-4C75-AA9D-6F93FECD3E33}" dt="2026-01-09T09:41:30.732" v="273"/>
          <ac:spMkLst>
            <pc:docMk/>
            <pc:sldMk cId="0" sldId="309"/>
            <ac:spMk id="3" creationId="{00000000-0000-0000-0000-000000000000}"/>
          </ac:spMkLst>
        </pc:spChg>
      </pc:sldChg>
      <pc:sldChg chg="modSp del mod">
        <pc:chgData name="shahjad israil" userId="765442391d65c39a" providerId="LiveId" clId="{AD403976-A7C0-4C75-AA9D-6F93FECD3E33}" dt="2026-01-09T09:50:29.591" v="339" actId="47"/>
        <pc:sldMkLst>
          <pc:docMk/>
          <pc:sldMk cId="814333079" sldId="312"/>
        </pc:sldMkLst>
      </pc:sldChg>
      <pc:sldChg chg="del">
        <pc:chgData name="shahjad israil" userId="765442391d65c39a" providerId="LiveId" clId="{AD403976-A7C0-4C75-AA9D-6F93FECD3E33}" dt="2026-01-09T09:50:54.578" v="351" actId="47"/>
        <pc:sldMkLst>
          <pc:docMk/>
          <pc:sldMk cId="743655101" sldId="313"/>
        </pc:sldMkLst>
      </pc:sldChg>
      <pc:sldChg chg="del">
        <pc:chgData name="shahjad israil" userId="765442391d65c39a" providerId="LiveId" clId="{AD403976-A7C0-4C75-AA9D-6F93FECD3E33}" dt="2026-01-09T09:50:56.438" v="352" actId="47"/>
        <pc:sldMkLst>
          <pc:docMk/>
          <pc:sldMk cId="1419084203" sldId="314"/>
        </pc:sldMkLst>
      </pc:sldChg>
      <pc:sldChg chg="del">
        <pc:chgData name="shahjad israil" userId="765442391d65c39a" providerId="LiveId" clId="{AD403976-A7C0-4C75-AA9D-6F93FECD3E33}" dt="2026-01-09T09:50:57.535" v="353" actId="47"/>
        <pc:sldMkLst>
          <pc:docMk/>
          <pc:sldMk cId="2685936245" sldId="315"/>
        </pc:sldMkLst>
      </pc:sldChg>
      <pc:sldChg chg="modSp del mod">
        <pc:chgData name="shahjad israil" userId="765442391d65c39a" providerId="LiveId" clId="{AD403976-A7C0-4C75-AA9D-6F93FECD3E33}" dt="2026-01-09T09:51:01.309" v="357" actId="47"/>
        <pc:sldMkLst>
          <pc:docMk/>
          <pc:sldMk cId="3705473358" sldId="316"/>
        </pc:sldMkLst>
      </pc:sldChg>
      <pc:sldChg chg="modSp del mod">
        <pc:chgData name="shahjad israil" userId="765442391d65c39a" providerId="LiveId" clId="{AD403976-A7C0-4C75-AA9D-6F93FECD3E33}" dt="2026-01-09T09:51:02.313" v="358" actId="47"/>
        <pc:sldMkLst>
          <pc:docMk/>
          <pc:sldMk cId="1807993444" sldId="317"/>
        </pc:sldMkLst>
      </pc:sldChg>
      <pc:sldChg chg="modSp del mod">
        <pc:chgData name="shahjad israil" userId="765442391d65c39a" providerId="LiveId" clId="{AD403976-A7C0-4C75-AA9D-6F93FECD3E33}" dt="2026-01-09T09:51:02.339" v="359" actId="47"/>
        <pc:sldMkLst>
          <pc:docMk/>
          <pc:sldMk cId="1335761274" sldId="318"/>
        </pc:sldMkLst>
      </pc:sldChg>
      <pc:sldChg chg="add">
        <pc:chgData name="shahjad israil" userId="765442391d65c39a" providerId="LiveId" clId="{AD403976-A7C0-4C75-AA9D-6F93FECD3E33}" dt="2025-12-18T08:17:54.539" v="24" actId="2890"/>
        <pc:sldMkLst>
          <pc:docMk/>
          <pc:sldMk cId="1796539081" sldId="320"/>
        </pc:sldMkLst>
      </pc:sldChg>
      <pc:sldChg chg="modSp add del mod">
        <pc:chgData name="shahjad israil" userId="765442391d65c39a" providerId="LiveId" clId="{AD403976-A7C0-4C75-AA9D-6F93FECD3E33}" dt="2026-01-09T09:50:31.357" v="340" actId="47"/>
        <pc:sldMkLst>
          <pc:docMk/>
          <pc:sldMk cId="2132267698" sldId="321"/>
        </pc:sldMkLst>
      </pc:sldChg>
      <pc:sldChg chg="modSp add del mod">
        <pc:chgData name="shahjad israil" userId="765442391d65c39a" providerId="LiveId" clId="{AD403976-A7C0-4C75-AA9D-6F93FECD3E33}" dt="2026-01-09T09:50:41.463" v="343" actId="47"/>
        <pc:sldMkLst>
          <pc:docMk/>
          <pc:sldMk cId="1862022218" sldId="322"/>
        </pc:sldMkLst>
      </pc:sldChg>
      <pc:sldChg chg="addSp delSp modSp add del mod">
        <pc:chgData name="shahjad israil" userId="765442391d65c39a" providerId="LiveId" clId="{AD403976-A7C0-4C75-AA9D-6F93FECD3E33}" dt="2026-01-09T09:50:43.209" v="344" actId="47"/>
        <pc:sldMkLst>
          <pc:docMk/>
          <pc:sldMk cId="1655915780" sldId="323"/>
        </pc:sldMkLst>
      </pc:sldChg>
      <pc:sldChg chg="modSp add del mod">
        <pc:chgData name="shahjad israil" userId="765442391d65c39a" providerId="LiveId" clId="{AD403976-A7C0-4C75-AA9D-6F93FECD3E33}" dt="2026-01-09T09:50:44.611" v="345" actId="47"/>
        <pc:sldMkLst>
          <pc:docMk/>
          <pc:sldMk cId="2791407250" sldId="324"/>
        </pc:sldMkLst>
      </pc:sldChg>
      <pc:sldChg chg="add modTransition">
        <pc:chgData name="shahjad israil" userId="765442391d65c39a" providerId="LiveId" clId="{AD403976-A7C0-4C75-AA9D-6F93FECD3E33}" dt="2026-01-09T09:42:54.424" v="274"/>
        <pc:sldMkLst>
          <pc:docMk/>
          <pc:sldMk cId="0" sldId="409"/>
        </pc:sldMkLst>
      </pc:sldChg>
      <pc:sldChg chg="delSp add modTransition">
        <pc:chgData name="shahjad israil" userId="765442391d65c39a" providerId="LiveId" clId="{AD403976-A7C0-4C75-AA9D-6F93FECD3E33}" dt="2026-01-10T05:48:08.750" v="368" actId="478"/>
        <pc:sldMkLst>
          <pc:docMk/>
          <pc:sldMk cId="0" sldId="441"/>
        </pc:sldMkLst>
        <pc:spChg chg="del">
          <ac:chgData name="shahjad israil" userId="765442391d65c39a" providerId="LiveId" clId="{AD403976-A7C0-4C75-AA9D-6F93FECD3E33}" dt="2026-01-09T09:45:08.902" v="300" actId="478"/>
          <ac:spMkLst>
            <pc:docMk/>
            <pc:sldMk cId="0" sldId="441"/>
            <ac:spMk id="11266" creationId="{701AE2CF-E3ED-A1A3-DF0C-B7FED6093D0D}"/>
          </ac:spMkLst>
        </pc:spChg>
        <pc:picChg chg="del">
          <ac:chgData name="shahjad israil" userId="765442391d65c39a" providerId="LiveId" clId="{AD403976-A7C0-4C75-AA9D-6F93FECD3E33}" dt="2026-01-10T05:48:08.750" v="368" actId="478"/>
          <ac:picMkLst>
            <pc:docMk/>
            <pc:sldMk cId="0" sldId="441"/>
            <ac:picMk id="11268" creationId="{C326B30B-749F-5677-F26E-0A660CC4A0FB}"/>
          </ac:picMkLst>
        </pc:picChg>
      </pc:sldChg>
      <pc:sldChg chg="modSp add mod modTransition">
        <pc:chgData name="shahjad israil" userId="765442391d65c39a" providerId="LiveId" clId="{AD403976-A7C0-4C75-AA9D-6F93FECD3E33}" dt="2026-01-10T05:49:03.342" v="380" actId="1076"/>
        <pc:sldMkLst>
          <pc:docMk/>
          <pc:sldMk cId="0" sldId="448"/>
        </pc:sldMkLst>
        <pc:spChg chg="mod">
          <ac:chgData name="shahjad israil" userId="765442391d65c39a" providerId="LiveId" clId="{AD403976-A7C0-4C75-AA9D-6F93FECD3E33}" dt="2026-01-10T05:49:03.342" v="380" actId="1076"/>
          <ac:spMkLst>
            <pc:docMk/>
            <pc:sldMk cId="0" sldId="448"/>
            <ac:spMk id="65538" creationId="{401FC80A-DF5C-3A8C-6465-B1D799DF85A9}"/>
          </ac:spMkLst>
        </pc:spChg>
      </pc:sldChg>
      <pc:sldChg chg="delSp modSp add mod modTransition">
        <pc:chgData name="shahjad israil" userId="765442391d65c39a" providerId="LiveId" clId="{AD403976-A7C0-4C75-AA9D-6F93FECD3E33}" dt="2026-01-10T05:48:05.456" v="367" actId="478"/>
        <pc:sldMkLst>
          <pc:docMk/>
          <pc:sldMk cId="0" sldId="454"/>
        </pc:sldMkLst>
        <pc:spChg chg="mod">
          <ac:chgData name="shahjad israil" userId="765442391d65c39a" providerId="LiveId" clId="{AD403976-A7C0-4C75-AA9D-6F93FECD3E33}" dt="2026-01-09T09:44:36.408" v="296" actId="1076"/>
          <ac:spMkLst>
            <pc:docMk/>
            <pc:sldMk cId="0" sldId="454"/>
            <ac:spMk id="7170" creationId="{558D8A1D-A3CE-11A7-A92E-B2172D759834}"/>
          </ac:spMkLst>
        </pc:spChg>
        <pc:spChg chg="del">
          <ac:chgData name="shahjad israil" userId="765442391d65c39a" providerId="LiveId" clId="{AD403976-A7C0-4C75-AA9D-6F93FECD3E33}" dt="2026-01-09T09:44:47.051" v="298" actId="478"/>
          <ac:spMkLst>
            <pc:docMk/>
            <pc:sldMk cId="0" sldId="454"/>
            <ac:spMk id="9221" creationId="{4520066C-1A62-8CF1-F8E9-893E5A8F5734}"/>
          </ac:spMkLst>
        </pc:spChg>
        <pc:picChg chg="mod">
          <ac:chgData name="shahjad israil" userId="765442391d65c39a" providerId="LiveId" clId="{AD403976-A7C0-4C75-AA9D-6F93FECD3E33}" dt="2026-01-09T09:44:42.521" v="297" actId="14100"/>
          <ac:picMkLst>
            <pc:docMk/>
            <pc:sldMk cId="0" sldId="454"/>
            <ac:picMk id="9220" creationId="{2C557F29-8ECB-8CD1-7ED5-C064E5A6AADB}"/>
          </ac:picMkLst>
        </pc:picChg>
        <pc:picChg chg="del">
          <ac:chgData name="shahjad israil" userId="765442391d65c39a" providerId="LiveId" clId="{AD403976-A7C0-4C75-AA9D-6F93FECD3E33}" dt="2026-01-10T05:48:05.456" v="367" actId="478"/>
          <ac:picMkLst>
            <pc:docMk/>
            <pc:sldMk cId="0" sldId="454"/>
            <ac:picMk id="9223" creationId="{578CB03B-A613-E679-45D1-E66F7EEFBC89}"/>
          </ac:picMkLst>
        </pc:picChg>
      </pc:sldChg>
      <pc:sldChg chg="delSp modSp add mod">
        <pc:chgData name="shahjad israil" userId="765442391d65c39a" providerId="LiveId" clId="{AD403976-A7C0-4C75-AA9D-6F93FECD3E33}" dt="2026-01-10T05:47:59.018" v="365" actId="478"/>
        <pc:sldMkLst>
          <pc:docMk/>
          <pc:sldMk cId="0" sldId="462"/>
        </pc:sldMkLst>
        <pc:spChg chg="mod">
          <ac:chgData name="shahjad israil" userId="765442391d65c39a" providerId="LiveId" clId="{AD403976-A7C0-4C75-AA9D-6F93FECD3E33}" dt="2026-01-09T09:44:05.123" v="290" actId="1076"/>
          <ac:spMkLst>
            <pc:docMk/>
            <pc:sldMk cId="0" sldId="462"/>
            <ac:spMk id="3" creationId="{E2CFF62B-B51A-FEAE-5E76-08402361778A}"/>
          </ac:spMkLst>
        </pc:spChg>
        <pc:spChg chg="del mod">
          <ac:chgData name="shahjad israil" userId="765442391d65c39a" providerId="LiveId" clId="{AD403976-A7C0-4C75-AA9D-6F93FECD3E33}" dt="2026-01-09T09:44:16.774" v="292" actId="478"/>
          <ac:spMkLst>
            <pc:docMk/>
            <pc:sldMk cId="0" sldId="462"/>
            <ac:spMk id="7171" creationId="{DEC3FB9F-C76B-0ABE-ABDA-6EA6A4647BB6}"/>
          </ac:spMkLst>
        </pc:spChg>
        <pc:picChg chg="del">
          <ac:chgData name="shahjad israil" userId="765442391d65c39a" providerId="LiveId" clId="{AD403976-A7C0-4C75-AA9D-6F93FECD3E33}" dt="2026-01-10T05:47:59.018" v="365" actId="478"/>
          <ac:picMkLst>
            <pc:docMk/>
            <pc:sldMk cId="0" sldId="462"/>
            <ac:picMk id="7173" creationId="{7FEF72A0-107B-8195-315D-3013D0E9A205}"/>
          </ac:picMkLst>
        </pc:picChg>
      </pc:sldChg>
      <pc:sldChg chg="delSp modSp add">
        <pc:chgData name="shahjad israil" userId="765442391d65c39a" providerId="LiveId" clId="{AD403976-A7C0-4C75-AA9D-6F93FECD3E33}" dt="2026-01-10T05:47:55.190" v="364" actId="478"/>
        <pc:sldMkLst>
          <pc:docMk/>
          <pc:sldMk cId="0" sldId="464"/>
        </pc:sldMkLst>
        <pc:spChg chg="mod">
          <ac:chgData name="shahjad israil" userId="765442391d65c39a" providerId="LiveId" clId="{AD403976-A7C0-4C75-AA9D-6F93FECD3E33}" dt="2026-01-09T09:43:50.447" v="287" actId="15"/>
          <ac:spMkLst>
            <pc:docMk/>
            <pc:sldMk cId="0" sldId="464"/>
            <ac:spMk id="3" creationId="{B91A70BF-5970-7EB1-AE08-0B59CC6A1D4F}"/>
          </ac:spMkLst>
        </pc:spChg>
        <pc:spChg chg="del">
          <ac:chgData name="shahjad israil" userId="765442391d65c39a" providerId="LiveId" clId="{AD403976-A7C0-4C75-AA9D-6F93FECD3E33}" dt="2026-01-09T09:44:21.915" v="293" actId="478"/>
          <ac:spMkLst>
            <pc:docMk/>
            <pc:sldMk cId="0" sldId="464"/>
            <ac:spMk id="5123" creationId="{D1530C03-30D5-3AB7-3F98-9748509ACC63}"/>
          </ac:spMkLst>
        </pc:spChg>
        <pc:picChg chg="del">
          <ac:chgData name="shahjad israil" userId="765442391d65c39a" providerId="LiveId" clId="{AD403976-A7C0-4C75-AA9D-6F93FECD3E33}" dt="2026-01-10T05:47:55.190" v="364" actId="478"/>
          <ac:picMkLst>
            <pc:docMk/>
            <pc:sldMk cId="0" sldId="464"/>
            <ac:picMk id="5125" creationId="{E00AECBF-217B-5A68-E3E9-4D0538A03161}"/>
          </ac:picMkLst>
        </pc:picChg>
      </pc:sldChg>
      <pc:sldChg chg="add modTransition">
        <pc:chgData name="shahjad israil" userId="765442391d65c39a" providerId="LiveId" clId="{AD403976-A7C0-4C75-AA9D-6F93FECD3E33}" dt="2026-01-09T09:42:54.424" v="274"/>
        <pc:sldMkLst>
          <pc:docMk/>
          <pc:sldMk cId="0" sldId="467"/>
        </pc:sldMkLst>
      </pc:sldChg>
      <pc:sldChg chg="add modTransition">
        <pc:chgData name="shahjad israil" userId="765442391d65c39a" providerId="LiveId" clId="{AD403976-A7C0-4C75-AA9D-6F93FECD3E33}" dt="2026-01-09T09:42:54.424" v="274"/>
        <pc:sldMkLst>
          <pc:docMk/>
          <pc:sldMk cId="0" sldId="469"/>
        </pc:sldMkLst>
      </pc:sldChg>
      <pc:sldChg chg="add modTransition">
        <pc:chgData name="shahjad israil" userId="765442391d65c39a" providerId="LiveId" clId="{AD403976-A7C0-4C75-AA9D-6F93FECD3E33}" dt="2026-01-09T09:42:54.424" v="274"/>
        <pc:sldMkLst>
          <pc:docMk/>
          <pc:sldMk cId="0" sldId="470"/>
        </pc:sldMkLst>
      </pc:sldChg>
      <pc:sldChg chg="modSp add mod modTransition">
        <pc:chgData name="shahjad israil" userId="765442391d65c39a" providerId="LiveId" clId="{AD403976-A7C0-4C75-AA9D-6F93FECD3E33}" dt="2026-01-09T09:42:54.680" v="279" actId="27636"/>
        <pc:sldMkLst>
          <pc:docMk/>
          <pc:sldMk cId="0" sldId="476"/>
        </pc:sldMkLst>
        <pc:spChg chg="mod">
          <ac:chgData name="shahjad israil" userId="765442391d65c39a" providerId="LiveId" clId="{AD403976-A7C0-4C75-AA9D-6F93FECD3E33}" dt="2026-01-09T09:42:54.680" v="279" actId="27636"/>
          <ac:spMkLst>
            <pc:docMk/>
            <pc:sldMk cId="0" sldId="476"/>
            <ac:spMk id="23554" creationId="{A2CC4401-8E03-79E6-6187-985CA216161E}"/>
          </ac:spMkLst>
        </pc:spChg>
      </pc:sldChg>
      <pc:sldChg chg="delSp add modTransition">
        <pc:chgData name="shahjad israil" userId="765442391d65c39a" providerId="LiveId" clId="{AD403976-A7C0-4C75-AA9D-6F93FECD3E33}" dt="2026-01-10T05:48:19.354" v="371" actId="478"/>
        <pc:sldMkLst>
          <pc:docMk/>
          <pc:sldMk cId="0" sldId="477"/>
        </pc:sldMkLst>
        <pc:spChg chg="del">
          <ac:chgData name="shahjad israil" userId="765442391d65c39a" providerId="LiveId" clId="{AD403976-A7C0-4C75-AA9D-6F93FECD3E33}" dt="2026-01-09T09:46:26.954" v="314" actId="478"/>
          <ac:spMkLst>
            <pc:docMk/>
            <pc:sldMk cId="0" sldId="477"/>
            <ac:spMk id="18440" creationId="{E41F2FDB-018C-8853-5101-79FC4C28CE52}"/>
          </ac:spMkLst>
        </pc:spChg>
        <pc:picChg chg="del">
          <ac:chgData name="shahjad israil" userId="765442391d65c39a" providerId="LiveId" clId="{AD403976-A7C0-4C75-AA9D-6F93FECD3E33}" dt="2026-01-10T05:48:19.354" v="371" actId="478"/>
          <ac:picMkLst>
            <pc:docMk/>
            <pc:sldMk cId="0" sldId="477"/>
            <ac:picMk id="18439" creationId="{8BD4191E-0FE4-E807-CEE5-9D54C30440A2}"/>
          </ac:picMkLst>
        </pc:picChg>
      </pc:sldChg>
      <pc:sldChg chg="delSp add modTransition">
        <pc:chgData name="shahjad israil" userId="765442391d65c39a" providerId="LiveId" clId="{AD403976-A7C0-4C75-AA9D-6F93FECD3E33}" dt="2026-01-10T05:48:27.009" v="373" actId="478"/>
        <pc:sldMkLst>
          <pc:docMk/>
          <pc:sldMk cId="0" sldId="480"/>
        </pc:sldMkLst>
        <pc:picChg chg="del">
          <ac:chgData name="shahjad israil" userId="765442391d65c39a" providerId="LiveId" clId="{AD403976-A7C0-4C75-AA9D-6F93FECD3E33}" dt="2026-01-10T05:48:27.009" v="373" actId="478"/>
          <ac:picMkLst>
            <pc:docMk/>
            <pc:sldMk cId="0" sldId="480"/>
            <ac:picMk id="20486" creationId="{06C86F2D-14D5-BB13-1249-103DFCD0FC23}"/>
          </ac:picMkLst>
        </pc:picChg>
      </pc:sldChg>
      <pc:sldChg chg="delSp modSp add mod modTransition">
        <pc:chgData name="shahjad israil" userId="765442391d65c39a" providerId="LiveId" clId="{AD403976-A7C0-4C75-AA9D-6F93FECD3E33}" dt="2026-01-10T05:48:30.475" v="375" actId="478"/>
        <pc:sldMkLst>
          <pc:docMk/>
          <pc:sldMk cId="0" sldId="481"/>
        </pc:sldMkLst>
        <pc:spChg chg="mod">
          <ac:chgData name="shahjad israil" userId="765442391d65c39a" providerId="LiveId" clId="{AD403976-A7C0-4C75-AA9D-6F93FECD3E33}" dt="2026-01-09T09:46:58.836" v="320" actId="255"/>
          <ac:spMkLst>
            <pc:docMk/>
            <pc:sldMk cId="0" sldId="481"/>
            <ac:spMk id="8" creationId="{3F068863-145E-4A1E-6FEE-01DDE78205EC}"/>
          </ac:spMkLst>
        </pc:spChg>
        <pc:spChg chg="del">
          <ac:chgData name="shahjad israil" userId="765442391d65c39a" providerId="LiveId" clId="{AD403976-A7C0-4C75-AA9D-6F93FECD3E33}" dt="2026-01-09T09:46:47.437" v="317" actId="478"/>
          <ac:spMkLst>
            <pc:docMk/>
            <pc:sldMk cId="0" sldId="481"/>
            <ac:spMk id="21506" creationId="{E0949EB9-AD2B-2A5B-3857-250FD7EAC85A}"/>
          </ac:spMkLst>
        </pc:spChg>
        <pc:picChg chg="del mod">
          <ac:chgData name="shahjad israil" userId="765442391d65c39a" providerId="LiveId" clId="{AD403976-A7C0-4C75-AA9D-6F93FECD3E33}" dt="2026-01-10T05:48:30.475" v="375" actId="478"/>
          <ac:picMkLst>
            <pc:docMk/>
            <pc:sldMk cId="0" sldId="481"/>
            <ac:picMk id="21508" creationId="{B70E21AC-7F2C-10AB-E6A3-2C34436AC10E}"/>
          </ac:picMkLst>
        </pc:picChg>
      </pc:sldChg>
      <pc:sldChg chg="delSp add modTransition">
        <pc:chgData name="shahjad israil" userId="765442391d65c39a" providerId="LiveId" clId="{AD403976-A7C0-4C75-AA9D-6F93FECD3E33}" dt="2026-01-10T05:48:43.259" v="376" actId="478"/>
        <pc:sldMkLst>
          <pc:docMk/>
          <pc:sldMk cId="0" sldId="484"/>
        </pc:sldMkLst>
        <pc:picChg chg="del">
          <ac:chgData name="shahjad israil" userId="765442391d65c39a" providerId="LiveId" clId="{AD403976-A7C0-4C75-AA9D-6F93FECD3E33}" dt="2026-01-10T05:48:43.259" v="376" actId="478"/>
          <ac:picMkLst>
            <pc:docMk/>
            <pc:sldMk cId="0" sldId="484"/>
            <ac:picMk id="54276" creationId="{225AD182-DC50-96BE-B03C-354D499160BB}"/>
          </ac:picMkLst>
        </pc:picChg>
      </pc:sldChg>
      <pc:sldChg chg="delSp modSp add mod modTransition">
        <pc:chgData name="shahjad israil" userId="765442391d65c39a" providerId="LiveId" clId="{AD403976-A7C0-4C75-AA9D-6F93FECD3E33}" dt="2026-01-10T05:48:15.926" v="370" actId="478"/>
        <pc:sldMkLst>
          <pc:docMk/>
          <pc:sldMk cId="0" sldId="485"/>
        </pc:sldMkLst>
        <pc:spChg chg="mod">
          <ac:chgData name="shahjad israil" userId="765442391d65c39a" providerId="LiveId" clId="{AD403976-A7C0-4C75-AA9D-6F93FECD3E33}" dt="2026-01-09T09:42:54.626" v="277" actId="27636"/>
          <ac:spMkLst>
            <pc:docMk/>
            <pc:sldMk cId="0" sldId="485"/>
            <ac:spMk id="3" creationId="{7539B213-914F-1606-3BD9-39AFBC56A505}"/>
          </ac:spMkLst>
        </pc:spChg>
        <pc:spChg chg="del">
          <ac:chgData name="shahjad israil" userId="765442391d65c39a" providerId="LiveId" clId="{AD403976-A7C0-4C75-AA9D-6F93FECD3E33}" dt="2026-01-09T09:45:55.255" v="310" actId="478"/>
          <ac:spMkLst>
            <pc:docMk/>
            <pc:sldMk cId="0" sldId="485"/>
            <ac:spMk id="16387" creationId="{F75C97CC-8348-AE1A-2DB7-08C503143A74}"/>
          </ac:spMkLst>
        </pc:spChg>
        <pc:picChg chg="del">
          <ac:chgData name="shahjad israil" userId="765442391d65c39a" providerId="LiveId" clId="{AD403976-A7C0-4C75-AA9D-6F93FECD3E33}" dt="2026-01-10T05:48:15.926" v="370" actId="478"/>
          <ac:picMkLst>
            <pc:docMk/>
            <pc:sldMk cId="0" sldId="485"/>
            <ac:picMk id="16391" creationId="{EEDEEB06-BA5F-3C78-6B1F-D25D8CDE8D93}"/>
          </ac:picMkLst>
        </pc:picChg>
      </pc:sldChg>
      <pc:sldChg chg="delSp modSp add mod modTransition">
        <pc:chgData name="shahjad israil" userId="765442391d65c39a" providerId="LiveId" clId="{AD403976-A7C0-4C75-AA9D-6F93FECD3E33}" dt="2026-01-10T05:48:12.464" v="369" actId="478"/>
        <pc:sldMkLst>
          <pc:docMk/>
          <pc:sldMk cId="0" sldId="486"/>
        </pc:sldMkLst>
        <pc:spChg chg="mod">
          <ac:chgData name="shahjad israil" userId="765442391d65c39a" providerId="LiveId" clId="{AD403976-A7C0-4C75-AA9D-6F93FECD3E33}" dt="2026-01-09T09:46:01.327" v="312" actId="20577"/>
          <ac:spMkLst>
            <pc:docMk/>
            <pc:sldMk cId="0" sldId="486"/>
            <ac:spMk id="17410" creationId="{83D27524-1324-9DEA-15F9-11126F1AFE02}"/>
          </ac:spMkLst>
        </pc:spChg>
        <pc:spChg chg="del">
          <ac:chgData name="shahjad israil" userId="765442391d65c39a" providerId="LiveId" clId="{AD403976-A7C0-4C75-AA9D-6F93FECD3E33}" dt="2026-01-09T09:46:31.887" v="315" actId="478"/>
          <ac:spMkLst>
            <pc:docMk/>
            <pc:sldMk cId="0" sldId="486"/>
            <ac:spMk id="17416" creationId="{D51FA64B-EDE8-1DB0-56F2-A43675C6CE82}"/>
          </ac:spMkLst>
        </pc:spChg>
        <pc:picChg chg="del">
          <ac:chgData name="shahjad israil" userId="765442391d65c39a" providerId="LiveId" clId="{AD403976-A7C0-4C75-AA9D-6F93FECD3E33}" dt="2026-01-10T05:48:12.464" v="369" actId="478"/>
          <ac:picMkLst>
            <pc:docMk/>
            <pc:sldMk cId="0" sldId="486"/>
            <ac:picMk id="17412" creationId="{4B5586C2-A131-FCF8-7CFB-4F958718BBEF}"/>
          </ac:picMkLst>
        </pc:picChg>
      </pc:sldChg>
      <pc:sldChg chg="delSp add modTransition">
        <pc:chgData name="shahjad israil" userId="765442391d65c39a" providerId="LiveId" clId="{AD403976-A7C0-4C75-AA9D-6F93FECD3E33}" dt="2026-01-10T05:48:02.235" v="366" actId="478"/>
        <pc:sldMkLst>
          <pc:docMk/>
          <pc:sldMk cId="0" sldId="487"/>
        </pc:sldMkLst>
        <pc:spChg chg="del">
          <ac:chgData name="shahjad israil" userId="765442391d65c39a" providerId="LiveId" clId="{AD403976-A7C0-4C75-AA9D-6F93FECD3E33}" dt="2026-01-09T09:44:58.843" v="299" actId="478"/>
          <ac:spMkLst>
            <pc:docMk/>
            <pc:sldMk cId="0" sldId="487"/>
            <ac:spMk id="10243" creationId="{90B5D4A0-15DF-D735-3082-61B79F0FB5C2}"/>
          </ac:spMkLst>
        </pc:spChg>
        <pc:picChg chg="del">
          <ac:chgData name="shahjad israil" userId="765442391d65c39a" providerId="LiveId" clId="{AD403976-A7C0-4C75-AA9D-6F93FECD3E33}" dt="2026-01-10T05:48:02.235" v="366" actId="478"/>
          <ac:picMkLst>
            <pc:docMk/>
            <pc:sldMk cId="0" sldId="487"/>
            <ac:picMk id="10245" creationId="{C09F9826-5628-1C21-96F9-44E176CACB6F}"/>
          </ac:picMkLst>
        </pc:picChg>
      </pc:sldChg>
      <pc:sldChg chg="delSp modSp add mod modTransition">
        <pc:chgData name="shahjad israil" userId="765442391d65c39a" providerId="LiveId" clId="{AD403976-A7C0-4C75-AA9D-6F93FECD3E33}" dt="2026-01-10T05:48:24.089" v="372" actId="478"/>
        <pc:sldMkLst>
          <pc:docMk/>
          <pc:sldMk cId="0" sldId="488"/>
        </pc:sldMkLst>
        <pc:spChg chg="mod">
          <ac:chgData name="shahjad israil" userId="765442391d65c39a" providerId="LiveId" clId="{AD403976-A7C0-4C75-AA9D-6F93FECD3E33}" dt="2026-01-09T09:46:20.273" v="313" actId="20577"/>
          <ac:spMkLst>
            <pc:docMk/>
            <pc:sldMk cId="0" sldId="488"/>
            <ac:spMk id="6" creationId="{03E41DBC-6C76-3A94-FCE9-BBA9FDFF288E}"/>
          </ac:spMkLst>
        </pc:spChg>
        <pc:spChg chg="del">
          <ac:chgData name="shahjad israil" userId="765442391d65c39a" providerId="LiveId" clId="{AD403976-A7C0-4C75-AA9D-6F93FECD3E33}" dt="2026-01-09T09:46:41.870" v="316" actId="478"/>
          <ac:spMkLst>
            <pc:docMk/>
            <pc:sldMk cId="0" sldId="488"/>
            <ac:spMk id="19458" creationId="{3C9D8574-0F45-5452-CCED-73A443B6991A}"/>
          </ac:spMkLst>
        </pc:spChg>
        <pc:picChg chg="del">
          <ac:chgData name="shahjad israil" userId="765442391d65c39a" providerId="LiveId" clId="{AD403976-A7C0-4C75-AA9D-6F93FECD3E33}" dt="2026-01-10T05:48:24.089" v="372" actId="478"/>
          <ac:picMkLst>
            <pc:docMk/>
            <pc:sldMk cId="0" sldId="488"/>
            <ac:picMk id="19460" creationId="{F646FC00-B0F4-8C59-00FB-D5660AA0C8B3}"/>
          </ac:picMkLst>
        </pc:picChg>
      </pc:sldChg>
      <pc:sldChg chg="add modTransition">
        <pc:chgData name="shahjad israil" userId="765442391d65c39a" providerId="LiveId" clId="{AD403976-A7C0-4C75-AA9D-6F93FECD3E33}" dt="2026-01-09T09:42:54.424" v="274"/>
        <pc:sldMkLst>
          <pc:docMk/>
          <pc:sldMk cId="0" sldId="495"/>
        </pc:sldMkLst>
      </pc:sldChg>
      <pc:sldChg chg="modSp add mod modTransition">
        <pc:chgData name="shahjad israil" userId="765442391d65c39a" providerId="LiveId" clId="{AD403976-A7C0-4C75-AA9D-6F93FECD3E33}" dt="2026-01-09T09:45:29.771" v="305" actId="113"/>
        <pc:sldMkLst>
          <pc:docMk/>
          <pc:sldMk cId="0" sldId="496"/>
        </pc:sldMkLst>
        <pc:spChg chg="mod">
          <ac:chgData name="shahjad israil" userId="765442391d65c39a" providerId="LiveId" clId="{AD403976-A7C0-4C75-AA9D-6F93FECD3E33}" dt="2026-01-09T09:45:29.771" v="305" actId="113"/>
          <ac:spMkLst>
            <pc:docMk/>
            <pc:sldMk cId="0" sldId="496"/>
            <ac:spMk id="12291" creationId="{8458C184-A644-EBC0-03FB-BA918D8898D3}"/>
          </ac:spMkLst>
        </pc:spChg>
        <pc:spChg chg="mod">
          <ac:chgData name="shahjad israil" userId="765442391d65c39a" providerId="LiveId" clId="{AD403976-A7C0-4C75-AA9D-6F93FECD3E33}" dt="2026-01-09T09:45:20.790" v="303" actId="1076"/>
          <ac:spMkLst>
            <pc:docMk/>
            <pc:sldMk cId="0" sldId="496"/>
            <ac:spMk id="12292" creationId="{777DEB9D-E33F-1910-5361-3A2F953F02E6}"/>
          </ac:spMkLst>
        </pc:spChg>
      </pc:sldChg>
      <pc:sldChg chg="modSp add mod modTransition">
        <pc:chgData name="shahjad israil" userId="765442391d65c39a" providerId="LiveId" clId="{AD403976-A7C0-4C75-AA9D-6F93FECD3E33}" dt="2026-01-09T09:45:47.132" v="309" actId="113"/>
        <pc:sldMkLst>
          <pc:docMk/>
          <pc:sldMk cId="0" sldId="497"/>
        </pc:sldMkLst>
        <pc:spChg chg="mod">
          <ac:chgData name="shahjad israil" userId="765442391d65c39a" providerId="LiveId" clId="{AD403976-A7C0-4C75-AA9D-6F93FECD3E33}" dt="2026-01-09T09:45:47.132" v="309" actId="113"/>
          <ac:spMkLst>
            <pc:docMk/>
            <pc:sldMk cId="0" sldId="497"/>
            <ac:spMk id="14338" creationId="{328B134F-909C-D385-D80E-B9FC8F4A6B70}"/>
          </ac:spMkLst>
        </pc:spChg>
        <pc:spChg chg="mod">
          <ac:chgData name="shahjad israil" userId="765442391d65c39a" providerId="LiveId" clId="{AD403976-A7C0-4C75-AA9D-6F93FECD3E33}" dt="2026-01-09T09:45:39.840" v="306" actId="20577"/>
          <ac:spMkLst>
            <pc:docMk/>
            <pc:sldMk cId="0" sldId="497"/>
            <ac:spMk id="14339" creationId="{4BB5E66A-A0B0-5A05-6210-BBD326DF37AE}"/>
          </ac:spMkLst>
        </pc:spChg>
      </pc:sldChg>
      <pc:sldChg chg="add modTransition">
        <pc:chgData name="shahjad israil" userId="765442391d65c39a" providerId="LiveId" clId="{AD403976-A7C0-4C75-AA9D-6F93FECD3E33}" dt="2026-01-09T09:42:54.424" v="274"/>
        <pc:sldMkLst>
          <pc:docMk/>
          <pc:sldMk cId="0" sldId="498"/>
        </pc:sldMkLst>
      </pc:sldChg>
      <pc:sldChg chg="add modTransition">
        <pc:chgData name="shahjad israil" userId="765442391d65c39a" providerId="LiveId" clId="{AD403976-A7C0-4C75-AA9D-6F93FECD3E33}" dt="2026-01-09T09:42:54.424" v="274"/>
        <pc:sldMkLst>
          <pc:docMk/>
          <pc:sldMk cId="0" sldId="499"/>
        </pc:sldMkLst>
      </pc:sldChg>
      <pc:sldChg chg="add modTransition">
        <pc:chgData name="shahjad israil" userId="765442391d65c39a" providerId="LiveId" clId="{AD403976-A7C0-4C75-AA9D-6F93FECD3E33}" dt="2026-01-09T09:42:54.424" v="274"/>
        <pc:sldMkLst>
          <pc:docMk/>
          <pc:sldMk cId="0" sldId="500"/>
        </pc:sldMkLst>
      </pc:sldChg>
      <pc:sldChg chg="add modTransition">
        <pc:chgData name="shahjad israil" userId="765442391d65c39a" providerId="LiveId" clId="{AD403976-A7C0-4C75-AA9D-6F93FECD3E33}" dt="2026-01-09T09:42:54.424" v="274"/>
        <pc:sldMkLst>
          <pc:docMk/>
          <pc:sldMk cId="0" sldId="501"/>
        </pc:sldMkLst>
      </pc:sldChg>
      <pc:sldChg chg="add modTransition">
        <pc:chgData name="shahjad israil" userId="765442391d65c39a" providerId="LiveId" clId="{AD403976-A7C0-4C75-AA9D-6F93FECD3E33}" dt="2026-01-09T09:42:54.424" v="274"/>
        <pc:sldMkLst>
          <pc:docMk/>
          <pc:sldMk cId="0" sldId="502"/>
        </pc:sldMkLst>
      </pc:sldChg>
      <pc:sldChg chg="add modTransition">
        <pc:chgData name="shahjad israil" userId="765442391d65c39a" providerId="LiveId" clId="{AD403976-A7C0-4C75-AA9D-6F93FECD3E33}" dt="2026-01-09T09:42:54.424" v="274"/>
        <pc:sldMkLst>
          <pc:docMk/>
          <pc:sldMk cId="0" sldId="503"/>
        </pc:sldMkLst>
      </pc:sldChg>
      <pc:sldChg chg="add modTransition">
        <pc:chgData name="shahjad israil" userId="765442391d65c39a" providerId="LiveId" clId="{AD403976-A7C0-4C75-AA9D-6F93FECD3E33}" dt="2026-01-09T09:42:54.424" v="274"/>
        <pc:sldMkLst>
          <pc:docMk/>
          <pc:sldMk cId="0" sldId="504"/>
        </pc:sldMkLst>
      </pc:sldChg>
      <pc:sldChg chg="modSp add mod modTransition">
        <pc:chgData name="shahjad israil" userId="765442391d65c39a" providerId="LiveId" clId="{AD403976-A7C0-4C75-AA9D-6F93FECD3E33}" dt="2026-01-09T09:48:27.054" v="333" actId="255"/>
        <pc:sldMkLst>
          <pc:docMk/>
          <pc:sldMk cId="0" sldId="505"/>
        </pc:sldMkLst>
        <pc:spChg chg="mod">
          <ac:chgData name="shahjad israil" userId="765442391d65c39a" providerId="LiveId" clId="{AD403976-A7C0-4C75-AA9D-6F93FECD3E33}" dt="2026-01-09T09:48:27.054" v="333" actId="255"/>
          <ac:spMkLst>
            <pc:docMk/>
            <pc:sldMk cId="0" sldId="505"/>
            <ac:spMk id="37891" creationId="{FFA7BBA1-8A3C-7522-5269-260FF8DA8EBB}"/>
          </ac:spMkLst>
        </pc:spChg>
      </pc:sldChg>
      <pc:sldChg chg="modSp add mod modTransition">
        <pc:chgData name="shahjad israil" userId="765442391d65c39a" providerId="LiveId" clId="{AD403976-A7C0-4C75-AA9D-6F93FECD3E33}" dt="2026-01-09T09:48:40.880" v="337" actId="14100"/>
        <pc:sldMkLst>
          <pc:docMk/>
          <pc:sldMk cId="0" sldId="506"/>
        </pc:sldMkLst>
        <pc:spChg chg="mod">
          <ac:chgData name="shahjad israil" userId="765442391d65c39a" providerId="LiveId" clId="{AD403976-A7C0-4C75-AA9D-6F93FECD3E33}" dt="2026-01-09T09:48:40.880" v="337" actId="14100"/>
          <ac:spMkLst>
            <pc:docMk/>
            <pc:sldMk cId="0" sldId="506"/>
            <ac:spMk id="3" creationId="{C1638403-9187-D620-D54A-0499050098CB}"/>
          </ac:spMkLst>
        </pc:spChg>
      </pc:sldChg>
      <pc:sldChg chg="add modTransition">
        <pc:chgData name="shahjad israil" userId="765442391d65c39a" providerId="LiveId" clId="{AD403976-A7C0-4C75-AA9D-6F93FECD3E33}" dt="2026-01-09T09:42:54.424" v="274"/>
        <pc:sldMkLst>
          <pc:docMk/>
          <pc:sldMk cId="0" sldId="507"/>
        </pc:sldMkLst>
      </pc:sldChg>
      <pc:sldChg chg="add modTransition">
        <pc:chgData name="shahjad israil" userId="765442391d65c39a" providerId="LiveId" clId="{AD403976-A7C0-4C75-AA9D-6F93FECD3E33}" dt="2026-01-09T09:42:54.424" v="274"/>
        <pc:sldMkLst>
          <pc:docMk/>
          <pc:sldMk cId="0" sldId="508"/>
        </pc:sldMkLst>
      </pc:sldChg>
      <pc:sldChg chg="modSp add modTransition">
        <pc:chgData name="shahjad israil" userId="765442391d65c39a" providerId="LiveId" clId="{AD403976-A7C0-4C75-AA9D-6F93FECD3E33}" dt="2026-01-09T09:47:31.352" v="328" actId="14100"/>
        <pc:sldMkLst>
          <pc:docMk/>
          <pc:sldMk cId="0" sldId="510"/>
        </pc:sldMkLst>
        <pc:picChg chg="mod">
          <ac:chgData name="shahjad israil" userId="765442391d65c39a" providerId="LiveId" clId="{AD403976-A7C0-4C75-AA9D-6F93FECD3E33}" dt="2026-01-09T09:47:31.352" v="328" actId="14100"/>
          <ac:picMkLst>
            <pc:docMk/>
            <pc:sldMk cId="0" sldId="510"/>
            <ac:picMk id="22530" creationId="{6586CAD2-814E-3A7A-FAC3-A98C0B07D977}"/>
          </ac:picMkLst>
        </pc:picChg>
      </pc:sldChg>
      <pc:sldChg chg="add modTransition">
        <pc:chgData name="shahjad israil" userId="765442391d65c39a" providerId="LiveId" clId="{AD403976-A7C0-4C75-AA9D-6F93FECD3E33}" dt="2026-01-09T09:42:54.424" v="274"/>
        <pc:sldMkLst>
          <pc:docMk/>
          <pc:sldMk cId="0" sldId="511"/>
        </pc:sldMkLst>
      </pc:sldChg>
      <pc:sldChg chg="add modTransition">
        <pc:chgData name="shahjad israil" userId="765442391d65c39a" providerId="LiveId" clId="{AD403976-A7C0-4C75-AA9D-6F93FECD3E33}" dt="2026-01-09T09:42:54.424" v="274"/>
        <pc:sldMkLst>
          <pc:docMk/>
          <pc:sldMk cId="0" sldId="512"/>
        </pc:sldMkLst>
      </pc:sldChg>
      <pc:sldChg chg="modSp add modTransition modAnim">
        <pc:chgData name="shahjad israil" userId="765442391d65c39a" providerId="LiveId" clId="{AD403976-A7C0-4C75-AA9D-6F93FECD3E33}" dt="2026-01-09T09:49:05.047" v="338" actId="20577"/>
        <pc:sldMkLst>
          <pc:docMk/>
          <pc:sldMk cId="0" sldId="513"/>
        </pc:sldMkLst>
        <pc:spChg chg="mod">
          <ac:chgData name="shahjad israil" userId="765442391d65c39a" providerId="LiveId" clId="{AD403976-A7C0-4C75-AA9D-6F93FECD3E33}" dt="2026-01-09T09:49:05.047" v="338" actId="20577"/>
          <ac:spMkLst>
            <pc:docMk/>
            <pc:sldMk cId="0" sldId="513"/>
            <ac:spMk id="739331" creationId="{7BB7173B-083B-3A5F-1570-DE0B70FBC006}"/>
          </ac:spMkLst>
        </pc:spChg>
      </pc:sldChg>
      <pc:sldChg chg="add modTransition">
        <pc:chgData name="shahjad israil" userId="765442391d65c39a" providerId="LiveId" clId="{AD403976-A7C0-4C75-AA9D-6F93FECD3E33}" dt="2026-01-09T09:42:54.424" v="274"/>
        <pc:sldMkLst>
          <pc:docMk/>
          <pc:sldMk cId="0" sldId="514"/>
        </pc:sldMkLst>
      </pc:sldChg>
      <pc:sldChg chg="add modTransition">
        <pc:chgData name="shahjad israil" userId="765442391d65c39a" providerId="LiveId" clId="{AD403976-A7C0-4C75-AA9D-6F93FECD3E33}" dt="2026-01-09T09:42:54.424" v="274"/>
        <pc:sldMkLst>
          <pc:docMk/>
          <pc:sldMk cId="0" sldId="515"/>
        </pc:sldMkLst>
      </pc:sldChg>
      <pc:sldChg chg="add modTransition">
        <pc:chgData name="shahjad israil" userId="765442391d65c39a" providerId="LiveId" clId="{AD403976-A7C0-4C75-AA9D-6F93FECD3E33}" dt="2026-01-09T09:42:54.424" v="274"/>
        <pc:sldMkLst>
          <pc:docMk/>
          <pc:sldMk cId="0" sldId="516"/>
        </pc:sldMkLst>
      </pc:sldChg>
      <pc:sldChg chg="add modTransition">
        <pc:chgData name="shahjad israil" userId="765442391d65c39a" providerId="LiveId" clId="{AD403976-A7C0-4C75-AA9D-6F93FECD3E33}" dt="2026-01-09T09:42:54.424" v="274"/>
        <pc:sldMkLst>
          <pc:docMk/>
          <pc:sldMk cId="0" sldId="517"/>
        </pc:sldMkLst>
      </pc:sldChg>
      <pc:sldChg chg="add modTransition">
        <pc:chgData name="shahjad israil" userId="765442391d65c39a" providerId="LiveId" clId="{AD403976-A7C0-4C75-AA9D-6F93FECD3E33}" dt="2026-01-09T09:42:54.424" v="274"/>
        <pc:sldMkLst>
          <pc:docMk/>
          <pc:sldMk cId="0" sldId="520"/>
        </pc:sldMkLst>
      </pc:sldChg>
      <pc:sldChg chg="add modTransition">
        <pc:chgData name="shahjad israil" userId="765442391d65c39a" providerId="LiveId" clId="{AD403976-A7C0-4C75-AA9D-6F93FECD3E33}" dt="2026-01-09T09:42:54.424" v="274"/>
        <pc:sldMkLst>
          <pc:docMk/>
          <pc:sldMk cId="0" sldId="523"/>
        </pc:sldMkLst>
      </pc:sldChg>
      <pc:sldChg chg="add modTransition">
        <pc:chgData name="shahjad israil" userId="765442391d65c39a" providerId="LiveId" clId="{AD403976-A7C0-4C75-AA9D-6F93FECD3E33}" dt="2026-01-09T09:42:54.424" v="274"/>
        <pc:sldMkLst>
          <pc:docMk/>
          <pc:sldMk cId="0" sldId="525"/>
        </pc:sldMkLst>
      </pc:sldChg>
      <pc:sldChg chg="add modTransition">
        <pc:chgData name="shahjad israil" userId="765442391d65c39a" providerId="LiveId" clId="{AD403976-A7C0-4C75-AA9D-6F93FECD3E33}" dt="2026-01-09T09:42:54.424" v="274"/>
        <pc:sldMkLst>
          <pc:docMk/>
          <pc:sldMk cId="0" sldId="526"/>
        </pc:sldMkLst>
      </pc:sldChg>
      <pc:sldChg chg="add modTransition">
        <pc:chgData name="shahjad israil" userId="765442391d65c39a" providerId="LiveId" clId="{AD403976-A7C0-4C75-AA9D-6F93FECD3E33}" dt="2026-01-09T09:42:54.424" v="274"/>
        <pc:sldMkLst>
          <pc:docMk/>
          <pc:sldMk cId="0" sldId="527"/>
        </pc:sldMkLst>
      </pc:sldChg>
      <pc:sldChg chg="add modTransition">
        <pc:chgData name="shahjad israil" userId="765442391d65c39a" providerId="LiveId" clId="{AD403976-A7C0-4C75-AA9D-6F93FECD3E33}" dt="2026-01-09T09:42:54.424" v="274"/>
        <pc:sldMkLst>
          <pc:docMk/>
          <pc:sldMk cId="0" sldId="528"/>
        </pc:sldMkLst>
      </pc:sldChg>
      <pc:sldChg chg="add modTransition">
        <pc:chgData name="shahjad israil" userId="765442391d65c39a" providerId="LiveId" clId="{AD403976-A7C0-4C75-AA9D-6F93FECD3E33}" dt="2026-01-09T09:42:54.424" v="274"/>
        <pc:sldMkLst>
          <pc:docMk/>
          <pc:sldMk cId="0" sldId="529"/>
        </pc:sldMkLst>
      </pc:sldChg>
      <pc:sldChg chg="add modTransition">
        <pc:chgData name="shahjad israil" userId="765442391d65c39a" providerId="LiveId" clId="{AD403976-A7C0-4C75-AA9D-6F93FECD3E33}" dt="2026-01-09T09:42:54.424" v="274"/>
        <pc:sldMkLst>
          <pc:docMk/>
          <pc:sldMk cId="0" sldId="530"/>
        </pc:sldMkLst>
      </pc:sldChg>
      <pc:sldChg chg="add modTransition">
        <pc:chgData name="shahjad israil" userId="765442391d65c39a" providerId="LiveId" clId="{AD403976-A7C0-4C75-AA9D-6F93FECD3E33}" dt="2026-01-09T09:42:54.424" v="274"/>
        <pc:sldMkLst>
          <pc:docMk/>
          <pc:sldMk cId="0" sldId="531"/>
        </pc:sldMkLst>
      </pc:sldChg>
      <pc:sldMasterChg chg="del delSldLayout">
        <pc:chgData name="shahjad israil" userId="765442391d65c39a" providerId="LiveId" clId="{AD403976-A7C0-4C75-AA9D-6F93FECD3E33}" dt="2026-01-09T09:51:12.085" v="361" actId="47"/>
        <pc:sldMasterMkLst>
          <pc:docMk/>
          <pc:sldMasterMk cId="0" sldId="2147483731"/>
        </pc:sldMasterMkLst>
        <pc:sldLayoutChg chg="del">
          <pc:chgData name="shahjad israil" userId="765442391d65c39a" providerId="LiveId" clId="{AD403976-A7C0-4C75-AA9D-6F93FECD3E33}" dt="2026-01-09T09:51:12.085" v="361" actId="47"/>
          <pc:sldLayoutMkLst>
            <pc:docMk/>
            <pc:sldMasterMk cId="0" sldId="2147483731"/>
            <pc:sldLayoutMk cId="0" sldId="2147483732"/>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2DF404-3878-433B-A0A6-B0550DE0ECCB}" type="datetimeFigureOut">
              <a:rPr lang="en-IN" smtClean="0"/>
              <a:t>16/01/26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C329F62-D634-4904-AB11-F130E2E4085D}" type="slidenum">
              <a:rPr lang="en-IN" smtClean="0"/>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282EEB-7ACD-47FE-8DDD-477AE8E2D78F}" type="datetimeFigureOut">
              <a:rPr lang="en-IN" smtClean="0"/>
              <a:t>16/01/26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D43778-CF55-444F-B3CC-131C85997146}"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a:extLst>
              <a:ext uri="{FF2B5EF4-FFF2-40B4-BE49-F238E27FC236}">
                <a16:creationId xmlns:a16="http://schemas.microsoft.com/office/drawing/2014/main" id="{4B5F2C37-31D4-D365-6834-89F9408B9A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a:extLst>
              <a:ext uri="{FF2B5EF4-FFF2-40B4-BE49-F238E27FC236}">
                <a16:creationId xmlns:a16="http://schemas.microsoft.com/office/drawing/2014/main" id="{2E507A8B-4117-A098-3097-E2239F5A8A0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6148" name="Slide Number Placeholder 3">
            <a:extLst>
              <a:ext uri="{FF2B5EF4-FFF2-40B4-BE49-F238E27FC236}">
                <a16:creationId xmlns:a16="http://schemas.microsoft.com/office/drawing/2014/main" id="{994AD069-A165-DEDB-6FAA-37CD2D7657C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900">
                <a:solidFill>
                  <a:schemeClr val="tx1"/>
                </a:solidFill>
                <a:latin typeface="Calibri" panose="020F0502020204030204" pitchFamily="34" charset="0"/>
              </a:defRPr>
            </a:lvl1pPr>
            <a:lvl2pPr marL="742950" indent="-285750">
              <a:spcBef>
                <a:spcPct val="30000"/>
              </a:spcBef>
              <a:defRPr sz="900">
                <a:solidFill>
                  <a:schemeClr val="tx1"/>
                </a:solidFill>
                <a:latin typeface="Calibri" panose="020F0502020204030204" pitchFamily="34" charset="0"/>
              </a:defRPr>
            </a:lvl2pPr>
            <a:lvl3pPr marL="1143000" indent="-228600">
              <a:spcBef>
                <a:spcPct val="30000"/>
              </a:spcBef>
              <a:defRPr sz="900">
                <a:solidFill>
                  <a:schemeClr val="tx1"/>
                </a:solidFill>
                <a:latin typeface="Calibri" panose="020F0502020204030204" pitchFamily="34" charset="0"/>
              </a:defRPr>
            </a:lvl3pPr>
            <a:lvl4pPr marL="1600200" indent="-228600">
              <a:spcBef>
                <a:spcPct val="30000"/>
              </a:spcBef>
              <a:defRPr sz="900">
                <a:solidFill>
                  <a:schemeClr val="tx1"/>
                </a:solidFill>
                <a:latin typeface="Calibri" panose="020F0502020204030204" pitchFamily="34" charset="0"/>
              </a:defRPr>
            </a:lvl4pPr>
            <a:lvl5pPr marL="2057400" indent="-228600">
              <a:spcBef>
                <a:spcPct val="30000"/>
              </a:spcBef>
              <a:defRPr sz="900">
                <a:solidFill>
                  <a:schemeClr val="tx1"/>
                </a:solidFill>
                <a:latin typeface="Calibri" panose="020F0502020204030204" pitchFamily="34" charset="0"/>
              </a:defRPr>
            </a:lvl5pPr>
            <a:lvl6pPr marL="2514600" indent="-228600" eaLnBrk="0" fontAlgn="base" hangingPunct="0">
              <a:spcBef>
                <a:spcPct val="30000"/>
              </a:spcBef>
              <a:spcAft>
                <a:spcPct val="0"/>
              </a:spcAft>
              <a:defRPr sz="900">
                <a:solidFill>
                  <a:schemeClr val="tx1"/>
                </a:solidFill>
                <a:latin typeface="Calibri" panose="020F0502020204030204" pitchFamily="34" charset="0"/>
              </a:defRPr>
            </a:lvl6pPr>
            <a:lvl7pPr marL="2971800" indent="-228600" eaLnBrk="0" fontAlgn="base" hangingPunct="0">
              <a:spcBef>
                <a:spcPct val="30000"/>
              </a:spcBef>
              <a:spcAft>
                <a:spcPct val="0"/>
              </a:spcAft>
              <a:defRPr sz="900">
                <a:solidFill>
                  <a:schemeClr val="tx1"/>
                </a:solidFill>
                <a:latin typeface="Calibri" panose="020F0502020204030204" pitchFamily="34" charset="0"/>
              </a:defRPr>
            </a:lvl7pPr>
            <a:lvl8pPr marL="3429000" indent="-228600" eaLnBrk="0" fontAlgn="base" hangingPunct="0">
              <a:spcBef>
                <a:spcPct val="30000"/>
              </a:spcBef>
              <a:spcAft>
                <a:spcPct val="0"/>
              </a:spcAft>
              <a:defRPr sz="900">
                <a:solidFill>
                  <a:schemeClr val="tx1"/>
                </a:solidFill>
                <a:latin typeface="Calibri" panose="020F0502020204030204" pitchFamily="34" charset="0"/>
              </a:defRPr>
            </a:lvl8pPr>
            <a:lvl9pPr marL="3886200" indent="-228600" eaLnBrk="0" fontAlgn="base" hangingPunct="0">
              <a:spcBef>
                <a:spcPct val="30000"/>
              </a:spcBef>
              <a:spcAft>
                <a:spcPct val="0"/>
              </a:spcAft>
              <a:defRPr sz="900">
                <a:solidFill>
                  <a:schemeClr val="tx1"/>
                </a:solidFill>
                <a:latin typeface="Calibri" panose="020F0502020204030204" pitchFamily="34" charset="0"/>
              </a:defRPr>
            </a:lvl9pPr>
          </a:lstStyle>
          <a:p>
            <a:pPr>
              <a:spcBef>
                <a:spcPct val="0"/>
              </a:spcBef>
            </a:pPr>
            <a:fld id="{BDBF668E-0763-4FD1-8404-4380BF9AED9C}" type="slidenum">
              <a:rPr lang="en-US" altLang="en-US" sz="1200"/>
              <a:pPr>
                <a:spcBef>
                  <a:spcPct val="0"/>
                </a:spcBef>
              </a:pPr>
              <a:t>6</a:t>
            </a:fld>
            <a:endParaRPr lang="en-US" altLang="en-US" sz="1200"/>
          </a:p>
        </p:txBody>
      </p:sp>
      <p:sp>
        <p:nvSpPr>
          <p:cNvPr id="22533" name="Header Placeholder 4">
            <a:extLst>
              <a:ext uri="{FF2B5EF4-FFF2-40B4-BE49-F238E27FC236}">
                <a16:creationId xmlns:a16="http://schemas.microsoft.com/office/drawing/2014/main" id="{36FC6F79-7901-A9C7-5AE2-B83824F1D1CB}"/>
              </a:ext>
            </a:extLst>
          </p:cNvPr>
          <p:cNvSpPr>
            <a:spLocks noGrp="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9DD08C94-3E20-DC17-1858-FAF76187E2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a:extLst>
              <a:ext uri="{FF2B5EF4-FFF2-40B4-BE49-F238E27FC236}">
                <a16:creationId xmlns:a16="http://schemas.microsoft.com/office/drawing/2014/main" id="{8D125AFD-752F-3FCC-01B0-5F1063387D9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8196" name="Slide Number Placeholder 3">
            <a:extLst>
              <a:ext uri="{FF2B5EF4-FFF2-40B4-BE49-F238E27FC236}">
                <a16:creationId xmlns:a16="http://schemas.microsoft.com/office/drawing/2014/main" id="{4B468362-61FF-4EA2-CF13-BEFAE8B1048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900">
                <a:solidFill>
                  <a:schemeClr val="tx1"/>
                </a:solidFill>
                <a:latin typeface="Calibri" panose="020F0502020204030204" pitchFamily="34" charset="0"/>
              </a:defRPr>
            </a:lvl1pPr>
            <a:lvl2pPr marL="742950" indent="-285750">
              <a:spcBef>
                <a:spcPct val="30000"/>
              </a:spcBef>
              <a:defRPr sz="900">
                <a:solidFill>
                  <a:schemeClr val="tx1"/>
                </a:solidFill>
                <a:latin typeface="Calibri" panose="020F0502020204030204" pitchFamily="34" charset="0"/>
              </a:defRPr>
            </a:lvl2pPr>
            <a:lvl3pPr marL="1143000" indent="-228600">
              <a:spcBef>
                <a:spcPct val="30000"/>
              </a:spcBef>
              <a:defRPr sz="900">
                <a:solidFill>
                  <a:schemeClr val="tx1"/>
                </a:solidFill>
                <a:latin typeface="Calibri" panose="020F0502020204030204" pitchFamily="34" charset="0"/>
              </a:defRPr>
            </a:lvl3pPr>
            <a:lvl4pPr marL="1600200" indent="-228600">
              <a:spcBef>
                <a:spcPct val="30000"/>
              </a:spcBef>
              <a:defRPr sz="900">
                <a:solidFill>
                  <a:schemeClr val="tx1"/>
                </a:solidFill>
                <a:latin typeface="Calibri" panose="020F0502020204030204" pitchFamily="34" charset="0"/>
              </a:defRPr>
            </a:lvl4pPr>
            <a:lvl5pPr marL="2057400" indent="-228600">
              <a:spcBef>
                <a:spcPct val="30000"/>
              </a:spcBef>
              <a:defRPr sz="900">
                <a:solidFill>
                  <a:schemeClr val="tx1"/>
                </a:solidFill>
                <a:latin typeface="Calibri" panose="020F0502020204030204" pitchFamily="34" charset="0"/>
              </a:defRPr>
            </a:lvl5pPr>
            <a:lvl6pPr marL="2514600" indent="-228600" eaLnBrk="0" fontAlgn="base" hangingPunct="0">
              <a:spcBef>
                <a:spcPct val="30000"/>
              </a:spcBef>
              <a:spcAft>
                <a:spcPct val="0"/>
              </a:spcAft>
              <a:defRPr sz="900">
                <a:solidFill>
                  <a:schemeClr val="tx1"/>
                </a:solidFill>
                <a:latin typeface="Calibri" panose="020F0502020204030204" pitchFamily="34" charset="0"/>
              </a:defRPr>
            </a:lvl6pPr>
            <a:lvl7pPr marL="2971800" indent="-228600" eaLnBrk="0" fontAlgn="base" hangingPunct="0">
              <a:spcBef>
                <a:spcPct val="30000"/>
              </a:spcBef>
              <a:spcAft>
                <a:spcPct val="0"/>
              </a:spcAft>
              <a:defRPr sz="900">
                <a:solidFill>
                  <a:schemeClr val="tx1"/>
                </a:solidFill>
                <a:latin typeface="Calibri" panose="020F0502020204030204" pitchFamily="34" charset="0"/>
              </a:defRPr>
            </a:lvl7pPr>
            <a:lvl8pPr marL="3429000" indent="-228600" eaLnBrk="0" fontAlgn="base" hangingPunct="0">
              <a:spcBef>
                <a:spcPct val="30000"/>
              </a:spcBef>
              <a:spcAft>
                <a:spcPct val="0"/>
              </a:spcAft>
              <a:defRPr sz="900">
                <a:solidFill>
                  <a:schemeClr val="tx1"/>
                </a:solidFill>
                <a:latin typeface="Calibri" panose="020F0502020204030204" pitchFamily="34" charset="0"/>
              </a:defRPr>
            </a:lvl8pPr>
            <a:lvl9pPr marL="3886200" indent="-228600" eaLnBrk="0" fontAlgn="base" hangingPunct="0">
              <a:spcBef>
                <a:spcPct val="30000"/>
              </a:spcBef>
              <a:spcAft>
                <a:spcPct val="0"/>
              </a:spcAft>
              <a:defRPr sz="900">
                <a:solidFill>
                  <a:schemeClr val="tx1"/>
                </a:solidFill>
                <a:latin typeface="Calibri" panose="020F0502020204030204" pitchFamily="34" charset="0"/>
              </a:defRPr>
            </a:lvl9pPr>
          </a:lstStyle>
          <a:p>
            <a:pPr>
              <a:spcBef>
                <a:spcPct val="0"/>
              </a:spcBef>
            </a:pPr>
            <a:fld id="{006861DD-2028-41F4-A101-3E54D2752F6B}" type="slidenum">
              <a:rPr lang="en-US" altLang="en-US" sz="1200"/>
              <a:pPr>
                <a:spcBef>
                  <a:spcPct val="0"/>
                </a:spcBef>
              </a:pPr>
              <a:t>7</a:t>
            </a:fld>
            <a:endParaRPr lang="en-US" altLang="en-US" sz="1200"/>
          </a:p>
        </p:txBody>
      </p:sp>
      <p:sp>
        <p:nvSpPr>
          <p:cNvPr id="23557" name="Header Placeholder 4">
            <a:extLst>
              <a:ext uri="{FF2B5EF4-FFF2-40B4-BE49-F238E27FC236}">
                <a16:creationId xmlns:a16="http://schemas.microsoft.com/office/drawing/2014/main" id="{68FF6FE8-0DD4-E64B-65B1-59B03C857059}"/>
              </a:ext>
            </a:extLst>
          </p:cNvPr>
          <p:cNvSpPr>
            <a:spLocks noGrp="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08C3479D-F5DA-B6FB-0F16-39E7E9B98F8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900">
                <a:solidFill>
                  <a:schemeClr val="tx1"/>
                </a:solidFill>
                <a:latin typeface="Calibri" panose="020F0502020204030204" pitchFamily="34" charset="0"/>
              </a:defRPr>
            </a:lvl1pPr>
            <a:lvl2pPr marL="742950" indent="-285750">
              <a:spcBef>
                <a:spcPct val="30000"/>
              </a:spcBef>
              <a:defRPr sz="900">
                <a:solidFill>
                  <a:schemeClr val="tx1"/>
                </a:solidFill>
                <a:latin typeface="Calibri" panose="020F0502020204030204" pitchFamily="34" charset="0"/>
              </a:defRPr>
            </a:lvl2pPr>
            <a:lvl3pPr marL="1143000" indent="-228600">
              <a:spcBef>
                <a:spcPct val="30000"/>
              </a:spcBef>
              <a:defRPr sz="900">
                <a:solidFill>
                  <a:schemeClr val="tx1"/>
                </a:solidFill>
                <a:latin typeface="Calibri" panose="020F0502020204030204" pitchFamily="34" charset="0"/>
              </a:defRPr>
            </a:lvl3pPr>
            <a:lvl4pPr marL="1600200" indent="-228600">
              <a:spcBef>
                <a:spcPct val="30000"/>
              </a:spcBef>
              <a:defRPr sz="900">
                <a:solidFill>
                  <a:schemeClr val="tx1"/>
                </a:solidFill>
                <a:latin typeface="Calibri" panose="020F0502020204030204" pitchFamily="34" charset="0"/>
              </a:defRPr>
            </a:lvl4pPr>
            <a:lvl5pPr marL="2057400" indent="-228600">
              <a:spcBef>
                <a:spcPct val="30000"/>
              </a:spcBef>
              <a:defRPr sz="900">
                <a:solidFill>
                  <a:schemeClr val="tx1"/>
                </a:solidFill>
                <a:latin typeface="Calibri" panose="020F0502020204030204" pitchFamily="34" charset="0"/>
              </a:defRPr>
            </a:lvl5pPr>
            <a:lvl6pPr marL="2514600" indent="-228600" eaLnBrk="0" fontAlgn="base" hangingPunct="0">
              <a:spcBef>
                <a:spcPct val="30000"/>
              </a:spcBef>
              <a:spcAft>
                <a:spcPct val="0"/>
              </a:spcAft>
              <a:defRPr sz="900">
                <a:solidFill>
                  <a:schemeClr val="tx1"/>
                </a:solidFill>
                <a:latin typeface="Calibri" panose="020F0502020204030204" pitchFamily="34" charset="0"/>
              </a:defRPr>
            </a:lvl6pPr>
            <a:lvl7pPr marL="2971800" indent="-228600" eaLnBrk="0" fontAlgn="base" hangingPunct="0">
              <a:spcBef>
                <a:spcPct val="30000"/>
              </a:spcBef>
              <a:spcAft>
                <a:spcPct val="0"/>
              </a:spcAft>
              <a:defRPr sz="900">
                <a:solidFill>
                  <a:schemeClr val="tx1"/>
                </a:solidFill>
                <a:latin typeface="Calibri" panose="020F0502020204030204" pitchFamily="34" charset="0"/>
              </a:defRPr>
            </a:lvl7pPr>
            <a:lvl8pPr marL="3429000" indent="-228600" eaLnBrk="0" fontAlgn="base" hangingPunct="0">
              <a:spcBef>
                <a:spcPct val="30000"/>
              </a:spcBef>
              <a:spcAft>
                <a:spcPct val="0"/>
              </a:spcAft>
              <a:defRPr sz="900">
                <a:solidFill>
                  <a:schemeClr val="tx1"/>
                </a:solidFill>
                <a:latin typeface="Calibri" panose="020F0502020204030204" pitchFamily="34" charset="0"/>
              </a:defRPr>
            </a:lvl8pPr>
            <a:lvl9pPr marL="3886200" indent="-228600" eaLnBrk="0" fontAlgn="base" hangingPunct="0">
              <a:spcBef>
                <a:spcPct val="30000"/>
              </a:spcBef>
              <a:spcAft>
                <a:spcPct val="0"/>
              </a:spcAft>
              <a:defRPr sz="900">
                <a:solidFill>
                  <a:schemeClr val="tx1"/>
                </a:solidFill>
                <a:latin typeface="Calibri" panose="020F0502020204030204" pitchFamily="34" charset="0"/>
              </a:defRPr>
            </a:lvl9pPr>
          </a:lstStyle>
          <a:p>
            <a:pPr>
              <a:spcBef>
                <a:spcPct val="0"/>
              </a:spcBef>
            </a:pPr>
            <a:fld id="{781E90DE-77C1-45AA-9F80-E3DC7469E20B}" type="slidenum">
              <a:rPr lang="en-US" altLang="en-US" sz="1200"/>
              <a:pPr>
                <a:spcBef>
                  <a:spcPct val="0"/>
                </a:spcBef>
              </a:pPr>
              <a:t>11</a:t>
            </a:fld>
            <a:endParaRPr lang="en-US" altLang="en-US" sz="1200"/>
          </a:p>
        </p:txBody>
      </p:sp>
      <p:sp>
        <p:nvSpPr>
          <p:cNvPr id="13315" name="Rectangle 2">
            <a:extLst>
              <a:ext uri="{FF2B5EF4-FFF2-40B4-BE49-F238E27FC236}">
                <a16:creationId xmlns:a16="http://schemas.microsoft.com/office/drawing/2014/main" id="{E46A24B3-9EB9-0AE0-DC20-A8E4B04CBF81}"/>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3316" name="Rectangle 3">
            <a:extLst>
              <a:ext uri="{FF2B5EF4-FFF2-40B4-BE49-F238E27FC236}">
                <a16:creationId xmlns:a16="http://schemas.microsoft.com/office/drawing/2014/main" id="{971BABEC-F38C-26FA-DE30-C52EFE887C02}"/>
              </a:ext>
            </a:extLst>
          </p:cNvPr>
          <p:cNvSpPr>
            <a:spLocks noGrp="1" noChangeArrowheads="1"/>
          </p:cNvSpPr>
          <p:nvPr>
            <p:ph type="body" idx="1"/>
          </p:nvPr>
        </p:nvSpPr>
        <p:spPr bwMode="auto">
          <a:solidFill>
            <a:srgbClr val="FFFFFF"/>
          </a:solidFill>
          <a:ln>
            <a:solidFill>
              <a:srgbClr val="000000"/>
            </a:solidFill>
            <a:miter lim="800000"/>
            <a:headEnd/>
            <a:tailEnd/>
          </a:ln>
        </p:spPr>
        <p:txBody>
          <a:bodyPr wrap="square" lIns="89913" tIns="44956" rIns="89913" bIns="44956" numCol="1" anchor="t" anchorCtr="0" compatLnSpc="1">
            <a:prstTxWarp prst="textNoShape">
              <a:avLst/>
            </a:prstTxWarp>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C12FB622-24A4-22A0-1801-2FCCF10B087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900">
                <a:solidFill>
                  <a:schemeClr val="tx1"/>
                </a:solidFill>
                <a:latin typeface="Calibri" panose="020F0502020204030204" pitchFamily="34" charset="0"/>
              </a:defRPr>
            </a:lvl1pPr>
            <a:lvl2pPr marL="742950" indent="-285750">
              <a:spcBef>
                <a:spcPct val="30000"/>
              </a:spcBef>
              <a:defRPr sz="900">
                <a:solidFill>
                  <a:schemeClr val="tx1"/>
                </a:solidFill>
                <a:latin typeface="Calibri" panose="020F0502020204030204" pitchFamily="34" charset="0"/>
              </a:defRPr>
            </a:lvl2pPr>
            <a:lvl3pPr marL="1143000" indent="-228600">
              <a:spcBef>
                <a:spcPct val="30000"/>
              </a:spcBef>
              <a:defRPr sz="900">
                <a:solidFill>
                  <a:schemeClr val="tx1"/>
                </a:solidFill>
                <a:latin typeface="Calibri" panose="020F0502020204030204" pitchFamily="34" charset="0"/>
              </a:defRPr>
            </a:lvl3pPr>
            <a:lvl4pPr marL="1600200" indent="-228600">
              <a:spcBef>
                <a:spcPct val="30000"/>
              </a:spcBef>
              <a:defRPr sz="900">
                <a:solidFill>
                  <a:schemeClr val="tx1"/>
                </a:solidFill>
                <a:latin typeface="Calibri" panose="020F0502020204030204" pitchFamily="34" charset="0"/>
              </a:defRPr>
            </a:lvl4pPr>
            <a:lvl5pPr marL="2057400" indent="-228600">
              <a:spcBef>
                <a:spcPct val="30000"/>
              </a:spcBef>
              <a:defRPr sz="900">
                <a:solidFill>
                  <a:schemeClr val="tx1"/>
                </a:solidFill>
                <a:latin typeface="Calibri" panose="020F0502020204030204" pitchFamily="34" charset="0"/>
              </a:defRPr>
            </a:lvl5pPr>
            <a:lvl6pPr marL="2514600" indent="-228600" eaLnBrk="0" fontAlgn="base" hangingPunct="0">
              <a:spcBef>
                <a:spcPct val="30000"/>
              </a:spcBef>
              <a:spcAft>
                <a:spcPct val="0"/>
              </a:spcAft>
              <a:defRPr sz="900">
                <a:solidFill>
                  <a:schemeClr val="tx1"/>
                </a:solidFill>
                <a:latin typeface="Calibri" panose="020F0502020204030204" pitchFamily="34" charset="0"/>
              </a:defRPr>
            </a:lvl6pPr>
            <a:lvl7pPr marL="2971800" indent="-228600" eaLnBrk="0" fontAlgn="base" hangingPunct="0">
              <a:spcBef>
                <a:spcPct val="30000"/>
              </a:spcBef>
              <a:spcAft>
                <a:spcPct val="0"/>
              </a:spcAft>
              <a:defRPr sz="900">
                <a:solidFill>
                  <a:schemeClr val="tx1"/>
                </a:solidFill>
                <a:latin typeface="Calibri" panose="020F0502020204030204" pitchFamily="34" charset="0"/>
              </a:defRPr>
            </a:lvl7pPr>
            <a:lvl8pPr marL="3429000" indent="-228600" eaLnBrk="0" fontAlgn="base" hangingPunct="0">
              <a:spcBef>
                <a:spcPct val="30000"/>
              </a:spcBef>
              <a:spcAft>
                <a:spcPct val="0"/>
              </a:spcAft>
              <a:defRPr sz="900">
                <a:solidFill>
                  <a:schemeClr val="tx1"/>
                </a:solidFill>
                <a:latin typeface="Calibri" panose="020F0502020204030204" pitchFamily="34" charset="0"/>
              </a:defRPr>
            </a:lvl8pPr>
            <a:lvl9pPr marL="3886200" indent="-228600" eaLnBrk="0" fontAlgn="base" hangingPunct="0">
              <a:spcBef>
                <a:spcPct val="30000"/>
              </a:spcBef>
              <a:spcAft>
                <a:spcPct val="0"/>
              </a:spcAft>
              <a:defRPr sz="900">
                <a:solidFill>
                  <a:schemeClr val="tx1"/>
                </a:solidFill>
                <a:latin typeface="Calibri" panose="020F0502020204030204" pitchFamily="34" charset="0"/>
              </a:defRPr>
            </a:lvl9pPr>
          </a:lstStyle>
          <a:p>
            <a:pPr>
              <a:spcBef>
                <a:spcPct val="0"/>
              </a:spcBef>
            </a:pPr>
            <a:fld id="{DAE1F3AC-2FF8-4708-BD85-C6B276DA8EFB}" type="slidenum">
              <a:rPr lang="en-US" altLang="en-US" sz="1200"/>
              <a:pPr>
                <a:spcBef>
                  <a:spcPct val="0"/>
                </a:spcBef>
              </a:pPr>
              <a:t>12</a:t>
            </a:fld>
            <a:endParaRPr lang="en-US" altLang="en-US" sz="1200"/>
          </a:p>
        </p:txBody>
      </p:sp>
      <p:sp>
        <p:nvSpPr>
          <p:cNvPr id="15363" name="Rectangle 2">
            <a:extLst>
              <a:ext uri="{FF2B5EF4-FFF2-40B4-BE49-F238E27FC236}">
                <a16:creationId xmlns:a16="http://schemas.microsoft.com/office/drawing/2014/main" id="{03770868-2BF0-4FF5-A97F-512CA8086F54}"/>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5364" name="Rectangle 3">
            <a:extLst>
              <a:ext uri="{FF2B5EF4-FFF2-40B4-BE49-F238E27FC236}">
                <a16:creationId xmlns:a16="http://schemas.microsoft.com/office/drawing/2014/main" id="{7C196E23-A56B-E19C-3D0C-4C506AF2F0C7}"/>
              </a:ext>
            </a:extLst>
          </p:cNvPr>
          <p:cNvSpPr>
            <a:spLocks noGrp="1" noChangeArrowheads="1"/>
          </p:cNvSpPr>
          <p:nvPr>
            <p:ph type="body" idx="1"/>
          </p:nvPr>
        </p:nvSpPr>
        <p:spPr bwMode="auto">
          <a:solidFill>
            <a:srgbClr val="FFFFFF"/>
          </a:solidFill>
          <a:ln>
            <a:solidFill>
              <a:srgbClr val="000000"/>
            </a:solidFill>
            <a:miter lim="800000"/>
            <a:headEnd/>
            <a:tailEnd/>
          </a:ln>
        </p:spPr>
        <p:txBody>
          <a:bodyPr wrap="square" lIns="89913" tIns="44956" rIns="89913" bIns="44956" numCol="1" anchor="t" anchorCtr="0" compatLnSpc="1">
            <a:prstTxWarp prst="textNoShape">
              <a:avLst/>
            </a:prstTxWarp>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A1E7F422-F99B-51DB-F007-67B1F0FC1A4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900">
                <a:solidFill>
                  <a:schemeClr val="tx1"/>
                </a:solidFill>
                <a:latin typeface="Calibri" panose="020F0502020204030204" pitchFamily="34" charset="0"/>
              </a:defRPr>
            </a:lvl1pPr>
            <a:lvl2pPr marL="742950" indent="-285750">
              <a:spcBef>
                <a:spcPct val="30000"/>
              </a:spcBef>
              <a:defRPr sz="900">
                <a:solidFill>
                  <a:schemeClr val="tx1"/>
                </a:solidFill>
                <a:latin typeface="Calibri" panose="020F0502020204030204" pitchFamily="34" charset="0"/>
              </a:defRPr>
            </a:lvl2pPr>
            <a:lvl3pPr marL="1143000" indent="-228600">
              <a:spcBef>
                <a:spcPct val="30000"/>
              </a:spcBef>
              <a:defRPr sz="900">
                <a:solidFill>
                  <a:schemeClr val="tx1"/>
                </a:solidFill>
                <a:latin typeface="Calibri" panose="020F0502020204030204" pitchFamily="34" charset="0"/>
              </a:defRPr>
            </a:lvl3pPr>
            <a:lvl4pPr marL="1600200" indent="-228600">
              <a:spcBef>
                <a:spcPct val="30000"/>
              </a:spcBef>
              <a:defRPr sz="900">
                <a:solidFill>
                  <a:schemeClr val="tx1"/>
                </a:solidFill>
                <a:latin typeface="Calibri" panose="020F0502020204030204" pitchFamily="34" charset="0"/>
              </a:defRPr>
            </a:lvl4pPr>
            <a:lvl5pPr marL="2057400" indent="-228600">
              <a:spcBef>
                <a:spcPct val="30000"/>
              </a:spcBef>
              <a:defRPr sz="900">
                <a:solidFill>
                  <a:schemeClr val="tx1"/>
                </a:solidFill>
                <a:latin typeface="Calibri" panose="020F0502020204030204" pitchFamily="34" charset="0"/>
              </a:defRPr>
            </a:lvl5pPr>
            <a:lvl6pPr marL="2514600" indent="-228600" eaLnBrk="0" fontAlgn="base" hangingPunct="0">
              <a:spcBef>
                <a:spcPct val="30000"/>
              </a:spcBef>
              <a:spcAft>
                <a:spcPct val="0"/>
              </a:spcAft>
              <a:defRPr sz="900">
                <a:solidFill>
                  <a:schemeClr val="tx1"/>
                </a:solidFill>
                <a:latin typeface="Calibri" panose="020F0502020204030204" pitchFamily="34" charset="0"/>
              </a:defRPr>
            </a:lvl6pPr>
            <a:lvl7pPr marL="2971800" indent="-228600" eaLnBrk="0" fontAlgn="base" hangingPunct="0">
              <a:spcBef>
                <a:spcPct val="30000"/>
              </a:spcBef>
              <a:spcAft>
                <a:spcPct val="0"/>
              </a:spcAft>
              <a:defRPr sz="900">
                <a:solidFill>
                  <a:schemeClr val="tx1"/>
                </a:solidFill>
                <a:latin typeface="Calibri" panose="020F0502020204030204" pitchFamily="34" charset="0"/>
              </a:defRPr>
            </a:lvl7pPr>
            <a:lvl8pPr marL="3429000" indent="-228600" eaLnBrk="0" fontAlgn="base" hangingPunct="0">
              <a:spcBef>
                <a:spcPct val="30000"/>
              </a:spcBef>
              <a:spcAft>
                <a:spcPct val="0"/>
              </a:spcAft>
              <a:defRPr sz="900">
                <a:solidFill>
                  <a:schemeClr val="tx1"/>
                </a:solidFill>
                <a:latin typeface="Calibri" panose="020F0502020204030204" pitchFamily="34" charset="0"/>
              </a:defRPr>
            </a:lvl8pPr>
            <a:lvl9pPr marL="3886200" indent="-228600" eaLnBrk="0" fontAlgn="base" hangingPunct="0">
              <a:spcBef>
                <a:spcPct val="30000"/>
              </a:spcBef>
              <a:spcAft>
                <a:spcPct val="0"/>
              </a:spcAft>
              <a:defRPr sz="900">
                <a:solidFill>
                  <a:schemeClr val="tx1"/>
                </a:solidFill>
                <a:latin typeface="Calibri" panose="020F0502020204030204" pitchFamily="34" charset="0"/>
              </a:defRPr>
            </a:lvl9pPr>
          </a:lstStyle>
          <a:p>
            <a:pPr>
              <a:spcBef>
                <a:spcPct val="0"/>
              </a:spcBef>
            </a:pPr>
            <a:fld id="{09F21646-4B38-4086-AF25-403C11F8AC10}" type="slidenum">
              <a:rPr lang="en-US" altLang="en-US" sz="1200"/>
              <a:pPr>
                <a:spcBef>
                  <a:spcPct val="0"/>
                </a:spcBef>
              </a:pPr>
              <a:t>21</a:t>
            </a:fld>
            <a:endParaRPr lang="en-US" altLang="en-US" sz="1200"/>
          </a:p>
        </p:txBody>
      </p:sp>
      <p:sp>
        <p:nvSpPr>
          <p:cNvPr id="25603" name="Rectangle 2">
            <a:extLst>
              <a:ext uri="{FF2B5EF4-FFF2-40B4-BE49-F238E27FC236}">
                <a16:creationId xmlns:a16="http://schemas.microsoft.com/office/drawing/2014/main" id="{3D58E4CE-9EB5-BA08-9501-29E308B76EE1}"/>
              </a:ext>
            </a:extLst>
          </p:cNvPr>
          <p:cNvSpPr>
            <a:spLocks noGrp="1" noRot="1" noChangeAspect="1" noChangeArrowheads="1" noTextEdit="1"/>
          </p:cNvSpPr>
          <p:nvPr>
            <p:ph type="sldImg"/>
          </p:nvPr>
        </p:nvSpPr>
        <p:spPr bwMode="auto">
          <a:xfrm>
            <a:off x="350838" y="676275"/>
            <a:ext cx="6091237" cy="3427413"/>
          </a:xfrm>
          <a:solidFill>
            <a:srgbClr val="FFFFFF"/>
          </a:solidFill>
          <a:ln>
            <a:solidFill>
              <a:srgbClr val="000000"/>
            </a:solidFill>
            <a:miter lim="800000"/>
            <a:headEnd/>
            <a:tailEnd/>
          </a:ln>
        </p:spPr>
      </p:sp>
      <p:sp>
        <p:nvSpPr>
          <p:cNvPr id="25604" name="Rectangle 3">
            <a:extLst>
              <a:ext uri="{FF2B5EF4-FFF2-40B4-BE49-F238E27FC236}">
                <a16:creationId xmlns:a16="http://schemas.microsoft.com/office/drawing/2014/main" id="{CE19E484-A824-F1F3-0B40-FEAD2387AD70}"/>
              </a:ext>
            </a:extLst>
          </p:cNvPr>
          <p:cNvSpPr>
            <a:spLocks noGrp="1" noChangeArrowheads="1"/>
          </p:cNvSpPr>
          <p:nvPr>
            <p:ph type="body" idx="1"/>
          </p:nvPr>
        </p:nvSpPr>
        <p:spPr bwMode="auto">
          <a:solidFill>
            <a:srgbClr val="FFFFFF"/>
          </a:solidFill>
          <a:ln>
            <a:solidFill>
              <a:srgbClr val="000000"/>
            </a:solidFill>
            <a:miter lim="800000"/>
            <a:headEnd/>
            <a:tailEnd/>
          </a:ln>
        </p:spPr>
        <p:txBody>
          <a:bodyPr wrap="square" lIns="91311" tIns="45657" rIns="91311" bIns="45657" numCol="1" anchor="t" anchorCtr="0" compatLnSpc="1">
            <a:prstTxWarp prst="textNoShape">
              <a:avLst/>
            </a:prstTxWarp>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136D9577-9FB9-5522-ED1B-7033C769407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900">
                <a:solidFill>
                  <a:schemeClr val="tx1"/>
                </a:solidFill>
                <a:latin typeface="Calibri" panose="020F0502020204030204" pitchFamily="34" charset="0"/>
              </a:defRPr>
            </a:lvl1pPr>
            <a:lvl2pPr marL="742950" indent="-285750">
              <a:spcBef>
                <a:spcPct val="30000"/>
              </a:spcBef>
              <a:defRPr sz="900">
                <a:solidFill>
                  <a:schemeClr val="tx1"/>
                </a:solidFill>
                <a:latin typeface="Calibri" panose="020F0502020204030204" pitchFamily="34" charset="0"/>
              </a:defRPr>
            </a:lvl2pPr>
            <a:lvl3pPr marL="1143000" indent="-228600">
              <a:spcBef>
                <a:spcPct val="30000"/>
              </a:spcBef>
              <a:defRPr sz="900">
                <a:solidFill>
                  <a:schemeClr val="tx1"/>
                </a:solidFill>
                <a:latin typeface="Calibri" panose="020F0502020204030204" pitchFamily="34" charset="0"/>
              </a:defRPr>
            </a:lvl3pPr>
            <a:lvl4pPr marL="1600200" indent="-228600">
              <a:spcBef>
                <a:spcPct val="30000"/>
              </a:spcBef>
              <a:defRPr sz="900">
                <a:solidFill>
                  <a:schemeClr val="tx1"/>
                </a:solidFill>
                <a:latin typeface="Calibri" panose="020F0502020204030204" pitchFamily="34" charset="0"/>
              </a:defRPr>
            </a:lvl4pPr>
            <a:lvl5pPr marL="2057400" indent="-228600">
              <a:spcBef>
                <a:spcPct val="30000"/>
              </a:spcBef>
              <a:defRPr sz="900">
                <a:solidFill>
                  <a:schemeClr val="tx1"/>
                </a:solidFill>
                <a:latin typeface="Calibri" panose="020F0502020204030204" pitchFamily="34" charset="0"/>
              </a:defRPr>
            </a:lvl5pPr>
            <a:lvl6pPr marL="2514600" indent="-228600" eaLnBrk="0" fontAlgn="base" hangingPunct="0">
              <a:spcBef>
                <a:spcPct val="30000"/>
              </a:spcBef>
              <a:spcAft>
                <a:spcPct val="0"/>
              </a:spcAft>
              <a:defRPr sz="900">
                <a:solidFill>
                  <a:schemeClr val="tx1"/>
                </a:solidFill>
                <a:latin typeface="Calibri" panose="020F0502020204030204" pitchFamily="34" charset="0"/>
              </a:defRPr>
            </a:lvl6pPr>
            <a:lvl7pPr marL="2971800" indent="-228600" eaLnBrk="0" fontAlgn="base" hangingPunct="0">
              <a:spcBef>
                <a:spcPct val="30000"/>
              </a:spcBef>
              <a:spcAft>
                <a:spcPct val="0"/>
              </a:spcAft>
              <a:defRPr sz="900">
                <a:solidFill>
                  <a:schemeClr val="tx1"/>
                </a:solidFill>
                <a:latin typeface="Calibri" panose="020F0502020204030204" pitchFamily="34" charset="0"/>
              </a:defRPr>
            </a:lvl7pPr>
            <a:lvl8pPr marL="3429000" indent="-228600" eaLnBrk="0" fontAlgn="base" hangingPunct="0">
              <a:spcBef>
                <a:spcPct val="30000"/>
              </a:spcBef>
              <a:spcAft>
                <a:spcPct val="0"/>
              </a:spcAft>
              <a:defRPr sz="900">
                <a:solidFill>
                  <a:schemeClr val="tx1"/>
                </a:solidFill>
                <a:latin typeface="Calibri" panose="020F0502020204030204" pitchFamily="34" charset="0"/>
              </a:defRPr>
            </a:lvl8pPr>
            <a:lvl9pPr marL="3886200" indent="-228600" eaLnBrk="0" fontAlgn="base" hangingPunct="0">
              <a:spcBef>
                <a:spcPct val="30000"/>
              </a:spcBef>
              <a:spcAft>
                <a:spcPct val="0"/>
              </a:spcAft>
              <a:defRPr sz="900">
                <a:solidFill>
                  <a:schemeClr val="tx1"/>
                </a:solidFill>
                <a:latin typeface="Calibri" panose="020F0502020204030204" pitchFamily="34" charset="0"/>
              </a:defRPr>
            </a:lvl9pPr>
          </a:lstStyle>
          <a:p>
            <a:pPr>
              <a:spcBef>
                <a:spcPct val="0"/>
              </a:spcBef>
            </a:pPr>
            <a:fld id="{5A21C28C-8B63-4340-ACC1-7D5F6D01A0B2}" type="slidenum">
              <a:rPr lang="en-US" altLang="en-US" sz="1200"/>
              <a:pPr>
                <a:spcBef>
                  <a:spcPct val="0"/>
                </a:spcBef>
              </a:pPr>
              <a:t>22</a:t>
            </a:fld>
            <a:endParaRPr lang="en-US" altLang="en-US" sz="1200"/>
          </a:p>
        </p:txBody>
      </p:sp>
      <p:sp>
        <p:nvSpPr>
          <p:cNvPr id="27651" name="Rectangle 2">
            <a:extLst>
              <a:ext uri="{FF2B5EF4-FFF2-40B4-BE49-F238E27FC236}">
                <a16:creationId xmlns:a16="http://schemas.microsoft.com/office/drawing/2014/main" id="{7EA5E703-E993-2ABE-4BF4-ECEA2F75987B}"/>
              </a:ext>
            </a:extLst>
          </p:cNvPr>
          <p:cNvSpPr>
            <a:spLocks noGrp="1" noRot="1" noChangeAspect="1" noChangeArrowheads="1" noTextEdit="1"/>
          </p:cNvSpPr>
          <p:nvPr>
            <p:ph type="sldImg"/>
          </p:nvPr>
        </p:nvSpPr>
        <p:spPr bwMode="auto">
          <a:xfrm>
            <a:off x="350838" y="676275"/>
            <a:ext cx="6091237" cy="3427413"/>
          </a:xfrm>
          <a:solidFill>
            <a:srgbClr val="FFFFFF"/>
          </a:solidFill>
          <a:ln>
            <a:solidFill>
              <a:srgbClr val="000000"/>
            </a:solidFill>
            <a:miter lim="800000"/>
            <a:headEnd/>
            <a:tailEnd/>
          </a:ln>
        </p:spPr>
      </p:sp>
      <p:sp>
        <p:nvSpPr>
          <p:cNvPr id="27652" name="Rectangle 3">
            <a:extLst>
              <a:ext uri="{FF2B5EF4-FFF2-40B4-BE49-F238E27FC236}">
                <a16:creationId xmlns:a16="http://schemas.microsoft.com/office/drawing/2014/main" id="{8AFEFA5E-38B7-AF45-6823-7CB86537CBC3}"/>
              </a:ext>
            </a:extLst>
          </p:cNvPr>
          <p:cNvSpPr>
            <a:spLocks noGrp="1" noChangeArrowheads="1"/>
          </p:cNvSpPr>
          <p:nvPr>
            <p:ph type="body" idx="1"/>
          </p:nvPr>
        </p:nvSpPr>
        <p:spPr bwMode="auto">
          <a:solidFill>
            <a:srgbClr val="FFFFFF"/>
          </a:solidFill>
          <a:ln>
            <a:solidFill>
              <a:srgbClr val="000000"/>
            </a:solidFill>
            <a:miter lim="800000"/>
            <a:headEnd/>
            <a:tailEnd/>
          </a:ln>
        </p:spPr>
        <p:txBody>
          <a:bodyPr wrap="square" lIns="91311" tIns="45657" rIns="91311" bIns="45657" numCol="1" anchor="t" anchorCtr="0" compatLnSpc="1">
            <a:prstTxWarp prst="textNoShape">
              <a:avLst/>
            </a:prstTxWarp>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E1C2E69A-F66B-41C9-7E8A-8C14AC2C196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900">
                <a:solidFill>
                  <a:schemeClr val="tx1"/>
                </a:solidFill>
                <a:latin typeface="Calibri" panose="020F0502020204030204" pitchFamily="34" charset="0"/>
              </a:defRPr>
            </a:lvl1pPr>
            <a:lvl2pPr marL="742950" indent="-285750">
              <a:spcBef>
                <a:spcPct val="30000"/>
              </a:spcBef>
              <a:defRPr sz="900">
                <a:solidFill>
                  <a:schemeClr val="tx1"/>
                </a:solidFill>
                <a:latin typeface="Calibri" panose="020F0502020204030204" pitchFamily="34" charset="0"/>
              </a:defRPr>
            </a:lvl2pPr>
            <a:lvl3pPr marL="1143000" indent="-228600">
              <a:spcBef>
                <a:spcPct val="30000"/>
              </a:spcBef>
              <a:defRPr sz="900">
                <a:solidFill>
                  <a:schemeClr val="tx1"/>
                </a:solidFill>
                <a:latin typeface="Calibri" panose="020F0502020204030204" pitchFamily="34" charset="0"/>
              </a:defRPr>
            </a:lvl3pPr>
            <a:lvl4pPr marL="1600200" indent="-228600">
              <a:spcBef>
                <a:spcPct val="30000"/>
              </a:spcBef>
              <a:defRPr sz="900">
                <a:solidFill>
                  <a:schemeClr val="tx1"/>
                </a:solidFill>
                <a:latin typeface="Calibri" panose="020F0502020204030204" pitchFamily="34" charset="0"/>
              </a:defRPr>
            </a:lvl4pPr>
            <a:lvl5pPr marL="2057400" indent="-228600">
              <a:spcBef>
                <a:spcPct val="30000"/>
              </a:spcBef>
              <a:defRPr sz="900">
                <a:solidFill>
                  <a:schemeClr val="tx1"/>
                </a:solidFill>
                <a:latin typeface="Calibri" panose="020F0502020204030204" pitchFamily="34" charset="0"/>
              </a:defRPr>
            </a:lvl5pPr>
            <a:lvl6pPr marL="2514600" indent="-228600" eaLnBrk="0" fontAlgn="base" hangingPunct="0">
              <a:spcBef>
                <a:spcPct val="30000"/>
              </a:spcBef>
              <a:spcAft>
                <a:spcPct val="0"/>
              </a:spcAft>
              <a:defRPr sz="900">
                <a:solidFill>
                  <a:schemeClr val="tx1"/>
                </a:solidFill>
                <a:latin typeface="Calibri" panose="020F0502020204030204" pitchFamily="34" charset="0"/>
              </a:defRPr>
            </a:lvl6pPr>
            <a:lvl7pPr marL="2971800" indent="-228600" eaLnBrk="0" fontAlgn="base" hangingPunct="0">
              <a:spcBef>
                <a:spcPct val="30000"/>
              </a:spcBef>
              <a:spcAft>
                <a:spcPct val="0"/>
              </a:spcAft>
              <a:defRPr sz="900">
                <a:solidFill>
                  <a:schemeClr val="tx1"/>
                </a:solidFill>
                <a:latin typeface="Calibri" panose="020F0502020204030204" pitchFamily="34" charset="0"/>
              </a:defRPr>
            </a:lvl7pPr>
            <a:lvl8pPr marL="3429000" indent="-228600" eaLnBrk="0" fontAlgn="base" hangingPunct="0">
              <a:spcBef>
                <a:spcPct val="30000"/>
              </a:spcBef>
              <a:spcAft>
                <a:spcPct val="0"/>
              </a:spcAft>
              <a:defRPr sz="900">
                <a:solidFill>
                  <a:schemeClr val="tx1"/>
                </a:solidFill>
                <a:latin typeface="Calibri" panose="020F0502020204030204" pitchFamily="34" charset="0"/>
              </a:defRPr>
            </a:lvl8pPr>
            <a:lvl9pPr marL="3886200" indent="-228600" eaLnBrk="0" fontAlgn="base" hangingPunct="0">
              <a:spcBef>
                <a:spcPct val="30000"/>
              </a:spcBef>
              <a:spcAft>
                <a:spcPct val="0"/>
              </a:spcAft>
              <a:defRPr sz="900">
                <a:solidFill>
                  <a:schemeClr val="tx1"/>
                </a:solidFill>
                <a:latin typeface="Calibri" panose="020F0502020204030204" pitchFamily="34" charset="0"/>
              </a:defRPr>
            </a:lvl9pPr>
          </a:lstStyle>
          <a:p>
            <a:pPr>
              <a:spcBef>
                <a:spcPct val="0"/>
              </a:spcBef>
            </a:pPr>
            <a:fld id="{F438AF75-EE44-48A5-A73B-B997CE015CE6}" type="slidenum">
              <a:rPr lang="en-US" altLang="en-US" sz="1200"/>
              <a:pPr>
                <a:spcBef>
                  <a:spcPct val="0"/>
                </a:spcBef>
              </a:pPr>
              <a:t>23</a:t>
            </a:fld>
            <a:endParaRPr lang="en-US" altLang="en-US" sz="1200"/>
          </a:p>
        </p:txBody>
      </p:sp>
      <p:sp>
        <p:nvSpPr>
          <p:cNvPr id="29699" name="Rectangle 2">
            <a:extLst>
              <a:ext uri="{FF2B5EF4-FFF2-40B4-BE49-F238E27FC236}">
                <a16:creationId xmlns:a16="http://schemas.microsoft.com/office/drawing/2014/main" id="{0EE6B158-329B-0B10-273A-B7CF307A05AF}"/>
              </a:ext>
            </a:extLst>
          </p:cNvPr>
          <p:cNvSpPr>
            <a:spLocks noGrp="1" noRot="1" noChangeAspect="1" noChangeArrowheads="1" noTextEdit="1"/>
          </p:cNvSpPr>
          <p:nvPr>
            <p:ph type="sldImg"/>
          </p:nvPr>
        </p:nvSpPr>
        <p:spPr bwMode="auto">
          <a:xfrm>
            <a:off x="350838" y="676275"/>
            <a:ext cx="6091237" cy="3427413"/>
          </a:xfrm>
          <a:solidFill>
            <a:srgbClr val="FFFFFF"/>
          </a:solidFill>
          <a:ln>
            <a:solidFill>
              <a:srgbClr val="000000"/>
            </a:solidFill>
            <a:miter lim="800000"/>
            <a:headEnd/>
            <a:tailEnd/>
          </a:ln>
        </p:spPr>
      </p:sp>
      <p:sp>
        <p:nvSpPr>
          <p:cNvPr id="29700" name="Rectangle 3">
            <a:extLst>
              <a:ext uri="{FF2B5EF4-FFF2-40B4-BE49-F238E27FC236}">
                <a16:creationId xmlns:a16="http://schemas.microsoft.com/office/drawing/2014/main" id="{101BCBBD-2156-9675-D936-07F2409CD24A}"/>
              </a:ext>
            </a:extLst>
          </p:cNvPr>
          <p:cNvSpPr>
            <a:spLocks noGrp="1" noChangeArrowheads="1"/>
          </p:cNvSpPr>
          <p:nvPr>
            <p:ph type="body" idx="1"/>
          </p:nvPr>
        </p:nvSpPr>
        <p:spPr bwMode="auto">
          <a:solidFill>
            <a:srgbClr val="FFFFFF"/>
          </a:solidFill>
          <a:ln>
            <a:solidFill>
              <a:srgbClr val="000000"/>
            </a:solidFill>
            <a:miter lim="800000"/>
            <a:headEnd/>
            <a:tailEnd/>
          </a:ln>
        </p:spPr>
        <p:txBody>
          <a:bodyPr wrap="square" lIns="91311" tIns="45657" rIns="91311" bIns="45657" numCol="1" anchor="t" anchorCtr="0" compatLnSpc="1">
            <a:prstTxWarp prst="textNoShape">
              <a:avLst/>
            </a:prstTxWarp>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46EF095C-B60D-31A3-F34F-016F69D4DD3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900">
                <a:solidFill>
                  <a:schemeClr val="tx1"/>
                </a:solidFill>
                <a:latin typeface="Calibri" panose="020F0502020204030204" pitchFamily="34" charset="0"/>
              </a:defRPr>
            </a:lvl1pPr>
            <a:lvl2pPr marL="742950" indent="-285750">
              <a:spcBef>
                <a:spcPct val="30000"/>
              </a:spcBef>
              <a:defRPr sz="900">
                <a:solidFill>
                  <a:schemeClr val="tx1"/>
                </a:solidFill>
                <a:latin typeface="Calibri" panose="020F0502020204030204" pitchFamily="34" charset="0"/>
              </a:defRPr>
            </a:lvl2pPr>
            <a:lvl3pPr marL="1143000" indent="-228600">
              <a:spcBef>
                <a:spcPct val="30000"/>
              </a:spcBef>
              <a:defRPr sz="900">
                <a:solidFill>
                  <a:schemeClr val="tx1"/>
                </a:solidFill>
                <a:latin typeface="Calibri" panose="020F0502020204030204" pitchFamily="34" charset="0"/>
              </a:defRPr>
            </a:lvl3pPr>
            <a:lvl4pPr marL="1600200" indent="-228600">
              <a:spcBef>
                <a:spcPct val="30000"/>
              </a:spcBef>
              <a:defRPr sz="900">
                <a:solidFill>
                  <a:schemeClr val="tx1"/>
                </a:solidFill>
                <a:latin typeface="Calibri" panose="020F0502020204030204" pitchFamily="34" charset="0"/>
              </a:defRPr>
            </a:lvl4pPr>
            <a:lvl5pPr marL="2057400" indent="-228600">
              <a:spcBef>
                <a:spcPct val="30000"/>
              </a:spcBef>
              <a:defRPr sz="900">
                <a:solidFill>
                  <a:schemeClr val="tx1"/>
                </a:solidFill>
                <a:latin typeface="Calibri" panose="020F0502020204030204" pitchFamily="34" charset="0"/>
              </a:defRPr>
            </a:lvl5pPr>
            <a:lvl6pPr marL="2514600" indent="-228600" eaLnBrk="0" fontAlgn="base" hangingPunct="0">
              <a:spcBef>
                <a:spcPct val="30000"/>
              </a:spcBef>
              <a:spcAft>
                <a:spcPct val="0"/>
              </a:spcAft>
              <a:defRPr sz="900">
                <a:solidFill>
                  <a:schemeClr val="tx1"/>
                </a:solidFill>
                <a:latin typeface="Calibri" panose="020F0502020204030204" pitchFamily="34" charset="0"/>
              </a:defRPr>
            </a:lvl6pPr>
            <a:lvl7pPr marL="2971800" indent="-228600" eaLnBrk="0" fontAlgn="base" hangingPunct="0">
              <a:spcBef>
                <a:spcPct val="30000"/>
              </a:spcBef>
              <a:spcAft>
                <a:spcPct val="0"/>
              </a:spcAft>
              <a:defRPr sz="900">
                <a:solidFill>
                  <a:schemeClr val="tx1"/>
                </a:solidFill>
                <a:latin typeface="Calibri" panose="020F0502020204030204" pitchFamily="34" charset="0"/>
              </a:defRPr>
            </a:lvl7pPr>
            <a:lvl8pPr marL="3429000" indent="-228600" eaLnBrk="0" fontAlgn="base" hangingPunct="0">
              <a:spcBef>
                <a:spcPct val="30000"/>
              </a:spcBef>
              <a:spcAft>
                <a:spcPct val="0"/>
              </a:spcAft>
              <a:defRPr sz="900">
                <a:solidFill>
                  <a:schemeClr val="tx1"/>
                </a:solidFill>
                <a:latin typeface="Calibri" panose="020F0502020204030204" pitchFamily="34" charset="0"/>
              </a:defRPr>
            </a:lvl8pPr>
            <a:lvl9pPr marL="3886200" indent="-228600" eaLnBrk="0" fontAlgn="base" hangingPunct="0">
              <a:spcBef>
                <a:spcPct val="30000"/>
              </a:spcBef>
              <a:spcAft>
                <a:spcPct val="0"/>
              </a:spcAft>
              <a:defRPr sz="900">
                <a:solidFill>
                  <a:schemeClr val="tx1"/>
                </a:solidFill>
                <a:latin typeface="Calibri" panose="020F0502020204030204" pitchFamily="34" charset="0"/>
              </a:defRPr>
            </a:lvl9pPr>
          </a:lstStyle>
          <a:p>
            <a:pPr>
              <a:spcBef>
                <a:spcPct val="0"/>
              </a:spcBef>
            </a:pPr>
            <a:fld id="{4036FB04-213A-45E6-8CF7-EA81F4B305EB}" type="slidenum">
              <a:rPr lang="en-US" altLang="en-US" sz="1200"/>
              <a:pPr>
                <a:spcBef>
                  <a:spcPct val="0"/>
                </a:spcBef>
              </a:pPr>
              <a:t>24</a:t>
            </a:fld>
            <a:endParaRPr lang="en-US" altLang="en-US" sz="1200"/>
          </a:p>
        </p:txBody>
      </p:sp>
      <p:sp>
        <p:nvSpPr>
          <p:cNvPr id="31747" name="Rectangle 2">
            <a:extLst>
              <a:ext uri="{FF2B5EF4-FFF2-40B4-BE49-F238E27FC236}">
                <a16:creationId xmlns:a16="http://schemas.microsoft.com/office/drawing/2014/main" id="{26C2DFD3-F9CC-4D2D-3C9C-EA7B8F729053}"/>
              </a:ext>
            </a:extLst>
          </p:cNvPr>
          <p:cNvSpPr>
            <a:spLocks noGrp="1" noRot="1" noChangeAspect="1" noChangeArrowheads="1" noTextEdit="1"/>
          </p:cNvSpPr>
          <p:nvPr>
            <p:ph type="sldImg"/>
          </p:nvPr>
        </p:nvSpPr>
        <p:spPr bwMode="auto">
          <a:xfrm>
            <a:off x="350838" y="676275"/>
            <a:ext cx="6091237" cy="3427413"/>
          </a:xfrm>
          <a:solidFill>
            <a:srgbClr val="FFFFFF"/>
          </a:solidFill>
          <a:ln>
            <a:solidFill>
              <a:srgbClr val="000000"/>
            </a:solidFill>
            <a:miter lim="800000"/>
            <a:headEnd/>
            <a:tailEnd/>
          </a:ln>
        </p:spPr>
      </p:sp>
      <p:sp>
        <p:nvSpPr>
          <p:cNvPr id="31748" name="Rectangle 3">
            <a:extLst>
              <a:ext uri="{FF2B5EF4-FFF2-40B4-BE49-F238E27FC236}">
                <a16:creationId xmlns:a16="http://schemas.microsoft.com/office/drawing/2014/main" id="{E1BC827A-3539-F58A-8A9F-2765F6C3F34E}"/>
              </a:ext>
            </a:extLst>
          </p:cNvPr>
          <p:cNvSpPr>
            <a:spLocks noGrp="1" noChangeArrowheads="1"/>
          </p:cNvSpPr>
          <p:nvPr>
            <p:ph type="body" idx="1"/>
          </p:nvPr>
        </p:nvSpPr>
        <p:spPr bwMode="auto">
          <a:solidFill>
            <a:srgbClr val="FFFFFF"/>
          </a:solidFill>
          <a:ln>
            <a:solidFill>
              <a:srgbClr val="000000"/>
            </a:solidFill>
            <a:miter lim="800000"/>
            <a:headEnd/>
            <a:tailEnd/>
          </a:ln>
        </p:spPr>
        <p:txBody>
          <a:bodyPr wrap="square" lIns="91311" tIns="45657" rIns="91311" bIns="45657" numCol="1" anchor="t" anchorCtr="0" compatLnSpc="1">
            <a:prstTxWarp prst="textNoShape">
              <a:avLst/>
            </a:prstTxWarp>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51081683-1B83-3087-CCEA-E4AFF6C8888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900">
                <a:solidFill>
                  <a:schemeClr val="tx1"/>
                </a:solidFill>
                <a:latin typeface="Calibri" panose="020F0502020204030204" pitchFamily="34" charset="0"/>
              </a:defRPr>
            </a:lvl1pPr>
            <a:lvl2pPr marL="742950" indent="-285750">
              <a:spcBef>
                <a:spcPct val="30000"/>
              </a:spcBef>
              <a:defRPr sz="900">
                <a:solidFill>
                  <a:schemeClr val="tx1"/>
                </a:solidFill>
                <a:latin typeface="Calibri" panose="020F0502020204030204" pitchFamily="34" charset="0"/>
              </a:defRPr>
            </a:lvl2pPr>
            <a:lvl3pPr marL="1143000" indent="-228600">
              <a:spcBef>
                <a:spcPct val="30000"/>
              </a:spcBef>
              <a:defRPr sz="900">
                <a:solidFill>
                  <a:schemeClr val="tx1"/>
                </a:solidFill>
                <a:latin typeface="Calibri" panose="020F0502020204030204" pitchFamily="34" charset="0"/>
              </a:defRPr>
            </a:lvl3pPr>
            <a:lvl4pPr marL="1600200" indent="-228600">
              <a:spcBef>
                <a:spcPct val="30000"/>
              </a:spcBef>
              <a:defRPr sz="900">
                <a:solidFill>
                  <a:schemeClr val="tx1"/>
                </a:solidFill>
                <a:latin typeface="Calibri" panose="020F0502020204030204" pitchFamily="34" charset="0"/>
              </a:defRPr>
            </a:lvl4pPr>
            <a:lvl5pPr marL="2057400" indent="-228600">
              <a:spcBef>
                <a:spcPct val="30000"/>
              </a:spcBef>
              <a:defRPr sz="900">
                <a:solidFill>
                  <a:schemeClr val="tx1"/>
                </a:solidFill>
                <a:latin typeface="Calibri" panose="020F0502020204030204" pitchFamily="34" charset="0"/>
              </a:defRPr>
            </a:lvl5pPr>
            <a:lvl6pPr marL="2514600" indent="-228600" eaLnBrk="0" fontAlgn="base" hangingPunct="0">
              <a:spcBef>
                <a:spcPct val="30000"/>
              </a:spcBef>
              <a:spcAft>
                <a:spcPct val="0"/>
              </a:spcAft>
              <a:defRPr sz="900">
                <a:solidFill>
                  <a:schemeClr val="tx1"/>
                </a:solidFill>
                <a:latin typeface="Calibri" panose="020F0502020204030204" pitchFamily="34" charset="0"/>
              </a:defRPr>
            </a:lvl6pPr>
            <a:lvl7pPr marL="2971800" indent="-228600" eaLnBrk="0" fontAlgn="base" hangingPunct="0">
              <a:spcBef>
                <a:spcPct val="30000"/>
              </a:spcBef>
              <a:spcAft>
                <a:spcPct val="0"/>
              </a:spcAft>
              <a:defRPr sz="900">
                <a:solidFill>
                  <a:schemeClr val="tx1"/>
                </a:solidFill>
                <a:latin typeface="Calibri" panose="020F0502020204030204" pitchFamily="34" charset="0"/>
              </a:defRPr>
            </a:lvl7pPr>
            <a:lvl8pPr marL="3429000" indent="-228600" eaLnBrk="0" fontAlgn="base" hangingPunct="0">
              <a:spcBef>
                <a:spcPct val="30000"/>
              </a:spcBef>
              <a:spcAft>
                <a:spcPct val="0"/>
              </a:spcAft>
              <a:defRPr sz="900">
                <a:solidFill>
                  <a:schemeClr val="tx1"/>
                </a:solidFill>
                <a:latin typeface="Calibri" panose="020F0502020204030204" pitchFamily="34" charset="0"/>
              </a:defRPr>
            </a:lvl8pPr>
            <a:lvl9pPr marL="3886200" indent="-228600" eaLnBrk="0" fontAlgn="base" hangingPunct="0">
              <a:spcBef>
                <a:spcPct val="30000"/>
              </a:spcBef>
              <a:spcAft>
                <a:spcPct val="0"/>
              </a:spcAft>
              <a:defRPr sz="900">
                <a:solidFill>
                  <a:schemeClr val="tx1"/>
                </a:solidFill>
                <a:latin typeface="Calibri" panose="020F0502020204030204" pitchFamily="34" charset="0"/>
              </a:defRPr>
            </a:lvl9pPr>
          </a:lstStyle>
          <a:p>
            <a:pPr>
              <a:spcBef>
                <a:spcPct val="0"/>
              </a:spcBef>
            </a:pPr>
            <a:fld id="{63A73322-C0AE-464C-BB81-D077CAB77F58}" type="slidenum">
              <a:rPr lang="en-US" altLang="en-US" sz="1200"/>
              <a:pPr>
                <a:spcBef>
                  <a:spcPct val="0"/>
                </a:spcBef>
              </a:pPr>
              <a:t>25</a:t>
            </a:fld>
            <a:endParaRPr lang="en-US" altLang="en-US" sz="1200"/>
          </a:p>
        </p:txBody>
      </p:sp>
      <p:sp>
        <p:nvSpPr>
          <p:cNvPr id="33795" name="Rectangle 2">
            <a:extLst>
              <a:ext uri="{FF2B5EF4-FFF2-40B4-BE49-F238E27FC236}">
                <a16:creationId xmlns:a16="http://schemas.microsoft.com/office/drawing/2014/main" id="{FFFA60BE-4FBD-0E7D-0DC4-C851767E7D03}"/>
              </a:ext>
            </a:extLst>
          </p:cNvPr>
          <p:cNvSpPr>
            <a:spLocks noGrp="1" noRot="1" noChangeAspect="1" noChangeArrowheads="1" noTextEdit="1"/>
          </p:cNvSpPr>
          <p:nvPr>
            <p:ph type="sldImg"/>
          </p:nvPr>
        </p:nvSpPr>
        <p:spPr bwMode="auto">
          <a:xfrm>
            <a:off x="350838" y="676275"/>
            <a:ext cx="6091237" cy="3427413"/>
          </a:xfrm>
          <a:solidFill>
            <a:srgbClr val="FFFFFF"/>
          </a:solidFill>
          <a:ln>
            <a:solidFill>
              <a:srgbClr val="000000"/>
            </a:solidFill>
            <a:miter lim="800000"/>
            <a:headEnd/>
            <a:tailEnd/>
          </a:ln>
        </p:spPr>
      </p:sp>
      <p:sp>
        <p:nvSpPr>
          <p:cNvPr id="33796" name="Rectangle 3">
            <a:extLst>
              <a:ext uri="{FF2B5EF4-FFF2-40B4-BE49-F238E27FC236}">
                <a16:creationId xmlns:a16="http://schemas.microsoft.com/office/drawing/2014/main" id="{D6F95927-91D9-2B64-9A0C-F64F52D009AB}"/>
              </a:ext>
            </a:extLst>
          </p:cNvPr>
          <p:cNvSpPr>
            <a:spLocks noGrp="1" noChangeArrowheads="1"/>
          </p:cNvSpPr>
          <p:nvPr>
            <p:ph type="body" idx="1"/>
          </p:nvPr>
        </p:nvSpPr>
        <p:spPr bwMode="auto">
          <a:solidFill>
            <a:srgbClr val="FFFFFF"/>
          </a:solidFill>
          <a:ln>
            <a:solidFill>
              <a:srgbClr val="000000"/>
            </a:solidFill>
            <a:miter lim="800000"/>
            <a:headEnd/>
            <a:tailEnd/>
          </a:ln>
        </p:spPr>
        <p:txBody>
          <a:bodyPr wrap="square" lIns="91311" tIns="45657" rIns="91311" bIns="45657" numCol="1" anchor="t" anchorCtr="0" compatLnSpc="1">
            <a:prstTxWarp prst="textNoShape">
              <a:avLst/>
            </a:prstTxWarp>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23BCDC1D-89A3-F387-5A07-E5C7615DBD8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900">
                <a:solidFill>
                  <a:schemeClr val="tx1"/>
                </a:solidFill>
                <a:latin typeface="Calibri" panose="020F0502020204030204" pitchFamily="34" charset="0"/>
              </a:defRPr>
            </a:lvl1pPr>
            <a:lvl2pPr marL="742950" indent="-285750">
              <a:spcBef>
                <a:spcPct val="30000"/>
              </a:spcBef>
              <a:defRPr sz="900">
                <a:solidFill>
                  <a:schemeClr val="tx1"/>
                </a:solidFill>
                <a:latin typeface="Calibri" panose="020F0502020204030204" pitchFamily="34" charset="0"/>
              </a:defRPr>
            </a:lvl2pPr>
            <a:lvl3pPr marL="1143000" indent="-228600">
              <a:spcBef>
                <a:spcPct val="30000"/>
              </a:spcBef>
              <a:defRPr sz="900">
                <a:solidFill>
                  <a:schemeClr val="tx1"/>
                </a:solidFill>
                <a:latin typeface="Calibri" panose="020F0502020204030204" pitchFamily="34" charset="0"/>
              </a:defRPr>
            </a:lvl3pPr>
            <a:lvl4pPr marL="1600200" indent="-228600">
              <a:spcBef>
                <a:spcPct val="30000"/>
              </a:spcBef>
              <a:defRPr sz="900">
                <a:solidFill>
                  <a:schemeClr val="tx1"/>
                </a:solidFill>
                <a:latin typeface="Calibri" panose="020F0502020204030204" pitchFamily="34" charset="0"/>
              </a:defRPr>
            </a:lvl4pPr>
            <a:lvl5pPr marL="2057400" indent="-228600">
              <a:spcBef>
                <a:spcPct val="30000"/>
              </a:spcBef>
              <a:defRPr sz="900">
                <a:solidFill>
                  <a:schemeClr val="tx1"/>
                </a:solidFill>
                <a:latin typeface="Calibri" panose="020F0502020204030204" pitchFamily="34" charset="0"/>
              </a:defRPr>
            </a:lvl5pPr>
            <a:lvl6pPr marL="2514600" indent="-228600" eaLnBrk="0" fontAlgn="base" hangingPunct="0">
              <a:spcBef>
                <a:spcPct val="30000"/>
              </a:spcBef>
              <a:spcAft>
                <a:spcPct val="0"/>
              </a:spcAft>
              <a:defRPr sz="900">
                <a:solidFill>
                  <a:schemeClr val="tx1"/>
                </a:solidFill>
                <a:latin typeface="Calibri" panose="020F0502020204030204" pitchFamily="34" charset="0"/>
              </a:defRPr>
            </a:lvl6pPr>
            <a:lvl7pPr marL="2971800" indent="-228600" eaLnBrk="0" fontAlgn="base" hangingPunct="0">
              <a:spcBef>
                <a:spcPct val="30000"/>
              </a:spcBef>
              <a:spcAft>
                <a:spcPct val="0"/>
              </a:spcAft>
              <a:defRPr sz="900">
                <a:solidFill>
                  <a:schemeClr val="tx1"/>
                </a:solidFill>
                <a:latin typeface="Calibri" panose="020F0502020204030204" pitchFamily="34" charset="0"/>
              </a:defRPr>
            </a:lvl7pPr>
            <a:lvl8pPr marL="3429000" indent="-228600" eaLnBrk="0" fontAlgn="base" hangingPunct="0">
              <a:spcBef>
                <a:spcPct val="30000"/>
              </a:spcBef>
              <a:spcAft>
                <a:spcPct val="0"/>
              </a:spcAft>
              <a:defRPr sz="900">
                <a:solidFill>
                  <a:schemeClr val="tx1"/>
                </a:solidFill>
                <a:latin typeface="Calibri" panose="020F0502020204030204" pitchFamily="34" charset="0"/>
              </a:defRPr>
            </a:lvl8pPr>
            <a:lvl9pPr marL="3886200" indent="-228600" eaLnBrk="0" fontAlgn="base" hangingPunct="0">
              <a:spcBef>
                <a:spcPct val="30000"/>
              </a:spcBef>
              <a:spcAft>
                <a:spcPct val="0"/>
              </a:spcAft>
              <a:defRPr sz="900">
                <a:solidFill>
                  <a:schemeClr val="tx1"/>
                </a:solidFill>
                <a:latin typeface="Calibri" panose="020F0502020204030204" pitchFamily="34" charset="0"/>
              </a:defRPr>
            </a:lvl9pPr>
          </a:lstStyle>
          <a:p>
            <a:pPr>
              <a:spcBef>
                <a:spcPct val="0"/>
              </a:spcBef>
            </a:pPr>
            <a:fld id="{EFDCFFBA-366F-498B-8585-73D2A3538B4E}" type="slidenum">
              <a:rPr lang="en-US" altLang="en-US" sz="1200"/>
              <a:pPr>
                <a:spcBef>
                  <a:spcPct val="0"/>
                </a:spcBef>
              </a:pPr>
              <a:t>26</a:t>
            </a:fld>
            <a:endParaRPr lang="en-US" altLang="en-US" sz="1200"/>
          </a:p>
        </p:txBody>
      </p:sp>
      <p:sp>
        <p:nvSpPr>
          <p:cNvPr id="35843" name="Rectangle 2">
            <a:extLst>
              <a:ext uri="{FF2B5EF4-FFF2-40B4-BE49-F238E27FC236}">
                <a16:creationId xmlns:a16="http://schemas.microsoft.com/office/drawing/2014/main" id="{6D844FA3-C786-2AB6-330B-3E5BC52341BE}"/>
              </a:ext>
            </a:extLst>
          </p:cNvPr>
          <p:cNvSpPr>
            <a:spLocks noGrp="1" noRot="1" noChangeAspect="1" noChangeArrowheads="1" noTextEdit="1"/>
          </p:cNvSpPr>
          <p:nvPr>
            <p:ph type="sldImg"/>
          </p:nvPr>
        </p:nvSpPr>
        <p:spPr bwMode="auto">
          <a:xfrm>
            <a:off x="350838" y="676275"/>
            <a:ext cx="6091237" cy="3427413"/>
          </a:xfrm>
          <a:solidFill>
            <a:srgbClr val="FFFFFF"/>
          </a:solidFill>
          <a:ln>
            <a:solidFill>
              <a:srgbClr val="000000"/>
            </a:solidFill>
            <a:miter lim="800000"/>
            <a:headEnd/>
            <a:tailEnd/>
          </a:ln>
        </p:spPr>
      </p:sp>
      <p:sp>
        <p:nvSpPr>
          <p:cNvPr id="35844" name="Rectangle 3">
            <a:extLst>
              <a:ext uri="{FF2B5EF4-FFF2-40B4-BE49-F238E27FC236}">
                <a16:creationId xmlns:a16="http://schemas.microsoft.com/office/drawing/2014/main" id="{C82F64BC-24F5-74E4-3331-F8203F454939}"/>
              </a:ext>
            </a:extLst>
          </p:cNvPr>
          <p:cNvSpPr>
            <a:spLocks noGrp="1" noChangeArrowheads="1"/>
          </p:cNvSpPr>
          <p:nvPr>
            <p:ph type="body" idx="1"/>
          </p:nvPr>
        </p:nvSpPr>
        <p:spPr bwMode="auto">
          <a:solidFill>
            <a:srgbClr val="FFFFFF"/>
          </a:solidFill>
          <a:ln>
            <a:solidFill>
              <a:srgbClr val="000000"/>
            </a:solidFill>
            <a:miter lim="800000"/>
            <a:headEnd/>
            <a:tailEnd/>
          </a:ln>
        </p:spPr>
        <p:txBody>
          <a:bodyPr wrap="square" lIns="91311" tIns="45657" rIns="91311" bIns="45657" numCol="1" anchor="t" anchorCtr="0" compatLnSpc="1">
            <a:prstTxWarp prst="textNoShape">
              <a:avLst/>
            </a:prstTxWarp>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D294777F-41EA-6EA0-A6D2-AA472CCBD1F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900">
                <a:solidFill>
                  <a:schemeClr val="tx1"/>
                </a:solidFill>
                <a:latin typeface="Calibri" panose="020F0502020204030204" pitchFamily="34" charset="0"/>
              </a:defRPr>
            </a:lvl1pPr>
            <a:lvl2pPr marL="742950" indent="-285750">
              <a:spcBef>
                <a:spcPct val="30000"/>
              </a:spcBef>
              <a:defRPr sz="900">
                <a:solidFill>
                  <a:schemeClr val="tx1"/>
                </a:solidFill>
                <a:latin typeface="Calibri" panose="020F0502020204030204" pitchFamily="34" charset="0"/>
              </a:defRPr>
            </a:lvl2pPr>
            <a:lvl3pPr marL="1143000" indent="-228600">
              <a:spcBef>
                <a:spcPct val="30000"/>
              </a:spcBef>
              <a:defRPr sz="900">
                <a:solidFill>
                  <a:schemeClr val="tx1"/>
                </a:solidFill>
                <a:latin typeface="Calibri" panose="020F0502020204030204" pitchFamily="34" charset="0"/>
              </a:defRPr>
            </a:lvl3pPr>
            <a:lvl4pPr marL="1600200" indent="-228600">
              <a:spcBef>
                <a:spcPct val="30000"/>
              </a:spcBef>
              <a:defRPr sz="900">
                <a:solidFill>
                  <a:schemeClr val="tx1"/>
                </a:solidFill>
                <a:latin typeface="Calibri" panose="020F0502020204030204" pitchFamily="34" charset="0"/>
              </a:defRPr>
            </a:lvl4pPr>
            <a:lvl5pPr marL="2057400" indent="-228600">
              <a:spcBef>
                <a:spcPct val="30000"/>
              </a:spcBef>
              <a:defRPr sz="900">
                <a:solidFill>
                  <a:schemeClr val="tx1"/>
                </a:solidFill>
                <a:latin typeface="Calibri" panose="020F0502020204030204" pitchFamily="34" charset="0"/>
              </a:defRPr>
            </a:lvl5pPr>
            <a:lvl6pPr marL="2514600" indent="-228600" eaLnBrk="0" fontAlgn="base" hangingPunct="0">
              <a:spcBef>
                <a:spcPct val="30000"/>
              </a:spcBef>
              <a:spcAft>
                <a:spcPct val="0"/>
              </a:spcAft>
              <a:defRPr sz="900">
                <a:solidFill>
                  <a:schemeClr val="tx1"/>
                </a:solidFill>
                <a:latin typeface="Calibri" panose="020F0502020204030204" pitchFamily="34" charset="0"/>
              </a:defRPr>
            </a:lvl6pPr>
            <a:lvl7pPr marL="2971800" indent="-228600" eaLnBrk="0" fontAlgn="base" hangingPunct="0">
              <a:spcBef>
                <a:spcPct val="30000"/>
              </a:spcBef>
              <a:spcAft>
                <a:spcPct val="0"/>
              </a:spcAft>
              <a:defRPr sz="900">
                <a:solidFill>
                  <a:schemeClr val="tx1"/>
                </a:solidFill>
                <a:latin typeface="Calibri" panose="020F0502020204030204" pitchFamily="34" charset="0"/>
              </a:defRPr>
            </a:lvl7pPr>
            <a:lvl8pPr marL="3429000" indent="-228600" eaLnBrk="0" fontAlgn="base" hangingPunct="0">
              <a:spcBef>
                <a:spcPct val="30000"/>
              </a:spcBef>
              <a:spcAft>
                <a:spcPct val="0"/>
              </a:spcAft>
              <a:defRPr sz="900">
                <a:solidFill>
                  <a:schemeClr val="tx1"/>
                </a:solidFill>
                <a:latin typeface="Calibri" panose="020F0502020204030204" pitchFamily="34" charset="0"/>
              </a:defRPr>
            </a:lvl8pPr>
            <a:lvl9pPr marL="3886200" indent="-228600" eaLnBrk="0" fontAlgn="base" hangingPunct="0">
              <a:spcBef>
                <a:spcPct val="30000"/>
              </a:spcBef>
              <a:spcAft>
                <a:spcPct val="0"/>
              </a:spcAft>
              <a:defRPr sz="900">
                <a:solidFill>
                  <a:schemeClr val="tx1"/>
                </a:solidFill>
                <a:latin typeface="Calibri" panose="020F0502020204030204" pitchFamily="34" charset="0"/>
              </a:defRPr>
            </a:lvl9pPr>
          </a:lstStyle>
          <a:p>
            <a:pPr>
              <a:spcBef>
                <a:spcPct val="0"/>
              </a:spcBef>
            </a:pPr>
            <a:fld id="{BDE58529-2542-483F-BF29-8879DDE0C33A}" type="slidenum">
              <a:rPr lang="en-US" altLang="en-US" sz="1200"/>
              <a:pPr>
                <a:spcBef>
                  <a:spcPct val="0"/>
                </a:spcBef>
              </a:pPr>
              <a:t>28</a:t>
            </a:fld>
            <a:endParaRPr lang="en-US" altLang="en-US" sz="1200"/>
          </a:p>
        </p:txBody>
      </p:sp>
      <p:sp>
        <p:nvSpPr>
          <p:cNvPr id="38915" name="Rectangle 2">
            <a:extLst>
              <a:ext uri="{FF2B5EF4-FFF2-40B4-BE49-F238E27FC236}">
                <a16:creationId xmlns:a16="http://schemas.microsoft.com/office/drawing/2014/main" id="{D962EAE9-282F-987A-288D-3020C954CC4D}"/>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38916" name="Rectangle 3">
            <a:extLst>
              <a:ext uri="{FF2B5EF4-FFF2-40B4-BE49-F238E27FC236}">
                <a16:creationId xmlns:a16="http://schemas.microsoft.com/office/drawing/2014/main" id="{6290DEB3-803F-A7CE-689B-724714BE0025}"/>
              </a:ext>
            </a:extLst>
          </p:cNvPr>
          <p:cNvSpPr>
            <a:spLocks noGrp="1" noChangeArrowheads="1"/>
          </p:cNvSpPr>
          <p:nvPr>
            <p:ph type="body" idx="1"/>
          </p:nvPr>
        </p:nvSpPr>
        <p:spPr bwMode="auto">
          <a:solidFill>
            <a:srgbClr val="FFFFFF"/>
          </a:solidFill>
          <a:ln>
            <a:solidFill>
              <a:srgbClr val="000000"/>
            </a:solidFill>
            <a:miter lim="800000"/>
            <a:headEnd/>
            <a:tailEnd/>
          </a:ln>
        </p:spPr>
        <p:txBody>
          <a:bodyPr wrap="square" lIns="91311" tIns="45657" rIns="91311" bIns="45657" numCol="1" anchor="t" anchorCtr="0" compatLnSpc="1">
            <a:prstTxWarp prst="textNoShape">
              <a:avLst/>
            </a:prstTxWarp>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IN"/>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838200" y="6356350"/>
            <a:ext cx="2743200" cy="365125"/>
          </a:xfrm>
          <a:prstGeom prst="rect">
            <a:avLst/>
          </a:prstGeom>
        </p:spPr>
        <p:txBody>
          <a:bodyPr/>
          <a:lstStyle/>
          <a:p>
            <a:endParaRPr lang="en-IN"/>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IN"/>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838200" y="6356350"/>
            <a:ext cx="2743200" cy="365125"/>
          </a:xfrm>
          <a:prstGeom prst="rect">
            <a:avLst/>
          </a:prstGeom>
        </p:spPr>
        <p:txBody>
          <a:bodyPr/>
          <a:lstStyle/>
          <a:p>
            <a:endParaRPr lang="en-IN"/>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IN"/>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endParaRPr lang="en-IN"/>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IN"/>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IN"/>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IN"/>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lvl3pP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6FFC44-2A8C-4AF0-877A-052D3F7379B1}" type="slidenum">
              <a:rPr lang="en-IN" smtClean="0"/>
              <a:t>‹#›</a:t>
            </a:fld>
            <a:endParaRPr lang="en-IN"/>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6FFC44-2A8C-4AF0-877A-052D3F7379B1}" type="slidenum">
              <a:rPr lang="en-IN" smtClean="0"/>
              <a:t>‹#›</a:t>
            </a:fld>
            <a:endParaRPr lang="en-IN"/>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6FFC44-2A8C-4AF0-877A-052D3F7379B1}" type="slidenum">
              <a:rPr lang="en-IN" smtClean="0"/>
              <a:t>‹#›</a:t>
            </a:fld>
            <a:endParaRPr lang="en-IN"/>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6FFC44-2A8C-4AF0-877A-052D3F7379B1}" type="slidenum">
              <a:rPr lang="en-IN" smtClean="0"/>
              <a:t>‹#›</a:t>
            </a:fld>
            <a:endParaRPr lang="en-IN"/>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36FFC44-2A8C-4AF0-877A-052D3F7379B1}" type="slidenum">
              <a:rPr lang="en-IN" smtClean="0"/>
              <a:t>‹#›</a:t>
            </a:fld>
            <a:endParaRPr lang="en-IN"/>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36FFC44-2A8C-4AF0-877A-052D3F7379B1}" type="slidenum">
              <a:rPr lang="en-IN" smtClean="0"/>
              <a:t>‹#›</a:t>
            </a:fld>
            <a:endParaRPr lang="en-IN"/>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36FFC44-2A8C-4AF0-877A-052D3F7379B1}" type="slidenum">
              <a:rPr lang="en-IN" smtClean="0"/>
              <a:t>‹#›</a:t>
            </a:fld>
            <a:endParaRPr lang="en-IN"/>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6FFC44-2A8C-4AF0-877A-052D3F7379B1}" type="slidenum">
              <a:rPr lang="en-IN" smtClean="0"/>
              <a:t>‹#›</a:t>
            </a:fld>
            <a:endParaRPr lang="en-IN"/>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6FFC44-2A8C-4AF0-877A-052D3F7379B1}" type="slidenum">
              <a:rPr lang="en-IN" smtClean="0"/>
              <a:t>‹#›</a:t>
            </a:fld>
            <a:endParaRPr lang="en-IN"/>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6FFC44-2A8C-4AF0-877A-052D3F7379B1}" type="slidenum">
              <a:rPr lang="en-IN" smtClean="0"/>
              <a:t>‹#›</a:t>
            </a:fld>
            <a:endParaRPr lang="en-IN"/>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6FFC44-2A8C-4AF0-877A-052D3F7379B1}" type="slidenum">
              <a:rPr lang="en-IN" smtClean="0"/>
              <a:t>‹#›</a:t>
            </a:fld>
            <a:endParaRPr lang="en-IN"/>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A89A1-F17A-4D3D-AC08-D16056C16514}" type="datetimeFigureOut">
              <a:rPr lang="en-IN" smtClean="0"/>
              <a:t>16/01/26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IN"/>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838200" y="6356350"/>
            <a:ext cx="2743200" cy="365125"/>
          </a:xfrm>
          <a:prstGeom prst="rect">
            <a:avLst/>
          </a:prstGeom>
        </p:spPr>
        <p:txBody>
          <a:bodyPr/>
          <a:lstStyle/>
          <a:p>
            <a:endParaRPr lang="en-IN"/>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IN"/>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838200" y="6356350"/>
            <a:ext cx="2743200" cy="365125"/>
          </a:xfrm>
          <a:prstGeom prst="rect">
            <a:avLst/>
          </a:prstGeom>
        </p:spPr>
        <p:txBody>
          <a:bodyPr/>
          <a:lstStyle/>
          <a:p>
            <a:endParaRPr lang="en-IN"/>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IN"/>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endParaRPr lang="en-IN"/>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IN"/>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IN"/>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IN"/>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lvl3pP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theme" Target="../theme/theme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0.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theme" Target="../theme/theme4.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theme" Target="../theme/theme6.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7.xml"/><Relationship Id="rId1" Type="http://schemas.openxmlformats.org/officeDocument/2006/relationships/slideLayout" Target="../slideLayouts/slideLayout76.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4.xml"/><Relationship Id="rId13" Type="http://schemas.openxmlformats.org/officeDocument/2006/relationships/slideLayout" Target="../slideLayouts/slideLayout89.xml"/><Relationship Id="rId18" Type="http://schemas.openxmlformats.org/officeDocument/2006/relationships/slideLayout" Target="../slideLayouts/slideLayout94.xml"/><Relationship Id="rId3" Type="http://schemas.openxmlformats.org/officeDocument/2006/relationships/slideLayout" Target="../slideLayouts/slideLayout79.xml"/><Relationship Id="rId21" Type="http://schemas.openxmlformats.org/officeDocument/2006/relationships/theme" Target="../theme/theme8.xml"/><Relationship Id="rId7" Type="http://schemas.openxmlformats.org/officeDocument/2006/relationships/slideLayout" Target="../slideLayouts/slideLayout83.xml"/><Relationship Id="rId12" Type="http://schemas.openxmlformats.org/officeDocument/2006/relationships/slideLayout" Target="../slideLayouts/slideLayout88.xml"/><Relationship Id="rId17" Type="http://schemas.openxmlformats.org/officeDocument/2006/relationships/slideLayout" Target="../slideLayouts/slideLayout93.xml"/><Relationship Id="rId2" Type="http://schemas.openxmlformats.org/officeDocument/2006/relationships/slideLayout" Target="../slideLayouts/slideLayout78.xml"/><Relationship Id="rId16" Type="http://schemas.openxmlformats.org/officeDocument/2006/relationships/slideLayout" Target="../slideLayouts/slideLayout92.xml"/><Relationship Id="rId20" Type="http://schemas.openxmlformats.org/officeDocument/2006/relationships/slideLayout" Target="../slideLayouts/slideLayout96.xml"/><Relationship Id="rId1" Type="http://schemas.openxmlformats.org/officeDocument/2006/relationships/slideLayout" Target="../slideLayouts/slideLayout77.xml"/><Relationship Id="rId6" Type="http://schemas.openxmlformats.org/officeDocument/2006/relationships/slideLayout" Target="../slideLayouts/slideLayout82.xml"/><Relationship Id="rId11" Type="http://schemas.openxmlformats.org/officeDocument/2006/relationships/slideLayout" Target="../slideLayouts/slideLayout87.xml"/><Relationship Id="rId5" Type="http://schemas.openxmlformats.org/officeDocument/2006/relationships/slideLayout" Target="../slideLayouts/slideLayout81.xml"/><Relationship Id="rId15" Type="http://schemas.openxmlformats.org/officeDocument/2006/relationships/slideLayout" Target="../slideLayouts/slideLayout91.xml"/><Relationship Id="rId10" Type="http://schemas.openxmlformats.org/officeDocument/2006/relationships/slideLayout" Target="../slideLayouts/slideLayout86.xml"/><Relationship Id="rId19" Type="http://schemas.openxmlformats.org/officeDocument/2006/relationships/slideLayout" Target="../slideLayouts/slideLayout95.xml"/><Relationship Id="rId4" Type="http://schemas.openxmlformats.org/officeDocument/2006/relationships/slideLayout" Target="../slideLayouts/slideLayout80.xml"/><Relationship Id="rId9" Type="http://schemas.openxmlformats.org/officeDocument/2006/relationships/slideLayout" Target="../slideLayouts/slideLayout85.xml"/><Relationship Id="rId14" Type="http://schemas.openxmlformats.org/officeDocument/2006/relationships/slideLayout" Target="../slideLayouts/slideLayout90.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597EA4-FCA4-4C6E-9D55-68B0594DB3D1}"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1D1DFA-AB87-4F1F-B081-FA61E365E42F}"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12192000" cy="141402"/>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userDrawn="1"/>
        </p:nvSpPr>
        <p:spPr>
          <a:xfrm>
            <a:off x="-7859" y="1104506"/>
            <a:ext cx="12192000" cy="45719"/>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userDrawn="1"/>
        </p:nvSpPr>
        <p:spPr>
          <a:xfrm>
            <a:off x="-6291" y="6713455"/>
            <a:ext cx="3985970" cy="141402"/>
          </a:xfrm>
          <a:prstGeom prst="rect">
            <a:avLst/>
          </a:prstGeom>
          <a:solidFill>
            <a:srgbClr val="FF0000"/>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userDrawn="1"/>
        </p:nvSpPr>
        <p:spPr>
          <a:xfrm>
            <a:off x="3970252" y="6713455"/>
            <a:ext cx="8221748" cy="141402"/>
          </a:xfrm>
          <a:prstGeom prst="rect">
            <a:avLst/>
          </a:prstGeom>
          <a:solidFill>
            <a:schemeClr val="accent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6" name="Picture 15"/>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9780240" y="141402"/>
            <a:ext cx="2411760" cy="346691"/>
          </a:xfrm>
          <a:prstGeom prst="rect">
            <a:avLst/>
          </a:prstGeom>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597EA4-FCA4-4C6E-9D55-68B0594DB3D1}"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1D1DFA-AB87-4F1F-B081-FA61E365E42F}"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6FFC44-2A8C-4AF0-877A-052D3F7379B1}"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141402"/>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p:cNvSpPr/>
          <p:nvPr userDrawn="1"/>
        </p:nvSpPr>
        <p:spPr>
          <a:xfrm>
            <a:off x="-6291" y="6713455"/>
            <a:ext cx="3985970" cy="141402"/>
          </a:xfrm>
          <a:prstGeom prst="rect">
            <a:avLst/>
          </a:prstGeom>
          <a:solidFill>
            <a:srgbClr val="FF0000"/>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userDrawn="1"/>
        </p:nvSpPr>
        <p:spPr>
          <a:xfrm>
            <a:off x="3970252" y="6713455"/>
            <a:ext cx="8221748" cy="141402"/>
          </a:xfrm>
          <a:prstGeom prst="rect">
            <a:avLst/>
          </a:prstGeom>
          <a:solidFill>
            <a:schemeClr val="accent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564900" y="480216"/>
            <a:ext cx="5389768" cy="707566"/>
          </a:xfrm>
          <a:prstGeom prst="rect">
            <a:avLst/>
          </a:prstGeom>
        </p:spPr>
      </p:pic>
      <p:cxnSp>
        <p:nvCxnSpPr>
          <p:cNvPr id="2" name="Straight Connector 1"/>
          <p:cNvCxnSpPr/>
          <p:nvPr userDrawn="1"/>
        </p:nvCxnSpPr>
        <p:spPr>
          <a:xfrm>
            <a:off x="3638746" y="1391548"/>
            <a:ext cx="5315922"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p:cNvSpPr txBox="1"/>
          <p:nvPr userDrawn="1"/>
        </p:nvSpPr>
        <p:spPr>
          <a:xfrm>
            <a:off x="1752349" y="5811459"/>
            <a:ext cx="8856984" cy="830997"/>
          </a:xfrm>
          <a:prstGeom prst="rect">
            <a:avLst/>
          </a:prstGeom>
          <a:noFill/>
        </p:spPr>
        <p:txBody>
          <a:bodyPr wrap="square" rtlCol="0">
            <a:spAutoFit/>
          </a:bodyPr>
          <a:lstStyle/>
          <a:p>
            <a:pPr lvl="0" algn="ctr">
              <a:buSzPct val="25000"/>
            </a:pPr>
            <a:r>
              <a:rPr lang="en-US" sz="2400" b="1">
                <a:solidFill>
                  <a:srgbClr val="C00000"/>
                </a:solidFill>
                <a:cs typeface="Times New Roman" panose="02020603050405020304" pitchFamily="18" charset="0"/>
                <a:sym typeface="Arial" panose="020B0604020202020204"/>
              </a:rPr>
              <a:t>School of Engineering &amp; Technology</a:t>
            </a:r>
          </a:p>
          <a:p>
            <a:pPr lvl="0" algn="ctr">
              <a:buSzPct val="25000"/>
            </a:pPr>
            <a:r>
              <a:rPr lang="en-US" sz="2400" b="1">
                <a:solidFill>
                  <a:srgbClr val="C00000"/>
                </a:solidFill>
                <a:cs typeface="Times New Roman" panose="02020603050405020304" pitchFamily="18" charset="0"/>
                <a:sym typeface="Arial" panose="020B0604020202020204"/>
              </a:rPr>
              <a:t>K.R. Mangalam University, Gurugram (Haryana)</a:t>
            </a:r>
            <a:endParaRPr lang="en-IN" sz="2400" b="1">
              <a:solidFill>
                <a:srgbClr val="C00000"/>
              </a:solidFill>
              <a:cs typeface="Times New Roman" panose="02020603050405020304" pitchFamily="18" charset="0"/>
              <a:sym typeface="Arial" panose="020B0604020202020204"/>
            </a:endParaRPr>
          </a:p>
        </p:txBody>
      </p:sp>
    </p:spTree>
  </p:cSld>
  <p:clrMap bg1="lt1" tx1="dk1" bg2="lt2" tx2="dk2" accent1="accent1" accent2="accent2" accent3="accent3" accent4="accent4" accent5="accent5" accent6="accent6" hlink="hlink" folHlink="folHlink"/>
  <p:sldLayoutIdLst>
    <p:sldLayoutId id="214748373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12192000" cy="141402"/>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userDrawn="1"/>
        </p:nvSpPr>
        <p:spPr>
          <a:xfrm>
            <a:off x="-7859" y="1104506"/>
            <a:ext cx="12192000" cy="45719"/>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userDrawn="1"/>
        </p:nvSpPr>
        <p:spPr>
          <a:xfrm>
            <a:off x="-6291" y="6713455"/>
            <a:ext cx="3985970" cy="141402"/>
          </a:xfrm>
          <a:prstGeom prst="rect">
            <a:avLst/>
          </a:prstGeom>
          <a:solidFill>
            <a:srgbClr val="FF0000"/>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userDrawn="1"/>
        </p:nvSpPr>
        <p:spPr>
          <a:xfrm>
            <a:off x="3970252" y="6713455"/>
            <a:ext cx="8221748" cy="141402"/>
          </a:xfrm>
          <a:prstGeom prst="rect">
            <a:avLst/>
          </a:prstGeom>
          <a:solidFill>
            <a:schemeClr val="accent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6" name="Picture 15"/>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9780240" y="141402"/>
            <a:ext cx="2411760" cy="346691"/>
          </a:xfrm>
          <a:prstGeom prst="rect">
            <a:avLst/>
          </a:prstGeom>
        </p:spPr>
      </p:pic>
    </p:spTree>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 id="2147483751" r:id="rId18"/>
    <p:sldLayoutId id="2147483752" r:id="rId19"/>
    <p:sldLayoutId id="2147483753"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8.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8.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8.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8.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78.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78.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7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en.wikipedia.org/wiki/P_(complexity)" TargetMode="External"/><Relationship Id="rId1" Type="http://schemas.openxmlformats.org/officeDocument/2006/relationships/slideLayout" Target="../slideLayouts/slideLayout77.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3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78.xml"/></Relationships>
</file>

<file path=ppt/slides/_rels/slide36.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78.xml"/></Relationships>
</file>

<file path=ppt/slides/_rels/slide37.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78.xml"/></Relationships>
</file>

<file path=ppt/slides/_rels/slide38.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7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48.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78.xml"/></Relationships>
</file>

<file path=ppt/slides/_rels/slide49.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7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52.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slideLayout" Target="../slideLayouts/slideLayout78.xml"/></Relationships>
</file>

<file path=ppt/slides/_rels/slide53.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7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719580" y="1701165"/>
            <a:ext cx="9444990" cy="628015"/>
          </a:xfrm>
          <a:prstGeom prst="rect">
            <a:avLst/>
          </a:prstGeom>
          <a:noFill/>
        </p:spPr>
        <p:txBody>
          <a:bodyPr wrap="square" lIns="91440" tIns="45720" rIns="91440" bIns="45720" rtlCol="0" anchor="t">
            <a:noAutofit/>
          </a:bodyPr>
          <a:lstStyle/>
          <a:p>
            <a:pPr algn="ctr">
              <a:lnSpc>
                <a:spcPct val="100000"/>
              </a:lnSpc>
            </a:pPr>
            <a:r>
              <a:rPr lang="en-IN" altLang="en-US" sz="3600" b="1" spc="-1" dirty="0">
                <a:solidFill>
                  <a:srgbClr val="000000"/>
                </a:solidFill>
                <a:latin typeface="Arial" panose="020B0604020202020204"/>
                <a:ea typeface="DejaVu Sans"/>
                <a:sym typeface="+mn-ea"/>
              </a:rPr>
              <a:t>Course: </a:t>
            </a:r>
            <a:r>
              <a:rPr lang="en-US" sz="3600" b="1" spc="-1" dirty="0">
                <a:solidFill>
                  <a:srgbClr val="000000"/>
                </a:solidFill>
                <a:latin typeface="Arial" panose="020B0604020202020204"/>
                <a:ea typeface="DejaVu Sans"/>
                <a:sym typeface="+mn-ea"/>
              </a:rPr>
              <a:t>Data Structure</a:t>
            </a:r>
            <a:endParaRPr lang="en-US" sz="3600" b="1" strike="noStrike" spc="-1" dirty="0">
              <a:solidFill>
                <a:srgbClr val="000000"/>
              </a:solidFill>
              <a:latin typeface="Arial" panose="020B0604020202020204"/>
              <a:ea typeface="DejaVu Sans"/>
            </a:endParaRPr>
          </a:p>
          <a:p>
            <a:pPr algn="ctr"/>
            <a:endParaRPr lang="en-IN" altLang="en-US" sz="2400" kern="100" dirty="0">
              <a:latin typeface="Times New Roman" panose="02020603050405020304" pitchFamily="18" charset="0"/>
              <a:ea typeface="Times New Roman" panose="02020603050405020304" pitchFamily="18" charset="0"/>
              <a:cs typeface="Times New Roman" panose="02020603050405020304" pitchFamily="18" charset="0"/>
              <a:sym typeface="Arial" panose="020B0604020202020204"/>
            </a:endParaRPr>
          </a:p>
          <a:p>
            <a:pPr algn="ctr"/>
            <a:r>
              <a:rPr lang="en-IN" altLang="en-US" sz="2400" kern="100" dirty="0">
                <a:latin typeface="Times New Roman" panose="02020603050405020304" pitchFamily="18" charset="0"/>
                <a:ea typeface="Times New Roman" panose="02020603050405020304" pitchFamily="18" charset="0"/>
                <a:cs typeface="Times New Roman" panose="02020603050405020304" pitchFamily="18" charset="0"/>
                <a:sym typeface="Arial" panose="020B0604020202020204"/>
              </a:rPr>
              <a:t>(</a:t>
            </a:r>
            <a:r>
              <a:rPr lang="en-US" sz="2400" kern="100" dirty="0">
                <a:latin typeface="Times New Roman" panose="02020603050405020304" pitchFamily="18" charset="0"/>
                <a:ea typeface="Times New Roman" panose="02020603050405020304" pitchFamily="18" charset="0"/>
                <a:cs typeface="Times New Roman" panose="02020603050405020304" pitchFamily="18" charset="0"/>
                <a:sym typeface="Arial" panose="020B0604020202020204"/>
              </a:rPr>
              <a:t>Course Code : </a:t>
            </a:r>
            <a:r>
              <a:rPr lang="en-US" sz="2400" dirty="0">
                <a:latin typeface="Times New Roman" panose="02020603050405020304" pitchFamily="18" charset="0"/>
                <a:cs typeface="Times New Roman" panose="02020603050405020304" pitchFamily="18" charset="0"/>
              </a:rPr>
              <a:t>ETCCDS202</a:t>
            </a:r>
            <a:r>
              <a:rPr lang="en-IN" altLang="en-US" sz="2400" kern="100" dirty="0">
                <a:latin typeface="Times New Roman" panose="02020603050405020304" pitchFamily="18" charset="0"/>
                <a:ea typeface="Times New Roman" panose="02020603050405020304" pitchFamily="18" charset="0"/>
                <a:cs typeface="Times New Roman" panose="02020603050405020304" pitchFamily="18" charset="0"/>
                <a:sym typeface="Arial" panose="020B0604020202020204"/>
              </a:rPr>
              <a:t>)</a:t>
            </a:r>
          </a:p>
          <a:p>
            <a:pPr algn="ctr"/>
            <a:endParaRPr lang="en-IN" altLang="en-US" sz="2400" kern="100" dirty="0">
              <a:ea typeface="Times New Roman" panose="02020603050405020304" pitchFamily="18" charset="0"/>
              <a:cs typeface="Times New Roman" panose="02020603050405020304" pitchFamily="18" charset="0"/>
            </a:endParaRPr>
          </a:p>
        </p:txBody>
      </p:sp>
      <p:sp>
        <p:nvSpPr>
          <p:cNvPr id="6" name="Text Box 5"/>
          <p:cNvSpPr txBox="1"/>
          <p:nvPr/>
        </p:nvSpPr>
        <p:spPr>
          <a:xfrm>
            <a:off x="3911237" y="3429000"/>
            <a:ext cx="5314406" cy="461665"/>
          </a:xfrm>
          <a:prstGeom prst="rect">
            <a:avLst/>
          </a:prstGeom>
          <a:noFill/>
        </p:spPr>
        <p:txBody>
          <a:bodyPr wrap="square" lIns="91440" tIns="45720" rIns="91440" bIns="45720" rtlCol="0" anchor="t">
            <a:spAutoFit/>
          </a:bodyPr>
          <a:lstStyle/>
          <a:p>
            <a:r>
              <a:rPr lang="en-IN" altLang="en-US" sz="2400" b="1" dirty="0"/>
              <a:t>UNIT-1: </a:t>
            </a:r>
            <a:r>
              <a:rPr lang="en-US" altLang="en-US" sz="2400" b="1" dirty="0"/>
              <a:t>Foundations of Data Structures</a:t>
            </a:r>
          </a:p>
        </p:txBody>
      </p:sp>
      <p:sp>
        <p:nvSpPr>
          <p:cNvPr id="3" name="TextBox 2">
            <a:extLst>
              <a:ext uri="{FF2B5EF4-FFF2-40B4-BE49-F238E27FC236}">
                <a16:creationId xmlns:a16="http://schemas.microsoft.com/office/drawing/2014/main" id="{0D1FD445-F368-0DE6-8C6C-2E2BE335879E}"/>
              </a:ext>
            </a:extLst>
          </p:cNvPr>
          <p:cNvSpPr txBox="1"/>
          <p:nvPr/>
        </p:nvSpPr>
        <p:spPr>
          <a:xfrm>
            <a:off x="3911237" y="4205655"/>
            <a:ext cx="4697184" cy="646331"/>
          </a:xfrm>
          <a:prstGeom prst="rect">
            <a:avLst/>
          </a:prstGeom>
          <a:noFill/>
        </p:spPr>
        <p:txBody>
          <a:bodyPr wrap="square">
            <a:spAutoFit/>
          </a:bodyPr>
          <a:lstStyle/>
          <a:p>
            <a:pPr algn="ctr"/>
            <a:endParaRPr lang="en-US" sz="1800" b="1" dirty="0">
              <a:solidFill>
                <a:srgbClr val="FF0000"/>
              </a:solidFill>
              <a:latin typeface="Times New Roman" panose="02020603050405020304" pitchFamily="18" charset="0"/>
              <a:cs typeface="Times New Roman" panose="02020603050405020304" pitchFamily="18" charset="0"/>
            </a:endParaRPr>
          </a:p>
          <a:p>
            <a:pPr algn="ctr"/>
            <a:r>
              <a:rPr lang="en-US" sz="1800" b="1" dirty="0">
                <a:solidFill>
                  <a:srgbClr val="FF0000"/>
                </a:solidFill>
                <a:latin typeface="Times New Roman" panose="02020603050405020304" pitchFamily="18" charset="0"/>
                <a:cs typeface="Times New Roman" panose="02020603050405020304" pitchFamily="18" charset="0"/>
              </a:rPr>
              <a:t>Dr. Shahjad, Mr. Deepak, Neetu Ma’am</a:t>
            </a:r>
            <a:r>
              <a:rPr lang="en-US" sz="1800" dirty="0">
                <a:solidFill>
                  <a:srgbClr val="FF0000"/>
                </a:solidFill>
                <a:latin typeface="Times New Roman" panose="02020603050405020304" pitchFamily="18" charset="0"/>
                <a:ea typeface="Calibri"/>
                <a:cs typeface="Times New Roman" panose="02020603050405020304" pitchFamily="18" charset="0"/>
              </a:rPr>
              <a:t>​</a:t>
            </a:r>
            <a:endParaRPr lang="en-US" sz="18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645228"/>
            <a:ext cx="10515600" cy="2959599"/>
          </a:xfrm>
        </p:spPr>
        <p:txBody>
          <a:bodyPr lIns="91440" tIns="45720" rIns="91440" bIns="45720" anchor="t"/>
          <a:lstStyle/>
          <a:p>
            <a:pPr marL="0" indent="0" algn="ctr">
              <a:lnSpc>
                <a:spcPct val="100000"/>
              </a:lnSpc>
              <a:buNone/>
            </a:pPr>
            <a:r>
              <a:rPr lang="en-US" sz="3600" b="1" dirty="0">
                <a:latin typeface="Times New Roman" panose="02020603050405020304" pitchFamily="18" charset="0"/>
                <a:cs typeface="Times New Roman" panose="02020603050405020304" pitchFamily="18" charset="0"/>
                <a:sym typeface="+mn-ea"/>
              </a:rPr>
              <a:t>Session 3: </a:t>
            </a:r>
            <a:endParaRPr lang="en-US" altLang="en-US" sz="3600" spc="-1" dirty="0">
              <a:latin typeface="Times New Roman" panose="02020603050405020304" pitchFamily="18" charset="0"/>
              <a:ea typeface="Calibri"/>
              <a:cs typeface="Times New Roman" panose="02020603050405020304" pitchFamily="18" charset="0"/>
            </a:endParaRPr>
          </a:p>
          <a:p>
            <a:pPr marL="0" indent="0" algn="ctr">
              <a:lnSpc>
                <a:spcPct val="100000"/>
              </a:lnSpc>
              <a:buNone/>
            </a:pPr>
            <a:r>
              <a:rPr lang="en-IN" dirty="0"/>
              <a:t>Time &amp; Space Complexity (Big-O, Θ, Ω)</a:t>
            </a:r>
            <a:endParaRPr lang="en-US" sz="3600" dirty="0">
              <a:latin typeface="Times New Roman" panose="02020603050405020304" pitchFamily="18" charset="0"/>
              <a:ea typeface="Calibri"/>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lgn="r"/>
            <a:fld id="{D71FD8C8-41C9-41B6-93E2-6EAF5FC3CBF2}" type="slidenum">
              <a:rPr lang="en-IN" smtClean="0"/>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altLang="en-US" dirty="0">
                <a:solidFill>
                  <a:srgbClr val="FF0000"/>
                </a:solidFill>
              </a:rPr>
              <a:t>Recap</a:t>
            </a:r>
            <a:endParaRPr lang="en-US" altLang="en-US" dirty="0">
              <a:solidFill>
                <a:srgbClr val="FF0000"/>
              </a:solidFill>
              <a:ea typeface="Calibri Light"/>
              <a:cs typeface="Calibri Light"/>
            </a:endParaRPr>
          </a:p>
        </p:txBody>
      </p:sp>
      <p:sp>
        <p:nvSpPr>
          <p:cNvPr id="3" name="Content Placeholder 2"/>
          <p:cNvSpPr>
            <a:spLocks noGrp="1"/>
          </p:cNvSpPr>
          <p:nvPr>
            <p:ph idx="1"/>
          </p:nvPr>
        </p:nvSpPr>
        <p:spPr>
          <a:xfrm>
            <a:off x="838200" y="1571625"/>
            <a:ext cx="10515600" cy="4351338"/>
          </a:xfrm>
        </p:spPr>
        <p:txBody>
          <a:bodyPr lIns="91440" tIns="45720" rIns="91440" bIns="45720" anchor="t"/>
          <a:lstStyle/>
          <a:p>
            <a:pPr marL="0" indent="0" algn="just">
              <a:lnSpc>
                <a:spcPct val="100000"/>
              </a:lnSpc>
              <a:buNone/>
            </a:pPr>
            <a:r>
              <a:rPr lang="en-US" altLang="en-US" sz="3200" b="1" dirty="0">
                <a:latin typeface="Times New Roman" panose="02020603050405020304" pitchFamily="18" charset="0"/>
                <a:cs typeface="Times New Roman" panose="02020603050405020304" pitchFamily="18" charset="0"/>
              </a:rPr>
              <a:t>Quick Recap</a:t>
            </a:r>
            <a:endParaRPr lang="en-US" sz="3200" b="1" dirty="0">
              <a:latin typeface="Times New Roman" panose="02020603050405020304" pitchFamily="18" charset="0"/>
              <a:ea typeface="Calibri"/>
              <a:cs typeface="Times New Roman" panose="02020603050405020304" pitchFamily="18" charset="0"/>
            </a:endParaRPr>
          </a:p>
          <a:p>
            <a:pPr lvl="1" algn="just">
              <a:lnSpc>
                <a:spcPct val="150000"/>
              </a:lnSpc>
              <a:buClr>
                <a:srgbClr val="7030A0"/>
              </a:buClr>
              <a:buFont typeface="Wingdings" panose="05000000000000000000" pitchFamily="2" charset="2"/>
              <a:buChar char="v"/>
            </a:pPr>
            <a:r>
              <a:rPr lang="en-US" altLang="en-US" sz="2800" dirty="0">
                <a:latin typeface="Times New Roman" panose="02020603050405020304" pitchFamily="18" charset="0"/>
                <a:ea typeface="Calibri"/>
                <a:cs typeface="Times New Roman" panose="02020603050405020304" pitchFamily="18" charset="0"/>
              </a:rPr>
              <a:t>What is data? </a:t>
            </a:r>
          </a:p>
          <a:p>
            <a:pPr lvl="1" algn="just">
              <a:lnSpc>
                <a:spcPct val="150000"/>
              </a:lnSpc>
              <a:buClr>
                <a:srgbClr val="7030A0"/>
              </a:buClr>
              <a:buFont typeface="Wingdings" panose="05000000000000000000" pitchFamily="2" charset="2"/>
              <a:buChar char="v"/>
            </a:pPr>
            <a:r>
              <a:rPr lang="en-US" altLang="en-US" sz="2800" dirty="0">
                <a:latin typeface="Times New Roman" panose="02020603050405020304" pitchFamily="18" charset="0"/>
                <a:ea typeface="Calibri"/>
                <a:cs typeface="Times New Roman" panose="02020603050405020304" pitchFamily="18" charset="0"/>
              </a:rPr>
              <a:t>Give one example. </a:t>
            </a:r>
          </a:p>
          <a:p>
            <a:pPr lvl="1" algn="just">
              <a:lnSpc>
                <a:spcPct val="150000"/>
              </a:lnSpc>
              <a:buClr>
                <a:srgbClr val="7030A0"/>
              </a:buClr>
              <a:buFont typeface="Wingdings" panose="05000000000000000000" pitchFamily="2" charset="2"/>
              <a:buChar char="v"/>
            </a:pPr>
            <a:r>
              <a:rPr lang="en-US" altLang="en-US" sz="2800" dirty="0">
                <a:latin typeface="Times New Roman" panose="02020603050405020304" pitchFamily="18" charset="0"/>
                <a:ea typeface="Calibri"/>
                <a:cs typeface="Times New Roman" panose="02020603050405020304" pitchFamily="18" charset="0"/>
              </a:rPr>
              <a:t>What is the difference between data and information? </a:t>
            </a:r>
          </a:p>
          <a:p>
            <a:pPr lvl="1" algn="just">
              <a:lnSpc>
                <a:spcPct val="150000"/>
              </a:lnSpc>
              <a:buClr>
                <a:srgbClr val="7030A0"/>
              </a:buClr>
              <a:buFont typeface="Wingdings" panose="05000000000000000000" pitchFamily="2" charset="2"/>
              <a:buChar char="v"/>
            </a:pPr>
            <a:r>
              <a:rPr lang="en-US" altLang="en-US" sz="2800" dirty="0">
                <a:latin typeface="Times New Roman" panose="02020603050405020304" pitchFamily="18" charset="0"/>
                <a:ea typeface="Calibri"/>
                <a:cs typeface="Times New Roman" panose="02020603050405020304" pitchFamily="18" charset="0"/>
              </a:rPr>
              <a:t>Why do we need data structures in programs? </a:t>
            </a:r>
          </a:p>
          <a:p>
            <a:pPr lvl="1" algn="just">
              <a:lnSpc>
                <a:spcPct val="150000"/>
              </a:lnSpc>
              <a:buClr>
                <a:srgbClr val="7030A0"/>
              </a:buClr>
              <a:buFont typeface="Wingdings" panose="05000000000000000000" pitchFamily="2" charset="2"/>
              <a:buChar char="v"/>
            </a:pPr>
            <a:r>
              <a:rPr lang="en-US" altLang="en-US" sz="2800" dirty="0">
                <a:latin typeface="Times New Roman" panose="02020603050405020304" pitchFamily="18" charset="0"/>
                <a:ea typeface="Calibri"/>
                <a:cs typeface="Times New Roman" panose="02020603050405020304" pitchFamily="18" charset="0"/>
              </a:rPr>
              <a:t>What problems occur if data is stored randomly?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B7CFA-8A7E-6135-FED3-E39847F820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D8194D-61F4-8367-C958-3050958D79E8}"/>
              </a:ext>
            </a:extLst>
          </p:cNvPr>
          <p:cNvSpPr>
            <a:spLocks noGrp="1"/>
          </p:cNvSpPr>
          <p:nvPr>
            <p:ph type="title"/>
          </p:nvPr>
        </p:nvSpPr>
        <p:spPr/>
        <p:txBody>
          <a:bodyPr lIns="91440" tIns="45720" rIns="91440" bIns="45720" anchor="t"/>
          <a:lstStyle/>
          <a:p>
            <a:r>
              <a:rPr lang="en-IN" altLang="en-US" dirty="0">
                <a:solidFill>
                  <a:srgbClr val="FF0000"/>
                </a:solidFill>
              </a:rPr>
              <a:t>Session 3: </a:t>
            </a:r>
            <a:r>
              <a:rPr lang="en-US" altLang="en-US" dirty="0">
                <a:solidFill>
                  <a:srgbClr val="FF0000"/>
                </a:solidFill>
              </a:rPr>
              <a:t>Learning Objectives</a:t>
            </a:r>
            <a:endParaRPr lang="en-US" altLang="en-US" dirty="0">
              <a:solidFill>
                <a:srgbClr val="FF0000"/>
              </a:solidFill>
              <a:ea typeface="Calibri Light"/>
              <a:cs typeface="Calibri Light"/>
            </a:endParaRPr>
          </a:p>
        </p:txBody>
      </p:sp>
      <p:sp>
        <p:nvSpPr>
          <p:cNvPr id="3" name="Content Placeholder 2">
            <a:extLst>
              <a:ext uri="{FF2B5EF4-FFF2-40B4-BE49-F238E27FC236}">
                <a16:creationId xmlns:a16="http://schemas.microsoft.com/office/drawing/2014/main" id="{25FDD32C-ADFA-2F0B-EB8A-B8B9EDAAFCE8}"/>
              </a:ext>
            </a:extLst>
          </p:cNvPr>
          <p:cNvSpPr>
            <a:spLocks noGrp="1"/>
          </p:cNvSpPr>
          <p:nvPr>
            <p:ph idx="1"/>
          </p:nvPr>
        </p:nvSpPr>
        <p:spPr>
          <a:xfrm>
            <a:off x="838200" y="1571625"/>
            <a:ext cx="10515600" cy="4351338"/>
          </a:xfrm>
        </p:spPr>
        <p:txBody>
          <a:bodyPr lIns="91440" tIns="45720" rIns="91440" bIns="45720" anchor="t"/>
          <a:lstStyle/>
          <a:p>
            <a:pPr marL="0" indent="0" algn="just">
              <a:lnSpc>
                <a:spcPct val="100000"/>
              </a:lnSpc>
              <a:buNone/>
            </a:pPr>
            <a:r>
              <a:rPr lang="en-US" altLang="en-US" sz="3200" b="1" dirty="0">
                <a:latin typeface="Times New Roman" panose="02020603050405020304" pitchFamily="18" charset="0"/>
                <a:cs typeface="Times New Roman" panose="02020603050405020304" pitchFamily="18" charset="0"/>
              </a:rPr>
              <a:t>By the end of this session, will be able to:</a:t>
            </a:r>
            <a:endParaRPr lang="en-US" sz="3200" b="1" dirty="0">
              <a:latin typeface="Times New Roman" panose="02020603050405020304" pitchFamily="18" charset="0"/>
              <a:ea typeface="Calibri"/>
              <a:cs typeface="Times New Roman" panose="02020603050405020304" pitchFamily="18" charset="0"/>
            </a:endParaRPr>
          </a:p>
          <a:p>
            <a:pPr marL="914400" indent="-457200" algn="just">
              <a:lnSpc>
                <a:spcPct val="150000"/>
              </a:lnSpc>
              <a:spcBef>
                <a:spcPts val="500"/>
              </a:spcBef>
              <a:buClr>
                <a:srgbClr val="7030A0"/>
              </a:buClr>
              <a:buFont typeface="Wingdings" panose="05000000000000000000" pitchFamily="2" charset="2"/>
              <a:buChar char="v"/>
            </a:pPr>
            <a:r>
              <a:rPr lang="en-US" dirty="0">
                <a:latin typeface="Times New Roman" panose="02020603050405020304" pitchFamily="18" charset="0"/>
                <a:ea typeface="+mn-lt"/>
                <a:cs typeface="Times New Roman" panose="02020603050405020304" pitchFamily="18" charset="0"/>
              </a:rPr>
              <a:t>Define and understand algorithms</a:t>
            </a:r>
          </a:p>
          <a:p>
            <a:pPr marL="914400" indent="-457200" algn="just">
              <a:lnSpc>
                <a:spcPct val="150000"/>
              </a:lnSpc>
              <a:spcBef>
                <a:spcPts val="500"/>
              </a:spcBef>
              <a:buClr>
                <a:srgbClr val="7030A0"/>
              </a:buClr>
              <a:buFont typeface="Wingdings" panose="05000000000000000000" pitchFamily="2" charset="2"/>
              <a:buChar char="v"/>
            </a:pPr>
            <a:r>
              <a:rPr lang="en-US" dirty="0">
                <a:latin typeface="Times New Roman" panose="02020603050405020304" pitchFamily="18" charset="0"/>
                <a:ea typeface="+mn-lt"/>
                <a:cs typeface="Times New Roman" panose="02020603050405020304" pitchFamily="18" charset="0"/>
              </a:rPr>
              <a:t>Identify</a:t>
            </a:r>
            <a:r>
              <a:rPr lang="en-US" sz="2800" dirty="0">
                <a:latin typeface="Times New Roman" panose="02020603050405020304" pitchFamily="18" charset="0"/>
                <a:ea typeface="+mn-lt"/>
                <a:cs typeface="Times New Roman" panose="02020603050405020304" pitchFamily="18" charset="0"/>
              </a:rPr>
              <a:t> key algorithm </a:t>
            </a:r>
            <a:r>
              <a:rPr lang="en-US" dirty="0">
                <a:latin typeface="Times New Roman" panose="02020603050405020304" pitchFamily="18" charset="0"/>
                <a:ea typeface="+mn-lt"/>
                <a:cs typeface="Times New Roman" panose="02020603050405020304" pitchFamily="18" charset="0"/>
              </a:rPr>
              <a:t>properties</a:t>
            </a:r>
          </a:p>
          <a:p>
            <a:pPr marL="914400" indent="-457200" algn="just">
              <a:lnSpc>
                <a:spcPct val="150000"/>
              </a:lnSpc>
              <a:spcBef>
                <a:spcPts val="500"/>
              </a:spcBef>
              <a:buClr>
                <a:srgbClr val="7030A0"/>
              </a:buClr>
              <a:buFont typeface="Wingdings" panose="05000000000000000000" pitchFamily="2" charset="2"/>
              <a:buChar char="v"/>
            </a:pPr>
            <a:r>
              <a:rPr lang="en-US" dirty="0">
                <a:latin typeface="Times New Roman" panose="02020603050405020304" pitchFamily="18" charset="0"/>
                <a:ea typeface="+mn-lt"/>
                <a:cs typeface="Times New Roman" panose="02020603050405020304" pitchFamily="18" charset="0"/>
              </a:rPr>
              <a:t>Describe</a:t>
            </a:r>
            <a:r>
              <a:rPr lang="en-US" sz="2800" dirty="0">
                <a:latin typeface="Times New Roman" panose="02020603050405020304" pitchFamily="18" charset="0"/>
                <a:ea typeface="+mn-lt"/>
                <a:cs typeface="Times New Roman" panose="02020603050405020304" pitchFamily="18" charset="0"/>
              </a:rPr>
              <a:t> steps in algorithm </a:t>
            </a:r>
            <a:r>
              <a:rPr lang="en-US" dirty="0">
                <a:latin typeface="Times New Roman" panose="02020603050405020304" pitchFamily="18" charset="0"/>
                <a:ea typeface="+mn-lt"/>
                <a:cs typeface="Times New Roman" panose="02020603050405020304" pitchFamily="18" charset="0"/>
              </a:rPr>
              <a:t>development</a:t>
            </a:r>
          </a:p>
          <a:p>
            <a:pPr marL="914400" indent="-457200" algn="just">
              <a:lnSpc>
                <a:spcPct val="150000"/>
              </a:lnSpc>
              <a:spcBef>
                <a:spcPts val="500"/>
              </a:spcBef>
              <a:buClr>
                <a:srgbClr val="7030A0"/>
              </a:buClr>
              <a:buFont typeface="Wingdings" panose="05000000000000000000" pitchFamily="2" charset="2"/>
              <a:buChar char="v"/>
            </a:pPr>
            <a:r>
              <a:rPr lang="en-US" dirty="0">
                <a:latin typeface="Times New Roman" panose="02020603050405020304" pitchFamily="18" charset="0"/>
                <a:ea typeface="+mn-lt"/>
                <a:cs typeface="Times New Roman" panose="02020603050405020304" pitchFamily="18" charset="0"/>
              </a:rPr>
              <a:t>Analyze</a:t>
            </a:r>
            <a:r>
              <a:rPr lang="en-US" sz="2800" dirty="0">
                <a:latin typeface="Times New Roman" panose="02020603050405020304" pitchFamily="18" charset="0"/>
                <a:ea typeface="+mn-lt"/>
                <a:cs typeface="Times New Roman" panose="02020603050405020304" pitchFamily="18" charset="0"/>
              </a:rPr>
              <a:t> time and space </a:t>
            </a:r>
            <a:r>
              <a:rPr lang="en-US" dirty="0">
                <a:latin typeface="Times New Roman" panose="02020603050405020304" pitchFamily="18" charset="0"/>
                <a:ea typeface="+mn-lt"/>
                <a:cs typeface="Times New Roman" panose="02020603050405020304" pitchFamily="18" charset="0"/>
              </a:rPr>
              <a:t>complexity</a:t>
            </a:r>
          </a:p>
          <a:p>
            <a:pPr marL="914400" indent="-457200" algn="just">
              <a:lnSpc>
                <a:spcPct val="150000"/>
              </a:lnSpc>
              <a:spcBef>
                <a:spcPts val="500"/>
              </a:spcBef>
              <a:buClr>
                <a:srgbClr val="7030A0"/>
              </a:buClr>
              <a:buFont typeface="Wingdings" panose="05000000000000000000" pitchFamily="2" charset="2"/>
              <a:buChar char="v"/>
            </a:pPr>
            <a:r>
              <a:rPr lang="en-US" dirty="0">
                <a:latin typeface="Times New Roman" panose="02020603050405020304" pitchFamily="18" charset="0"/>
                <a:ea typeface="+mn-lt"/>
                <a:cs typeface="Times New Roman" panose="02020603050405020304" pitchFamily="18" charset="0"/>
              </a:rPr>
              <a:t>Understand</a:t>
            </a:r>
            <a:r>
              <a:rPr lang="en-US" sz="2800" dirty="0">
                <a:latin typeface="Times New Roman" panose="02020603050405020304" pitchFamily="18" charset="0"/>
                <a:ea typeface="+mn-lt"/>
                <a:cs typeface="Times New Roman" panose="02020603050405020304" pitchFamily="18" charset="0"/>
              </a:rPr>
              <a:t> best, worst, and average cases</a:t>
            </a:r>
            <a:endParaRPr lang="en-US" dirty="0">
              <a:latin typeface="Times New Roman" panose="02020603050405020304" pitchFamily="18" charset="0"/>
              <a:ea typeface="Calibri"/>
              <a:cs typeface="Times New Roman" panose="02020603050405020304" pitchFamily="18" charset="0"/>
            </a:endParaRPr>
          </a:p>
          <a:p>
            <a:pPr lvl="1" algn="just">
              <a:lnSpc>
                <a:spcPct val="150000"/>
              </a:lnSpc>
              <a:buClr>
                <a:srgbClr val="7030A0"/>
              </a:buClr>
            </a:pPr>
            <a:endParaRPr lang="en-US" altLang="en-US" sz="2800" dirty="0">
              <a:ea typeface="Calibri"/>
              <a:cs typeface="Calibri"/>
            </a:endParaRPr>
          </a:p>
        </p:txBody>
      </p:sp>
    </p:spTree>
    <p:extLst>
      <p:ext uri="{BB962C8B-B14F-4D97-AF65-F5344CB8AC3E}">
        <p14:creationId xmlns:p14="http://schemas.microsoft.com/office/powerpoint/2010/main" val="1796539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Slide Number Placeholder 9">
            <a:extLst>
              <a:ext uri="{FF2B5EF4-FFF2-40B4-BE49-F238E27FC236}">
                <a16:creationId xmlns:a16="http://schemas.microsoft.com/office/drawing/2014/main" id="{29628520-1F88-AF5C-F86B-AAE8864A0ADA}"/>
              </a:ext>
            </a:extLst>
          </p:cNvPr>
          <p:cNvSpPr>
            <a:spLocks noGrp="1" noChangeArrowheads="1"/>
          </p:cNvSpPr>
          <p:nvPr>
            <p:ph type="sldNum" sz="quarter" idx="12"/>
          </p:nvPr>
        </p:nvSpPr>
        <p:spPr bwMode="auto">
          <a:xfrm>
            <a:off x="8760884" y="6347885"/>
            <a:ext cx="3276600" cy="36618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4267">
                <a:solidFill>
                  <a:schemeClr val="tx1"/>
                </a:solidFill>
                <a:latin typeface="Calibri" panose="020F0502020204030204" pitchFamily="34" charset="0"/>
              </a:defRPr>
            </a:lvl1pPr>
            <a:lvl2pPr marL="990575" indent="-380990">
              <a:spcBef>
                <a:spcPct val="20000"/>
              </a:spcBef>
              <a:buFont typeface="Arial" panose="020B0604020202020204" pitchFamily="34" charset="0"/>
              <a:buChar char="–"/>
              <a:defRPr sz="3733">
                <a:solidFill>
                  <a:schemeClr val="tx1"/>
                </a:solidFill>
                <a:latin typeface="Calibri" panose="020F0502020204030204" pitchFamily="34" charset="0"/>
              </a:defRPr>
            </a:lvl2pPr>
            <a:lvl3pPr marL="1523962" indent="-304792">
              <a:spcBef>
                <a:spcPct val="20000"/>
              </a:spcBef>
              <a:buFont typeface="Arial" panose="020B0604020202020204" pitchFamily="34" charset="0"/>
              <a:buChar char="•"/>
              <a:defRPr sz="3200">
                <a:solidFill>
                  <a:schemeClr val="tx1"/>
                </a:solidFill>
                <a:latin typeface="Calibri" panose="020F0502020204030204" pitchFamily="34" charset="0"/>
              </a:defRPr>
            </a:lvl3pPr>
            <a:lvl4pPr marL="2133547" indent="-304792">
              <a:spcBef>
                <a:spcPct val="20000"/>
              </a:spcBef>
              <a:buFont typeface="Arial" panose="020B0604020202020204" pitchFamily="34" charset="0"/>
              <a:buChar char="–"/>
              <a:defRPr sz="2667">
                <a:solidFill>
                  <a:schemeClr val="tx1"/>
                </a:solidFill>
                <a:latin typeface="Calibri" panose="020F0502020204030204" pitchFamily="34" charset="0"/>
              </a:defRPr>
            </a:lvl4pPr>
            <a:lvl5pPr marL="2743131" indent="-304792">
              <a:spcBef>
                <a:spcPct val="20000"/>
              </a:spcBef>
              <a:buFont typeface="Arial" panose="020B0604020202020204" pitchFamily="34" charset="0"/>
              <a:buChar char="»"/>
              <a:defRPr sz="2667">
                <a:solidFill>
                  <a:schemeClr val="tx1"/>
                </a:solidFill>
                <a:latin typeface="Calibri" panose="020F0502020204030204" pitchFamily="34" charset="0"/>
              </a:defRPr>
            </a:lvl5pPr>
            <a:lvl6pPr marL="335271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6pPr>
            <a:lvl7pPr marL="3962301"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7pPr>
            <a:lvl8pPr marL="457188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8pPr>
            <a:lvl9pPr marL="5181470"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9pPr>
          </a:lstStyle>
          <a:p>
            <a:pPr>
              <a:spcBef>
                <a:spcPct val="0"/>
              </a:spcBef>
              <a:buFontTx/>
              <a:buNone/>
            </a:pPr>
            <a:fld id="{285EED2A-3B88-4D98-AC73-1B014A58613D}" type="slidenum">
              <a:rPr lang="en-US" altLang="en-US" sz="1600">
                <a:solidFill>
                  <a:srgbClr val="898989"/>
                </a:solidFill>
                <a:latin typeface="Arial" panose="020B0604020202020204" pitchFamily="34" charset="0"/>
              </a:rPr>
              <a:pPr>
                <a:spcBef>
                  <a:spcPct val="0"/>
                </a:spcBef>
                <a:buFontTx/>
                <a:buNone/>
              </a:pPr>
              <a:t>5</a:t>
            </a:fld>
            <a:endParaRPr lang="en-US" altLang="en-US" sz="1600">
              <a:solidFill>
                <a:srgbClr val="898989"/>
              </a:solidFill>
              <a:latin typeface="Arial" panose="020B0604020202020204" pitchFamily="34" charset="0"/>
            </a:endParaRPr>
          </a:p>
        </p:txBody>
      </p:sp>
      <p:sp>
        <p:nvSpPr>
          <p:cNvPr id="4100" name="Title 1">
            <a:extLst>
              <a:ext uri="{FF2B5EF4-FFF2-40B4-BE49-F238E27FC236}">
                <a16:creationId xmlns:a16="http://schemas.microsoft.com/office/drawing/2014/main" id="{27DA6C44-04E1-38E4-2D17-A77DA540334C}"/>
              </a:ext>
            </a:extLst>
          </p:cNvPr>
          <p:cNvSpPr txBox="1">
            <a:spLocks/>
          </p:cNvSpPr>
          <p:nvPr/>
        </p:nvSpPr>
        <p:spPr bwMode="auto">
          <a:xfrm>
            <a:off x="309033" y="2328637"/>
            <a:ext cx="11882967" cy="1504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4800" b="1" dirty="0">
              <a:solidFill>
                <a:srgbClr val="FF0000"/>
              </a:solidFill>
              <a:latin typeface="Cambria" panose="02040503050406030204" pitchFamily="18" charset="0"/>
            </a:endParaRPr>
          </a:p>
          <a:p>
            <a:pPr algn="ctr" eaLnBrk="1" hangingPunct="1">
              <a:spcBef>
                <a:spcPct val="0"/>
              </a:spcBef>
              <a:buFontTx/>
              <a:buNone/>
            </a:pPr>
            <a:r>
              <a:rPr lang="en-US" altLang="en-US" sz="6000" b="1" dirty="0">
                <a:solidFill>
                  <a:srgbClr val="FF0000"/>
                </a:solidFill>
                <a:latin typeface="Cambria" panose="02040503050406030204" pitchFamily="18" charset="0"/>
              </a:rPr>
              <a:t>Asymptotic Analysis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1A70BF-5970-7EB1-AE08-0B59CC6A1D4F}"/>
              </a:ext>
            </a:extLst>
          </p:cNvPr>
          <p:cNvSpPr>
            <a:spLocks noGrp="1"/>
          </p:cNvSpPr>
          <p:nvPr>
            <p:ph idx="1"/>
          </p:nvPr>
        </p:nvSpPr>
        <p:spPr>
          <a:xfrm>
            <a:off x="124884" y="988485"/>
            <a:ext cx="11910483" cy="5327649"/>
          </a:xfrm>
        </p:spPr>
        <p:txBody>
          <a:bodyPr/>
          <a:lstStyle/>
          <a:p>
            <a:pPr lvl="1" algn="just">
              <a:lnSpc>
                <a:spcPct val="150000"/>
              </a:lnSpc>
              <a:spcBef>
                <a:spcPct val="0"/>
              </a:spcBef>
              <a:buFont typeface="Wingdings" panose="05000000000000000000" pitchFamily="2" charset="2"/>
              <a:buChar char="§"/>
            </a:pPr>
            <a:endParaRPr lang="en-US" altLang="zh-CN" b="1" dirty="0"/>
          </a:p>
          <a:p>
            <a:pPr lvl="1" algn="just">
              <a:lnSpc>
                <a:spcPct val="150000"/>
              </a:lnSpc>
              <a:buFont typeface="Wingdings" panose="05000000000000000000" pitchFamily="2" charset="2"/>
              <a:buChar char="§"/>
            </a:pPr>
            <a:r>
              <a:rPr lang="en-IN" altLang="en-US" sz="2800" b="1" dirty="0"/>
              <a:t>Given two algorithms for the same problem, how do we decide which one is better</a:t>
            </a:r>
            <a:endParaRPr lang="en-US" altLang="en-US" sz="2800" b="1" dirty="0"/>
          </a:p>
          <a:p>
            <a:pPr lvl="1" algn="just">
              <a:lnSpc>
                <a:spcPct val="150000"/>
              </a:lnSpc>
              <a:buFont typeface="Wingdings" panose="05000000000000000000" pitchFamily="2" charset="2"/>
              <a:buChar char="§"/>
            </a:pPr>
            <a:r>
              <a:rPr lang="en-IN" altLang="en-US" sz="2800" b="1" dirty="0">
                <a:solidFill>
                  <a:srgbClr val="FF0000"/>
                </a:solidFill>
              </a:rPr>
              <a:t>One approach- </a:t>
            </a:r>
            <a:r>
              <a:rPr lang="en-IN" altLang="en-US" sz="2800" b="1" dirty="0"/>
              <a:t>implement both the algorithms on same machine.</a:t>
            </a:r>
            <a:endParaRPr lang="en-US" altLang="en-US" sz="2800" b="1" dirty="0"/>
          </a:p>
          <a:p>
            <a:pPr lvl="1" algn="just">
              <a:lnSpc>
                <a:spcPct val="150000"/>
              </a:lnSpc>
              <a:buFont typeface="Wingdings" panose="05000000000000000000" pitchFamily="2" charset="2"/>
              <a:buChar char="§"/>
            </a:pPr>
            <a:r>
              <a:rPr lang="en-IN" altLang="en-US" sz="2800" b="1" dirty="0"/>
              <a:t>There are many problems with this approach.</a:t>
            </a:r>
            <a:endParaRPr lang="en-US" altLang="en-US" sz="2800" b="1" dirty="0"/>
          </a:p>
          <a:p>
            <a:pPr lvl="1" algn="just">
              <a:lnSpc>
                <a:spcPct val="150000"/>
              </a:lnSpc>
              <a:buFont typeface="Wingdings" panose="05000000000000000000" pitchFamily="2" charset="2"/>
              <a:buChar char="§"/>
            </a:pPr>
            <a:r>
              <a:rPr lang="en-IN" altLang="en-US" sz="2800" b="1" dirty="0"/>
              <a:t>Dependency on programming &amp; machine dependent factors.</a:t>
            </a:r>
            <a:endParaRPr lang="en-US" altLang="en-US" sz="2800" b="1" dirty="0"/>
          </a:p>
          <a:p>
            <a:pPr lvl="1" algn="just">
              <a:lnSpc>
                <a:spcPct val="150000"/>
              </a:lnSpc>
              <a:buFont typeface="Wingdings" panose="05000000000000000000" pitchFamily="2" charset="2"/>
              <a:buChar char="§"/>
            </a:pPr>
            <a:r>
              <a:rPr lang="en-IN" altLang="en-US" sz="2800" b="1" dirty="0">
                <a:solidFill>
                  <a:srgbClr val="FF0000"/>
                </a:solidFill>
              </a:rPr>
              <a:t>Second approach-</a:t>
            </a:r>
            <a:r>
              <a:rPr lang="en-IN" altLang="en-US" sz="2800" b="1" dirty="0"/>
              <a:t>Asymptotic</a:t>
            </a:r>
            <a:r>
              <a:rPr lang="en-IN" altLang="en-US" sz="2800" b="1" dirty="0">
                <a:solidFill>
                  <a:srgbClr val="FF0000"/>
                </a:solidFill>
              </a:rPr>
              <a:t> </a:t>
            </a:r>
            <a:r>
              <a:rPr lang="en-IN" altLang="en-US" sz="2800" b="1" dirty="0"/>
              <a:t>Analysis </a:t>
            </a:r>
            <a:endParaRPr lang="en-US" altLang="en-US" sz="2800" b="1" dirty="0"/>
          </a:p>
          <a:p>
            <a:pPr lvl="1" algn="just">
              <a:lnSpc>
                <a:spcPct val="150000"/>
              </a:lnSpc>
              <a:spcBef>
                <a:spcPct val="0"/>
              </a:spcBef>
              <a:buFont typeface="Arial" panose="020B0604020202020204" pitchFamily="34" charset="0"/>
              <a:buNone/>
            </a:pPr>
            <a:endParaRPr lang="en-US" altLang="zh-CN" b="1" dirty="0">
              <a:solidFill>
                <a:srgbClr val="FF0000"/>
              </a:solidFill>
            </a:endParaRPr>
          </a:p>
          <a:p>
            <a:pPr lvl="1">
              <a:lnSpc>
                <a:spcPct val="150000"/>
              </a:lnSpc>
            </a:pPr>
            <a:endParaRPr lang="en-IN" altLang="en-US" dirty="0"/>
          </a:p>
        </p:txBody>
      </p:sp>
      <p:sp>
        <p:nvSpPr>
          <p:cNvPr id="9" name="Rectangle 8">
            <a:extLst>
              <a:ext uri="{FF2B5EF4-FFF2-40B4-BE49-F238E27FC236}">
                <a16:creationId xmlns:a16="http://schemas.microsoft.com/office/drawing/2014/main" id="{D5C21A82-769E-1699-E289-CEC8C3F4F061}"/>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How do we decide which algorithm is better?</a:t>
            </a:r>
            <a:endParaRPr lang="en-US" sz="4000" b="1" dirty="0">
              <a:solidFill>
                <a:schemeClr val="tx1"/>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CFF62B-B51A-FEAE-5E76-08402361778A}"/>
              </a:ext>
            </a:extLst>
          </p:cNvPr>
          <p:cNvSpPr>
            <a:spLocks noGrp="1"/>
          </p:cNvSpPr>
          <p:nvPr>
            <p:ph idx="1"/>
          </p:nvPr>
        </p:nvSpPr>
        <p:spPr>
          <a:xfrm>
            <a:off x="140758" y="1307043"/>
            <a:ext cx="11910483" cy="5327649"/>
          </a:xfrm>
        </p:spPr>
        <p:txBody>
          <a:bodyPr rtlCol="0">
            <a:normAutofit/>
          </a:bodyPr>
          <a:lstStyle/>
          <a:p>
            <a:pPr lvl="1" algn="just">
              <a:lnSpc>
                <a:spcPct val="150000"/>
              </a:lnSpc>
              <a:spcBef>
                <a:spcPts val="0"/>
              </a:spcBef>
              <a:buClr>
                <a:schemeClr val="accent3"/>
              </a:buClr>
              <a:buFont typeface="Wingdings" pitchFamily="2" charset="2"/>
              <a:buChar char="§"/>
              <a:defRPr/>
            </a:pPr>
            <a:r>
              <a:rPr lang="en-US" b="1" dirty="0"/>
              <a:t>We estimate the performance of an algorithm in terms of input size (</a:t>
            </a:r>
            <a:r>
              <a:rPr lang="en-US" b="1" dirty="0">
                <a:solidFill>
                  <a:srgbClr val="FF0000"/>
                </a:solidFill>
              </a:rPr>
              <a:t>we don’t measure the actual running time</a:t>
            </a:r>
            <a:r>
              <a:rPr lang="en-US" b="1" dirty="0"/>
              <a:t>);</a:t>
            </a:r>
            <a:endParaRPr lang="en-IN" b="1" dirty="0"/>
          </a:p>
          <a:p>
            <a:pPr lvl="1" algn="just">
              <a:lnSpc>
                <a:spcPct val="150000"/>
              </a:lnSpc>
              <a:spcBef>
                <a:spcPts val="0"/>
              </a:spcBef>
              <a:buClr>
                <a:schemeClr val="accent3"/>
              </a:buClr>
              <a:buFont typeface="Wingdings" pitchFamily="2" charset="2"/>
              <a:buChar char="§"/>
              <a:defRPr/>
            </a:pPr>
            <a:r>
              <a:rPr lang="en-IN" b="1" dirty="0"/>
              <a:t>Determines the growth rate of algorithms;</a:t>
            </a:r>
          </a:p>
          <a:p>
            <a:pPr lvl="1" algn="just">
              <a:lnSpc>
                <a:spcPct val="150000"/>
              </a:lnSpc>
              <a:spcBef>
                <a:spcPts val="0"/>
              </a:spcBef>
              <a:buClr>
                <a:schemeClr val="accent3"/>
              </a:buClr>
              <a:buFont typeface="Wingdings" pitchFamily="2" charset="2"/>
              <a:buChar char="§"/>
              <a:defRPr/>
            </a:pPr>
            <a:r>
              <a:rPr lang="en-IN" b="1" dirty="0"/>
              <a:t>Asymptotic analysis determines the best case, average case, and worst case scenario;</a:t>
            </a:r>
            <a:endParaRPr lang="en-US" altLang="zh-CN" b="1" dirty="0"/>
          </a:p>
          <a:p>
            <a:pPr lvl="1" algn="just">
              <a:lnSpc>
                <a:spcPct val="150000"/>
              </a:lnSpc>
              <a:spcBef>
                <a:spcPts val="0"/>
              </a:spcBef>
              <a:buClr>
                <a:schemeClr val="accent3"/>
              </a:buClr>
              <a:buFont typeface="Wingdings" pitchFamily="2" charset="2"/>
              <a:buChar char="§"/>
              <a:defRPr/>
            </a:pPr>
            <a:r>
              <a:rPr lang="en-US" altLang="zh-CN" b="1" dirty="0"/>
              <a:t>To compare the efficiency of different algorithms;</a:t>
            </a:r>
          </a:p>
          <a:p>
            <a:pPr lvl="1" algn="just">
              <a:lnSpc>
                <a:spcPct val="150000"/>
              </a:lnSpc>
              <a:spcBef>
                <a:spcPts val="0"/>
              </a:spcBef>
              <a:buClr>
                <a:schemeClr val="accent3"/>
              </a:buClr>
              <a:buFont typeface="Wingdings" pitchFamily="2" charset="2"/>
              <a:buChar char="§"/>
              <a:defRPr/>
            </a:pPr>
            <a:r>
              <a:rPr lang="en-US" b="1" dirty="0">
                <a:solidFill>
                  <a:srgbClr val="FF0000"/>
                </a:solidFill>
              </a:rPr>
              <a:t>Asymptotic Analysis is not perfect, </a:t>
            </a:r>
          </a:p>
          <a:p>
            <a:pPr lvl="1" algn="just">
              <a:lnSpc>
                <a:spcPct val="150000"/>
              </a:lnSpc>
              <a:spcBef>
                <a:spcPts val="0"/>
              </a:spcBef>
              <a:buClr>
                <a:schemeClr val="accent3"/>
              </a:buClr>
              <a:buNone/>
              <a:defRPr/>
            </a:pPr>
            <a:r>
              <a:rPr lang="en-US" b="1" dirty="0">
                <a:solidFill>
                  <a:srgbClr val="FF0000"/>
                </a:solidFill>
              </a:rPr>
              <a:t>  but that’s the best way available for analyzing algorithms</a:t>
            </a:r>
            <a:endParaRPr lang="en-US" altLang="zh-CN" b="1" dirty="0">
              <a:solidFill>
                <a:srgbClr val="FF0000"/>
              </a:solidFill>
            </a:endParaRPr>
          </a:p>
          <a:p>
            <a:pPr algn="just">
              <a:lnSpc>
                <a:spcPct val="120000"/>
              </a:lnSpc>
              <a:spcBef>
                <a:spcPts val="0"/>
              </a:spcBef>
              <a:buClr>
                <a:schemeClr val="accent3"/>
              </a:buClr>
              <a:buFont typeface="Wingdings" pitchFamily="2" charset="2"/>
              <a:buChar char="§"/>
              <a:defRPr/>
            </a:pPr>
            <a:endParaRPr lang="en-US" altLang="zh-CN" b="1" dirty="0"/>
          </a:p>
          <a:p>
            <a:pPr algn="just">
              <a:lnSpc>
                <a:spcPct val="110000"/>
              </a:lnSpc>
              <a:spcBef>
                <a:spcPts val="0"/>
              </a:spcBef>
              <a:buClr>
                <a:schemeClr val="accent3"/>
              </a:buClr>
              <a:buFont typeface="Wingdings" pitchFamily="2" charset="2"/>
              <a:buChar char="§"/>
              <a:defRPr/>
            </a:pPr>
            <a:endParaRPr lang="en-US" altLang="zh-CN" b="1" dirty="0">
              <a:solidFill>
                <a:srgbClr val="FF0000"/>
              </a:solidFill>
            </a:endParaRPr>
          </a:p>
          <a:p>
            <a:pPr>
              <a:buClr>
                <a:schemeClr val="accent3"/>
              </a:buClr>
              <a:defRPr/>
            </a:pPr>
            <a:endParaRPr lang="en-IN" dirty="0"/>
          </a:p>
        </p:txBody>
      </p:sp>
      <p:sp>
        <p:nvSpPr>
          <p:cNvPr id="9" name="Rectangle 8">
            <a:extLst>
              <a:ext uri="{FF2B5EF4-FFF2-40B4-BE49-F238E27FC236}">
                <a16:creationId xmlns:a16="http://schemas.microsoft.com/office/drawing/2014/main" id="{5DCFC918-E307-B85B-D2B5-AEA7FE062457}"/>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Asymptotic Analysis of Algorithms</a:t>
            </a:r>
            <a:endParaRPr lang="en-US" sz="4000" b="1" dirty="0">
              <a:solidFill>
                <a:schemeClr val="tx1"/>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5">
            <a:extLst>
              <a:ext uri="{FF2B5EF4-FFF2-40B4-BE49-F238E27FC236}">
                <a16:creationId xmlns:a16="http://schemas.microsoft.com/office/drawing/2014/main" id="{558D8A1D-A3CE-11A7-A92E-B2172D759834}"/>
              </a:ext>
            </a:extLst>
          </p:cNvPr>
          <p:cNvSpPr>
            <a:spLocks noChangeArrowheads="1"/>
          </p:cNvSpPr>
          <p:nvPr/>
        </p:nvSpPr>
        <p:spPr bwMode="auto">
          <a:xfrm>
            <a:off x="234951" y="1141933"/>
            <a:ext cx="11688233" cy="535531"/>
          </a:xfrm>
          <a:prstGeom prst="rect">
            <a:avLst/>
          </a:prstGeom>
          <a:noFill/>
          <a:ln w="9525">
            <a:noFill/>
            <a:miter lim="800000"/>
            <a:headEnd/>
            <a:tailEnd/>
          </a:ln>
        </p:spPr>
        <p:txBody>
          <a:bodyPr lIns="91440" tIns="45720" rIns="91440" bIns="45720">
            <a:spAutoFit/>
          </a:bodyPr>
          <a:lstStyle/>
          <a:p>
            <a:pPr algn="just" eaLnBrk="1" hangingPunct="1">
              <a:lnSpc>
                <a:spcPct val="90000"/>
              </a:lnSpc>
              <a:defRPr/>
            </a:pPr>
            <a:r>
              <a:rPr lang="en-US" sz="3200" b="1" dirty="0"/>
              <a:t>Big-O is an Asymptotic Notation for the worst case</a:t>
            </a:r>
            <a:endParaRPr lang="en-US" altLang="zh-CN" sz="3200" b="1" dirty="0">
              <a:solidFill>
                <a:srgbClr val="FF0000"/>
              </a:solidFill>
              <a:latin typeface="Calibri" pitchFamily="34" charset="0"/>
            </a:endParaRPr>
          </a:p>
        </p:txBody>
      </p:sp>
      <p:sp>
        <p:nvSpPr>
          <p:cNvPr id="8" name="Rectangle 7">
            <a:extLst>
              <a:ext uri="{FF2B5EF4-FFF2-40B4-BE49-F238E27FC236}">
                <a16:creationId xmlns:a16="http://schemas.microsoft.com/office/drawing/2014/main" id="{E0E930AC-499F-5FBD-E015-EE55E08C1CE6}"/>
              </a:ext>
            </a:extLst>
          </p:cNvPr>
          <p:cNvSpPr/>
          <p:nvPr/>
        </p:nvSpPr>
        <p:spPr>
          <a:xfrm>
            <a:off x="357717" y="5456767"/>
            <a:ext cx="6096000" cy="757130"/>
          </a:xfrm>
          <a:prstGeom prst="rect">
            <a:avLst/>
          </a:prstGeom>
        </p:spPr>
        <p:txBody>
          <a:bodyPr lIns="91440" tIns="45720" rIns="91440" bIns="45720">
            <a:spAutoFit/>
          </a:bodyPr>
          <a:lstStyle/>
          <a:p>
            <a:pPr marL="342891" indent="-342891">
              <a:lnSpc>
                <a:spcPct val="90000"/>
              </a:lnSpc>
              <a:buFont typeface="Wingdings" panose="05000000000000000000" pitchFamily="2" charset="2"/>
              <a:buChar char="§"/>
              <a:defRPr/>
            </a:pPr>
            <a:r>
              <a:rPr lang="en-US" altLang="zh-CN" sz="2400" b="1" dirty="0">
                <a:cs typeface="华文楷体" panose="020B0503020204020204" pitchFamily="2" charset="-122"/>
              </a:rPr>
              <a:t>f(n) grows no faster than g(n) for “large” n</a:t>
            </a:r>
          </a:p>
          <a:p>
            <a:pPr>
              <a:lnSpc>
                <a:spcPct val="90000"/>
              </a:lnSpc>
              <a:buFont typeface="Wingdings" pitchFamily="2" charset="2"/>
              <a:buChar char="§"/>
              <a:defRPr/>
            </a:pPr>
            <a:r>
              <a:rPr lang="en-US" altLang="zh-CN" sz="2400" b="1" dirty="0">
                <a:cs typeface="华文楷体" panose="020B0503020204020204" pitchFamily="2" charset="-122"/>
              </a:rPr>
              <a:t>   g(n) defines an upper bound on f(n)</a:t>
            </a:r>
          </a:p>
        </p:txBody>
      </p:sp>
      <p:pic>
        <p:nvPicPr>
          <p:cNvPr id="9220" name="Picture 4" descr="fig2">
            <a:extLst>
              <a:ext uri="{FF2B5EF4-FFF2-40B4-BE49-F238E27FC236}">
                <a16:creationId xmlns:a16="http://schemas.microsoft.com/office/drawing/2014/main" id="{2C557F29-8ECB-8CD1-7ED5-C064E5A6AA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5488" y="1739900"/>
            <a:ext cx="3597330" cy="2931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2">
            <a:extLst>
              <a:ext uri="{FF2B5EF4-FFF2-40B4-BE49-F238E27FC236}">
                <a16:creationId xmlns:a16="http://schemas.microsoft.com/office/drawing/2014/main" id="{2ECE0627-742E-ED4D-FCD9-272BC2244AAE}"/>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Big-O Notation</a:t>
            </a:r>
            <a:endParaRPr lang="en-US" sz="4000" b="1" dirty="0">
              <a:solidFill>
                <a:schemeClr val="tx1"/>
              </a:solidFill>
            </a:endParaRPr>
          </a:p>
        </p:txBody>
      </p:sp>
      <p:sp>
        <p:nvSpPr>
          <p:cNvPr id="10" name="Rectangle 9">
            <a:extLst>
              <a:ext uri="{FF2B5EF4-FFF2-40B4-BE49-F238E27FC236}">
                <a16:creationId xmlns:a16="http://schemas.microsoft.com/office/drawing/2014/main" id="{509E3D30-5645-21E3-0D4D-46D8A727F392}"/>
              </a:ext>
            </a:extLst>
          </p:cNvPr>
          <p:cNvSpPr/>
          <p:nvPr/>
        </p:nvSpPr>
        <p:spPr>
          <a:xfrm>
            <a:off x="218017" y="1739900"/>
            <a:ext cx="7543800" cy="913199"/>
          </a:xfrm>
          <a:prstGeom prst="rect">
            <a:avLst/>
          </a:prstGeom>
        </p:spPr>
        <p:txBody>
          <a:bodyPr>
            <a:spAutoFit/>
          </a:bodyPr>
          <a:lstStyle/>
          <a:p>
            <a:pPr eaLnBrk="1" hangingPunct="1">
              <a:buFont typeface="Wingdings" pitchFamily="2" charset="2"/>
              <a:buChar char="§"/>
              <a:defRPr/>
            </a:pPr>
            <a:r>
              <a:rPr lang="en-US" sz="2667" b="1" dirty="0"/>
              <a:t> It provides us with an </a:t>
            </a:r>
            <a:r>
              <a:rPr lang="en-US" sz="2667" b="1" i="1" dirty="0">
                <a:solidFill>
                  <a:srgbClr val="FF0000"/>
                </a:solidFill>
              </a:rPr>
              <a:t>asymptotic upper bound</a:t>
            </a:r>
            <a:r>
              <a:rPr lang="en-US" sz="2667" b="1" dirty="0"/>
              <a:t> for the growth rate of runtime of an algorithm</a:t>
            </a:r>
          </a:p>
        </p:txBody>
      </p:sp>
      <p:sp>
        <p:nvSpPr>
          <p:cNvPr id="7178" name="Rectangle 10">
            <a:extLst>
              <a:ext uri="{FF2B5EF4-FFF2-40B4-BE49-F238E27FC236}">
                <a16:creationId xmlns:a16="http://schemas.microsoft.com/office/drawing/2014/main" id="{45FA5743-10AC-66DD-D0E0-14A76C799CD9}"/>
              </a:ext>
            </a:extLst>
          </p:cNvPr>
          <p:cNvSpPr>
            <a:spLocks noChangeArrowheads="1"/>
          </p:cNvSpPr>
          <p:nvPr/>
        </p:nvSpPr>
        <p:spPr bwMode="auto">
          <a:xfrm>
            <a:off x="234951" y="2811904"/>
            <a:ext cx="7617883" cy="1200329"/>
          </a:xfrm>
          <a:prstGeom prst="rect">
            <a:avLst/>
          </a:prstGeom>
          <a:solidFill>
            <a:srgbClr val="FDFEFF"/>
          </a:solidFill>
          <a:ln w="9525">
            <a:noFill/>
            <a:miter lim="800000"/>
            <a:headEnd/>
            <a:tailEnd/>
          </a:ln>
          <a:effectLst/>
        </p:spPr>
        <p:txBody>
          <a:bodyPr anchor="ctr">
            <a:spAutoFit/>
          </a:bodyPr>
          <a:lstStyle/>
          <a:p>
            <a:pPr algn="just">
              <a:buFont typeface="Wingdings" pitchFamily="2" charset="2"/>
              <a:buChar char="§"/>
              <a:defRPr/>
            </a:pPr>
            <a:r>
              <a:rPr lang="en-US" sz="2400" b="1" dirty="0">
                <a:solidFill>
                  <a:srgbClr val="000000"/>
                </a:solidFill>
              </a:rPr>
              <a:t> Say f(n) is your algorithm runtime, and g(n) is an arbitrary time complexity you are trying to relate to your algorithm. </a:t>
            </a:r>
          </a:p>
        </p:txBody>
      </p:sp>
      <p:sp>
        <p:nvSpPr>
          <p:cNvPr id="12" name="Rectangle 11">
            <a:extLst>
              <a:ext uri="{FF2B5EF4-FFF2-40B4-BE49-F238E27FC236}">
                <a16:creationId xmlns:a16="http://schemas.microsoft.com/office/drawing/2014/main" id="{C16AE383-F631-3715-D5CE-73BA2B3C2EF1}"/>
              </a:ext>
            </a:extLst>
          </p:cNvPr>
          <p:cNvSpPr/>
          <p:nvPr/>
        </p:nvSpPr>
        <p:spPr>
          <a:xfrm>
            <a:off x="258234" y="4301067"/>
            <a:ext cx="8398933" cy="913199"/>
          </a:xfrm>
          <a:prstGeom prst="rect">
            <a:avLst/>
          </a:prstGeom>
        </p:spPr>
        <p:txBody>
          <a:bodyPr>
            <a:spAutoFit/>
          </a:bodyPr>
          <a:lstStyle/>
          <a:p>
            <a:pPr>
              <a:buFont typeface="Wingdings" pitchFamily="2" charset="2"/>
              <a:buChar char="§"/>
              <a:defRPr/>
            </a:pPr>
            <a:r>
              <a:rPr lang="en-US" sz="2667" b="1" dirty="0"/>
              <a:t> f(n) is O(g(n)), if for some real constants c (c &gt; 0) and n</a:t>
            </a:r>
            <a:r>
              <a:rPr lang="en-US" sz="2667" b="1" baseline="-30000" dirty="0"/>
              <a:t>0</a:t>
            </a:r>
            <a:r>
              <a:rPr lang="en-US" sz="2667" b="1" dirty="0"/>
              <a:t>, </a:t>
            </a:r>
          </a:p>
          <a:p>
            <a:pPr>
              <a:defRPr/>
            </a:pPr>
            <a:r>
              <a:rPr lang="en-US" sz="2667" b="1" dirty="0"/>
              <a:t>  Such that f(n) &lt;= c g(n) for every input size n (n &gt; n</a:t>
            </a:r>
            <a:r>
              <a:rPr lang="en-US" sz="2667" b="1" baseline="-30000" dirty="0"/>
              <a:t>0</a:t>
            </a:r>
            <a:r>
              <a:rPr lang="en-US" sz="2667" b="1" dirty="0"/>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A52AD94-B0E3-6DFA-0535-08423A40FC93}"/>
              </a:ext>
            </a:extLst>
          </p:cNvPr>
          <p:cNvSpPr/>
          <p:nvPr/>
        </p:nvSpPr>
        <p:spPr>
          <a:xfrm>
            <a:off x="179918" y="1054795"/>
            <a:ext cx="6498167" cy="1816075"/>
          </a:xfrm>
          <a:prstGeom prst="rect">
            <a:avLst/>
          </a:prstGeom>
        </p:spPr>
        <p:txBody>
          <a:bodyPr lIns="91440" tIns="45720" rIns="91440" bIns="45720">
            <a:spAutoFit/>
          </a:bodyPr>
          <a:lstStyle/>
          <a:p>
            <a:pPr>
              <a:defRPr/>
            </a:pPr>
            <a:r>
              <a:rPr lang="en-US" altLang="zh-CN" sz="3200" b="1" dirty="0">
                <a:cs typeface="华文楷体" panose="020B0503020204020204" pitchFamily="2" charset="-122"/>
              </a:rPr>
              <a:t>Examples: </a:t>
            </a:r>
          </a:p>
          <a:p>
            <a:pPr marL="342891" indent="-342891">
              <a:defRPr/>
            </a:pPr>
            <a:endParaRPr lang="en-US" altLang="zh-CN" sz="2667" b="1" dirty="0">
              <a:cs typeface="华文楷体" panose="020B0503020204020204" pitchFamily="2" charset="-122"/>
            </a:endParaRPr>
          </a:p>
          <a:p>
            <a:pPr marL="342891" indent="-342891">
              <a:defRPr/>
            </a:pPr>
            <a:r>
              <a:rPr lang="en-US" altLang="zh-CN" sz="2667" b="1" dirty="0">
                <a:cs typeface="华文楷体" panose="020B0503020204020204" pitchFamily="2" charset="-122"/>
              </a:rPr>
              <a:t>If  f</a:t>
            </a:r>
            <a:r>
              <a:rPr lang="en-IN" altLang="en-US" sz="2667" b="1" dirty="0">
                <a:ea typeface="SimSun" panose="02010600030101010101" pitchFamily="2" charset="-122"/>
                <a:cs typeface="华文楷体" panose="020B0503020204020204" pitchFamily="2" charset="-122"/>
              </a:rPr>
              <a:t>(n)=2n+3 is your algorithm runtime , </a:t>
            </a:r>
          </a:p>
          <a:p>
            <a:pPr marL="342891" indent="-342891">
              <a:defRPr/>
            </a:pPr>
            <a:r>
              <a:rPr lang="en-IN" altLang="zh-CN" sz="2667" b="1" dirty="0">
                <a:solidFill>
                  <a:srgbClr val="FF0000"/>
                </a:solidFill>
                <a:cs typeface="华文楷体" panose="020B0503020204020204" pitchFamily="2" charset="-122"/>
              </a:rPr>
              <a:t>Can we write  f(n)=O(n)?</a:t>
            </a:r>
            <a:endParaRPr lang="en-US" altLang="zh-CN" sz="2667" b="1" dirty="0">
              <a:solidFill>
                <a:srgbClr val="FF0000"/>
              </a:solidFill>
              <a:cs typeface="华文楷体" panose="020B0503020204020204" pitchFamily="2" charset="-122"/>
            </a:endParaRPr>
          </a:p>
        </p:txBody>
      </p:sp>
      <p:sp>
        <p:nvSpPr>
          <p:cNvPr id="13" name="Rectangle 12">
            <a:extLst>
              <a:ext uri="{FF2B5EF4-FFF2-40B4-BE49-F238E27FC236}">
                <a16:creationId xmlns:a16="http://schemas.microsoft.com/office/drawing/2014/main" id="{18177C66-B282-1099-B9B1-56FA5B7F875A}"/>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Big-O Notation</a:t>
            </a:r>
            <a:endParaRPr lang="en-US" sz="4000" b="1" dirty="0">
              <a:solidFill>
                <a:schemeClr val="tx1"/>
              </a:solidFill>
            </a:endParaRPr>
          </a:p>
        </p:txBody>
      </p:sp>
      <p:sp>
        <p:nvSpPr>
          <p:cNvPr id="11" name="Rectangle 10">
            <a:extLst>
              <a:ext uri="{FF2B5EF4-FFF2-40B4-BE49-F238E27FC236}">
                <a16:creationId xmlns:a16="http://schemas.microsoft.com/office/drawing/2014/main" id="{C2BD00D3-0F27-16E4-EC35-838D9BE326F2}"/>
              </a:ext>
            </a:extLst>
          </p:cNvPr>
          <p:cNvSpPr/>
          <p:nvPr/>
        </p:nvSpPr>
        <p:spPr>
          <a:xfrm>
            <a:off x="203200" y="2887134"/>
            <a:ext cx="5657851" cy="913199"/>
          </a:xfrm>
          <a:prstGeom prst="rect">
            <a:avLst/>
          </a:prstGeom>
        </p:spPr>
        <p:txBody>
          <a:bodyPr lIns="91440" tIns="45720" rIns="91440" bIns="45720">
            <a:spAutoFit/>
          </a:bodyPr>
          <a:lstStyle/>
          <a:p>
            <a:pPr eaLnBrk="1" hangingPunct="1">
              <a:defRPr/>
            </a:pPr>
            <a:r>
              <a:rPr lang="en-US" sz="2667" b="1" dirty="0"/>
              <a:t>f(n) = 3*n^2 and g(n) = n; </a:t>
            </a:r>
          </a:p>
          <a:p>
            <a:pPr eaLnBrk="1" hangingPunct="1">
              <a:defRPr/>
            </a:pPr>
            <a:r>
              <a:rPr lang="en-US" sz="2667" b="1" dirty="0">
                <a:solidFill>
                  <a:srgbClr val="FF0000"/>
                </a:solidFill>
              </a:rPr>
              <a:t>Is f(n)=O(n)?  </a:t>
            </a:r>
            <a:endParaRPr lang="en-US" altLang="zh-CN" sz="2667" b="1" dirty="0">
              <a:solidFill>
                <a:srgbClr val="FF0000"/>
              </a:solidFill>
              <a:cs typeface="华文楷体" panose="020B0503020204020204" pitchFamily="2" charset="-122"/>
            </a:endParaRPr>
          </a:p>
        </p:txBody>
      </p:sp>
      <p:sp>
        <p:nvSpPr>
          <p:cNvPr id="14" name="Rectangle 13">
            <a:extLst>
              <a:ext uri="{FF2B5EF4-FFF2-40B4-BE49-F238E27FC236}">
                <a16:creationId xmlns:a16="http://schemas.microsoft.com/office/drawing/2014/main" id="{A26EED47-A0A4-461E-CA5E-130F61F2FE3C}"/>
              </a:ext>
            </a:extLst>
          </p:cNvPr>
          <p:cNvSpPr/>
          <p:nvPr/>
        </p:nvSpPr>
        <p:spPr>
          <a:xfrm>
            <a:off x="173568" y="3926418"/>
            <a:ext cx="11470217" cy="913199"/>
          </a:xfrm>
          <a:prstGeom prst="rect">
            <a:avLst/>
          </a:prstGeom>
        </p:spPr>
        <p:txBody>
          <a:bodyPr>
            <a:spAutoFit/>
          </a:bodyPr>
          <a:lstStyle/>
          <a:p>
            <a:pPr eaLnBrk="1" hangingPunct="1">
              <a:defRPr/>
            </a:pPr>
            <a:r>
              <a:rPr lang="en-US" sz="2667" b="1" dirty="0"/>
              <a:t>2n + 3 is O(n)   and   5n is O(n);  </a:t>
            </a:r>
          </a:p>
          <a:p>
            <a:pPr eaLnBrk="1" hangingPunct="1">
              <a:defRPr/>
            </a:pPr>
            <a:r>
              <a:rPr lang="en-US" sz="2667" b="1" dirty="0">
                <a:solidFill>
                  <a:srgbClr val="FF0000"/>
                </a:solidFill>
              </a:rPr>
              <a:t>place 2n + 3 and 5n in the same category</a:t>
            </a:r>
          </a:p>
        </p:txBody>
      </p:sp>
      <p:sp>
        <p:nvSpPr>
          <p:cNvPr id="15" name="Rectangle 2">
            <a:extLst>
              <a:ext uri="{FF2B5EF4-FFF2-40B4-BE49-F238E27FC236}">
                <a16:creationId xmlns:a16="http://schemas.microsoft.com/office/drawing/2014/main" id="{8A39CE1F-9D40-8A98-C888-731915BBAA0C}"/>
              </a:ext>
            </a:extLst>
          </p:cNvPr>
          <p:cNvSpPr>
            <a:spLocks noChangeArrowheads="1"/>
          </p:cNvSpPr>
          <p:nvPr/>
        </p:nvSpPr>
        <p:spPr bwMode="auto">
          <a:xfrm>
            <a:off x="201085" y="5161920"/>
            <a:ext cx="5793316" cy="830997"/>
          </a:xfrm>
          <a:prstGeom prst="rect">
            <a:avLst/>
          </a:prstGeom>
          <a:noFill/>
          <a:ln w="9525">
            <a:noFill/>
            <a:miter lim="800000"/>
            <a:headEnd/>
            <a:tailEnd/>
          </a:ln>
        </p:spPr>
        <p:txBody>
          <a:bodyPr lIns="91440" tIns="45720" rIns="91440" bIns="45720" anchor="ctr">
            <a:spAutoFit/>
          </a:bodyPr>
          <a:lstStyle/>
          <a:p>
            <a:pPr algn="just" eaLnBrk="1" hangingPunct="1">
              <a:buFont typeface="Wingdings" pitchFamily="2" charset="2"/>
              <a:buChar char="§"/>
              <a:defRPr/>
            </a:pPr>
            <a:r>
              <a:rPr lang="en-US" sz="2400" b="1" dirty="0"/>
              <a:t> Big-Oh allows us to ignore constant factors and lower order (or less dominant) terms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6EBF3A-825F-F088-8081-19F5A7E91D3C}"/>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Common Asymptotic notations &amp; comparison</a:t>
            </a:r>
            <a:endParaRPr lang="en-US" sz="4000" b="1" dirty="0">
              <a:solidFill>
                <a:schemeClr val="tx1"/>
              </a:solidFill>
            </a:endParaRPr>
          </a:p>
        </p:txBody>
      </p:sp>
      <p:sp>
        <p:nvSpPr>
          <p:cNvPr id="11269" name="Rectangle 5">
            <a:extLst>
              <a:ext uri="{FF2B5EF4-FFF2-40B4-BE49-F238E27FC236}">
                <a16:creationId xmlns:a16="http://schemas.microsoft.com/office/drawing/2014/main" id="{722751D0-4241-9A29-48D9-9FF07403CE56}"/>
              </a:ext>
            </a:extLst>
          </p:cNvPr>
          <p:cNvSpPr>
            <a:spLocks noChangeArrowheads="1"/>
          </p:cNvSpPr>
          <p:nvPr/>
        </p:nvSpPr>
        <p:spPr bwMode="auto">
          <a:xfrm>
            <a:off x="1" y="4633385"/>
            <a:ext cx="1206288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2400"/>
              <a:t>One should remember the general order of following functions.</a:t>
            </a:r>
          </a:p>
          <a:p>
            <a:pPr eaLnBrk="1" hangingPunct="1">
              <a:spcBef>
                <a:spcPct val="0"/>
              </a:spcBef>
              <a:buFontTx/>
              <a:buNone/>
            </a:pPr>
            <a:r>
              <a:rPr lang="en-IN" altLang="en-US" sz="2400" b="1">
                <a:solidFill>
                  <a:srgbClr val="FF0000"/>
                </a:solidFill>
              </a:rPr>
              <a:t>O(1) &lt; O(logn) &lt; O( n) &lt; O( nlogn)&lt; O(n*n) &lt; O(n*n*n) &lt; O(n</a:t>
            </a:r>
            <a:r>
              <a:rPr lang="en-IN" altLang="en-US" sz="2400" b="1" baseline="30000">
                <a:solidFill>
                  <a:srgbClr val="FF0000"/>
                </a:solidFill>
              </a:rPr>
              <a:t>k</a:t>
            </a:r>
            <a:r>
              <a:rPr lang="en-IN" altLang="en-US" sz="2400" b="1">
                <a:solidFill>
                  <a:srgbClr val="FF0000"/>
                </a:solidFill>
              </a:rPr>
              <a:t>)&lt; O(2</a:t>
            </a:r>
            <a:r>
              <a:rPr lang="en-IN" altLang="en-US" sz="2400" b="1" baseline="30000">
                <a:solidFill>
                  <a:srgbClr val="FF0000"/>
                </a:solidFill>
              </a:rPr>
              <a:t>n</a:t>
            </a:r>
            <a:r>
              <a:rPr lang="en-IN" altLang="en-US" sz="2400" b="1">
                <a:solidFill>
                  <a:srgbClr val="FF0000"/>
                </a:solidFill>
              </a:rPr>
              <a:t>)</a:t>
            </a:r>
            <a:endParaRPr lang="en-IN" altLang="en-US" sz="2400">
              <a:solidFill>
                <a:srgbClr val="FF0000"/>
              </a:solidFill>
            </a:endParaRPr>
          </a:p>
        </p:txBody>
      </p:sp>
      <p:pic>
        <p:nvPicPr>
          <p:cNvPr id="11270" name="Picture 2" descr="Image result for asymptotic analysis of algorithm">
            <a:extLst>
              <a:ext uri="{FF2B5EF4-FFF2-40B4-BE49-F238E27FC236}">
                <a16:creationId xmlns:a16="http://schemas.microsoft.com/office/drawing/2014/main" id="{A54F973F-9858-2C5C-8BCA-C24C4A2FA5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922867"/>
            <a:ext cx="7065433" cy="3706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Table 7">
            <a:extLst>
              <a:ext uri="{FF2B5EF4-FFF2-40B4-BE49-F238E27FC236}">
                <a16:creationId xmlns:a16="http://schemas.microsoft.com/office/drawing/2014/main" id="{15798834-B75D-DFDF-2983-D8E76C14DA86}"/>
              </a:ext>
            </a:extLst>
          </p:cNvPr>
          <p:cNvGraphicFramePr>
            <a:graphicFrameLocks noGrp="1"/>
          </p:cNvGraphicFramePr>
          <p:nvPr/>
        </p:nvGraphicFramePr>
        <p:xfrm>
          <a:off x="8386234" y="973667"/>
          <a:ext cx="3634318" cy="3757078"/>
        </p:xfrm>
        <a:graphic>
          <a:graphicData uri="http://schemas.openxmlformats.org/drawingml/2006/table">
            <a:tbl>
              <a:tblPr/>
              <a:tblGrid>
                <a:gridCol w="1817159">
                  <a:extLst>
                    <a:ext uri="{9D8B030D-6E8A-4147-A177-3AD203B41FA5}">
                      <a16:colId xmlns:a16="http://schemas.microsoft.com/office/drawing/2014/main" val="20000"/>
                    </a:ext>
                  </a:extLst>
                </a:gridCol>
                <a:gridCol w="1817159">
                  <a:extLst>
                    <a:ext uri="{9D8B030D-6E8A-4147-A177-3AD203B41FA5}">
                      <a16:colId xmlns:a16="http://schemas.microsoft.com/office/drawing/2014/main" val="20001"/>
                    </a:ext>
                  </a:extLst>
                </a:gridCol>
              </a:tblGrid>
              <a:tr h="452109">
                <a:tc>
                  <a:txBody>
                    <a:bodyPr/>
                    <a:lstStyle/>
                    <a:p>
                      <a:pPr algn="ctr">
                        <a:lnSpc>
                          <a:spcPct val="115000"/>
                        </a:lnSpc>
                        <a:spcAft>
                          <a:spcPts val="1000"/>
                        </a:spcAft>
                      </a:pPr>
                      <a:r>
                        <a:rPr lang="en-US" sz="2000" b="1" dirty="0">
                          <a:solidFill>
                            <a:srgbClr val="313131"/>
                          </a:solidFill>
                          <a:latin typeface="Calibri"/>
                          <a:ea typeface="Times New Roman"/>
                          <a:cs typeface="Calibri"/>
                        </a:rPr>
                        <a:t>constant</a:t>
                      </a:r>
                      <a:endParaRPr lang="en-US" sz="2000" b="1" dirty="0">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2000" b="1">
                          <a:solidFill>
                            <a:srgbClr val="313131"/>
                          </a:solidFill>
                          <a:latin typeface="Calibri"/>
                          <a:ea typeface="Times New Roman"/>
                          <a:cs typeface="Calibri"/>
                        </a:rPr>
                        <a:t>Ο(1)</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52109">
                <a:tc>
                  <a:txBody>
                    <a:bodyPr/>
                    <a:lstStyle/>
                    <a:p>
                      <a:pPr algn="ctr">
                        <a:lnSpc>
                          <a:spcPct val="115000"/>
                        </a:lnSpc>
                        <a:spcAft>
                          <a:spcPts val="1000"/>
                        </a:spcAft>
                      </a:pPr>
                      <a:r>
                        <a:rPr lang="en-US" sz="2000" b="1">
                          <a:solidFill>
                            <a:srgbClr val="313131"/>
                          </a:solidFill>
                          <a:latin typeface="Calibri"/>
                          <a:ea typeface="Times New Roman"/>
                          <a:cs typeface="Calibri"/>
                        </a:rPr>
                        <a:t>logarithmic</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2000" b="1">
                          <a:solidFill>
                            <a:srgbClr val="313131"/>
                          </a:solidFill>
                          <a:latin typeface="Calibri"/>
                          <a:ea typeface="Times New Roman"/>
                          <a:cs typeface="Calibri"/>
                        </a:rPr>
                        <a:t>Ο(log n)</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52109">
                <a:tc>
                  <a:txBody>
                    <a:bodyPr/>
                    <a:lstStyle/>
                    <a:p>
                      <a:pPr algn="ctr">
                        <a:lnSpc>
                          <a:spcPct val="115000"/>
                        </a:lnSpc>
                        <a:spcAft>
                          <a:spcPts val="1000"/>
                        </a:spcAft>
                      </a:pPr>
                      <a:r>
                        <a:rPr lang="en-US" sz="2000" b="1">
                          <a:solidFill>
                            <a:srgbClr val="313131"/>
                          </a:solidFill>
                          <a:latin typeface="Calibri"/>
                          <a:ea typeface="Times New Roman"/>
                          <a:cs typeface="Calibri"/>
                        </a:rPr>
                        <a:t>linear</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2000" b="1">
                          <a:solidFill>
                            <a:srgbClr val="313131"/>
                          </a:solidFill>
                          <a:latin typeface="Calibri"/>
                          <a:ea typeface="Times New Roman"/>
                          <a:cs typeface="Calibri"/>
                        </a:rPr>
                        <a:t>Ο(n)</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52109">
                <a:tc>
                  <a:txBody>
                    <a:bodyPr/>
                    <a:lstStyle/>
                    <a:p>
                      <a:pPr algn="ctr">
                        <a:lnSpc>
                          <a:spcPct val="115000"/>
                        </a:lnSpc>
                        <a:spcAft>
                          <a:spcPts val="1000"/>
                        </a:spcAft>
                      </a:pPr>
                      <a:r>
                        <a:rPr lang="en-US" sz="2000" b="1">
                          <a:solidFill>
                            <a:srgbClr val="313131"/>
                          </a:solidFill>
                          <a:latin typeface="Calibri"/>
                          <a:ea typeface="Times New Roman"/>
                          <a:cs typeface="Calibri"/>
                        </a:rPr>
                        <a:t>n log n</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2000" b="1">
                          <a:solidFill>
                            <a:srgbClr val="313131"/>
                          </a:solidFill>
                          <a:latin typeface="Calibri"/>
                          <a:ea typeface="Times New Roman"/>
                          <a:cs typeface="Calibri"/>
                        </a:rPr>
                        <a:t>Ο(n log n)</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52109">
                <a:tc>
                  <a:txBody>
                    <a:bodyPr/>
                    <a:lstStyle/>
                    <a:p>
                      <a:pPr algn="ctr">
                        <a:lnSpc>
                          <a:spcPct val="115000"/>
                        </a:lnSpc>
                        <a:spcAft>
                          <a:spcPts val="1000"/>
                        </a:spcAft>
                      </a:pPr>
                      <a:r>
                        <a:rPr lang="en-US" sz="2000" b="1" dirty="0">
                          <a:solidFill>
                            <a:srgbClr val="313131"/>
                          </a:solidFill>
                          <a:latin typeface="Calibri"/>
                          <a:ea typeface="Times New Roman"/>
                          <a:cs typeface="Calibri"/>
                        </a:rPr>
                        <a:t>quadratic</a:t>
                      </a:r>
                      <a:endParaRPr lang="en-US" sz="2000" b="1" dirty="0">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2000" b="1">
                          <a:solidFill>
                            <a:srgbClr val="313131"/>
                          </a:solidFill>
                          <a:latin typeface="Calibri"/>
                          <a:ea typeface="Times New Roman"/>
                          <a:cs typeface="Calibri"/>
                        </a:rPr>
                        <a:t>Ο(n</a:t>
                      </a:r>
                      <a:r>
                        <a:rPr lang="en-US" sz="2000" b="1" baseline="30000">
                          <a:solidFill>
                            <a:srgbClr val="313131"/>
                          </a:solidFill>
                          <a:latin typeface="Calibri"/>
                          <a:ea typeface="Times New Roman"/>
                          <a:cs typeface="Calibri"/>
                        </a:rPr>
                        <a:t>2</a:t>
                      </a:r>
                      <a:r>
                        <a:rPr lang="en-US" sz="2000" b="1">
                          <a:solidFill>
                            <a:srgbClr val="313131"/>
                          </a:solidFill>
                          <a:latin typeface="Calibri"/>
                          <a:ea typeface="Times New Roman"/>
                          <a:cs typeface="Calibri"/>
                        </a:rPr>
                        <a:t>)</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52109">
                <a:tc>
                  <a:txBody>
                    <a:bodyPr/>
                    <a:lstStyle/>
                    <a:p>
                      <a:pPr algn="ctr">
                        <a:lnSpc>
                          <a:spcPct val="115000"/>
                        </a:lnSpc>
                        <a:spcAft>
                          <a:spcPts val="1000"/>
                        </a:spcAft>
                      </a:pPr>
                      <a:r>
                        <a:rPr lang="en-US" sz="2000" b="1" dirty="0">
                          <a:solidFill>
                            <a:srgbClr val="313131"/>
                          </a:solidFill>
                          <a:latin typeface="Calibri"/>
                          <a:ea typeface="Times New Roman"/>
                          <a:cs typeface="Calibri"/>
                        </a:rPr>
                        <a:t>cubic</a:t>
                      </a:r>
                      <a:endParaRPr lang="en-US" sz="2000" b="1" dirty="0">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2000" b="1">
                          <a:solidFill>
                            <a:srgbClr val="313131"/>
                          </a:solidFill>
                          <a:latin typeface="Calibri"/>
                          <a:ea typeface="Times New Roman"/>
                          <a:cs typeface="Calibri"/>
                        </a:rPr>
                        <a:t>Ο(n</a:t>
                      </a:r>
                      <a:r>
                        <a:rPr lang="en-US" sz="2000" b="1" baseline="30000">
                          <a:solidFill>
                            <a:srgbClr val="313131"/>
                          </a:solidFill>
                          <a:latin typeface="Calibri"/>
                          <a:ea typeface="Times New Roman"/>
                          <a:cs typeface="Calibri"/>
                        </a:rPr>
                        <a:t>3</a:t>
                      </a:r>
                      <a:r>
                        <a:rPr lang="en-US" sz="2000" b="1">
                          <a:solidFill>
                            <a:srgbClr val="313131"/>
                          </a:solidFill>
                          <a:latin typeface="Calibri"/>
                          <a:ea typeface="Times New Roman"/>
                          <a:cs typeface="Calibri"/>
                        </a:rPr>
                        <a:t>)</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22212">
                <a:tc>
                  <a:txBody>
                    <a:bodyPr/>
                    <a:lstStyle/>
                    <a:p>
                      <a:pPr algn="ctr">
                        <a:lnSpc>
                          <a:spcPct val="115000"/>
                        </a:lnSpc>
                        <a:spcAft>
                          <a:spcPts val="1000"/>
                        </a:spcAft>
                      </a:pPr>
                      <a:r>
                        <a:rPr lang="en-US" sz="2000" b="1">
                          <a:solidFill>
                            <a:srgbClr val="313131"/>
                          </a:solidFill>
                          <a:latin typeface="Calibri"/>
                          <a:ea typeface="Times New Roman"/>
                          <a:cs typeface="Calibri"/>
                        </a:rPr>
                        <a:t>polynomial</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2400" b="1" dirty="0" err="1">
                          <a:solidFill>
                            <a:srgbClr val="313131"/>
                          </a:solidFill>
                          <a:latin typeface="Calibri"/>
                          <a:ea typeface="Times New Roman"/>
                          <a:cs typeface="Calibri"/>
                        </a:rPr>
                        <a:t>n</a:t>
                      </a:r>
                      <a:r>
                        <a:rPr lang="en-US" sz="2400" b="1" baseline="30000" dirty="0" err="1">
                          <a:solidFill>
                            <a:srgbClr val="313131"/>
                          </a:solidFill>
                          <a:latin typeface="Calibri"/>
                          <a:ea typeface="Times New Roman"/>
                          <a:cs typeface="Calibri"/>
                        </a:rPr>
                        <a:t>Ο</a:t>
                      </a:r>
                      <a:r>
                        <a:rPr lang="en-US" sz="2400" b="1" baseline="30000" dirty="0">
                          <a:solidFill>
                            <a:srgbClr val="313131"/>
                          </a:solidFill>
                          <a:latin typeface="Calibri"/>
                          <a:ea typeface="Times New Roman"/>
                          <a:cs typeface="Calibri"/>
                        </a:rPr>
                        <a:t>(1)</a:t>
                      </a:r>
                      <a:endParaRPr lang="en-US" sz="2400" b="1" dirty="0">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522212">
                <a:tc>
                  <a:txBody>
                    <a:bodyPr/>
                    <a:lstStyle/>
                    <a:p>
                      <a:pPr algn="ctr">
                        <a:lnSpc>
                          <a:spcPct val="115000"/>
                        </a:lnSpc>
                        <a:spcAft>
                          <a:spcPts val="1000"/>
                        </a:spcAft>
                      </a:pPr>
                      <a:r>
                        <a:rPr lang="en-US" sz="2000" b="1">
                          <a:solidFill>
                            <a:srgbClr val="313131"/>
                          </a:solidFill>
                          <a:latin typeface="Calibri"/>
                          <a:ea typeface="Times New Roman"/>
                          <a:cs typeface="Calibri"/>
                        </a:rPr>
                        <a:t>exponential</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2400" b="1" dirty="0">
                          <a:solidFill>
                            <a:srgbClr val="313131"/>
                          </a:solidFill>
                          <a:latin typeface="Calibri"/>
                          <a:ea typeface="Times New Roman"/>
                          <a:cs typeface="Calibri"/>
                        </a:rPr>
                        <a:t>2</a:t>
                      </a:r>
                      <a:r>
                        <a:rPr lang="en-US" sz="2400" b="1" baseline="30000" dirty="0">
                          <a:solidFill>
                            <a:srgbClr val="313131"/>
                          </a:solidFill>
                          <a:latin typeface="Calibri"/>
                          <a:ea typeface="Times New Roman"/>
                          <a:cs typeface="Calibri"/>
                        </a:rPr>
                        <a:t>Ο(n)</a:t>
                      </a:r>
                      <a:endParaRPr lang="en-US" sz="2400" b="1" dirty="0">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Date Placeholder 3">
            <a:extLst>
              <a:ext uri="{FF2B5EF4-FFF2-40B4-BE49-F238E27FC236}">
                <a16:creationId xmlns:a16="http://schemas.microsoft.com/office/drawing/2014/main" id="{88A33363-0710-7887-77D2-2EF36F4A64A3}"/>
              </a:ext>
            </a:extLst>
          </p:cNvPr>
          <p:cNvSpPr>
            <a:spLocks noGrp="1"/>
          </p:cNvSpPr>
          <p:nvPr>
            <p:ph type="dt" sz="quarter" idx="10"/>
          </p:nvPr>
        </p:nvSpPr>
        <p:spPr/>
        <p:txBody>
          <a:bodyPr/>
          <a:lstStyle/>
          <a:p>
            <a:pPr>
              <a:defRPr/>
            </a:pPr>
            <a:r>
              <a:rPr lang="en-US" dirty="0"/>
              <a:t>Asymptotic Analysis</a:t>
            </a:r>
          </a:p>
        </p:txBody>
      </p:sp>
      <p:sp>
        <p:nvSpPr>
          <p:cNvPr id="12291" name="Rectangle 2">
            <a:extLst>
              <a:ext uri="{FF2B5EF4-FFF2-40B4-BE49-F238E27FC236}">
                <a16:creationId xmlns:a16="http://schemas.microsoft.com/office/drawing/2014/main" id="{8458C184-A644-EBC0-03FB-BA918D8898D3}"/>
              </a:ext>
            </a:extLst>
          </p:cNvPr>
          <p:cNvSpPr>
            <a:spLocks noGrp="1"/>
          </p:cNvSpPr>
          <p:nvPr>
            <p:ph type="title"/>
          </p:nvPr>
        </p:nvSpPr>
        <p:spPr>
          <a:xfrm>
            <a:off x="609600" y="232222"/>
            <a:ext cx="10972800" cy="726017"/>
          </a:xfrm>
        </p:spPr>
        <p:txBody>
          <a:bodyPr/>
          <a:lstStyle/>
          <a:p>
            <a:pPr eaLnBrk="1" hangingPunct="1"/>
            <a:r>
              <a:rPr lang="en-US" altLang="en-US" b="1" dirty="0"/>
              <a:t>Simplifying with Big-O</a:t>
            </a:r>
          </a:p>
        </p:txBody>
      </p:sp>
      <p:sp>
        <p:nvSpPr>
          <p:cNvPr id="12292" name="Rectangle 3" descr="Rectangle: Click to edit Master text styles&#10;Second level&#10;Third level&#10;Fourth level&#10;Fifth level">
            <a:extLst>
              <a:ext uri="{FF2B5EF4-FFF2-40B4-BE49-F238E27FC236}">
                <a16:creationId xmlns:a16="http://schemas.microsoft.com/office/drawing/2014/main" id="{777DEB9D-E33F-1910-5361-3A2F953F02E6}"/>
              </a:ext>
            </a:extLst>
          </p:cNvPr>
          <p:cNvSpPr>
            <a:spLocks noGrp="1"/>
          </p:cNvSpPr>
          <p:nvPr>
            <p:ph type="body" idx="1"/>
          </p:nvPr>
        </p:nvSpPr>
        <p:spPr>
          <a:xfrm>
            <a:off x="609600" y="1492552"/>
            <a:ext cx="10871200" cy="4572000"/>
          </a:xfrm>
        </p:spPr>
        <p:txBody>
          <a:bodyPr/>
          <a:lstStyle/>
          <a:p>
            <a:pPr marL="711182" indent="-711182">
              <a:buNone/>
            </a:pPr>
            <a:r>
              <a:rPr lang="en-US" altLang="en-US" sz="3200" dirty="0"/>
              <a:t>By definition, Big-O allows us to:</a:t>
            </a:r>
          </a:p>
          <a:p>
            <a:pPr marL="1219170" lvl="1" indent="-609585">
              <a:buClr>
                <a:schemeClr val="tx1"/>
              </a:buClr>
              <a:buNone/>
            </a:pPr>
            <a:r>
              <a:rPr lang="en-US" altLang="en-US" sz="2667" dirty="0"/>
              <a:t>Eliminate low order terms</a:t>
            </a:r>
          </a:p>
          <a:p>
            <a:pPr marL="1828754" lvl="2" indent="-609585"/>
            <a:r>
              <a:rPr lang="en-US" altLang="en-US" sz="2667" dirty="0"/>
              <a:t>4n + 5   </a:t>
            </a:r>
            <a:r>
              <a:rPr lang="en-US" altLang="en-US" sz="2667" dirty="0">
                <a:sym typeface="Symbol" panose="05050102010706020507" pitchFamily="18" charset="2"/>
              </a:rPr>
              <a:t>   4n</a:t>
            </a:r>
          </a:p>
          <a:p>
            <a:pPr marL="1828754" lvl="2" indent="-609585"/>
            <a:r>
              <a:rPr lang="en-US" altLang="en-US" sz="2667" dirty="0"/>
              <a:t>0.5 n log n  -  2n  +  7   </a:t>
            </a:r>
            <a:r>
              <a:rPr lang="en-US" altLang="en-US" sz="2667" dirty="0">
                <a:sym typeface="Symbol" panose="05050102010706020507" pitchFamily="18" charset="2"/>
              </a:rPr>
              <a:t>   0.5 n log n</a:t>
            </a:r>
            <a:endParaRPr lang="en-US" altLang="en-US" sz="2667" dirty="0"/>
          </a:p>
          <a:p>
            <a:pPr marL="1219170" lvl="1" indent="-609585">
              <a:buClr>
                <a:schemeClr val="tx1"/>
              </a:buClr>
              <a:buNone/>
            </a:pPr>
            <a:r>
              <a:rPr lang="en-US" altLang="en-US" sz="2667" dirty="0"/>
              <a:t>Eliminate constant coefficients</a:t>
            </a:r>
          </a:p>
          <a:p>
            <a:pPr marL="1828754" lvl="2" indent="-609585"/>
            <a:r>
              <a:rPr lang="en-US" altLang="en-US" sz="2667" dirty="0"/>
              <a:t>4n   </a:t>
            </a:r>
            <a:r>
              <a:rPr lang="en-US" altLang="en-US" sz="2667" dirty="0">
                <a:sym typeface="Symbol" panose="05050102010706020507" pitchFamily="18" charset="2"/>
              </a:rPr>
              <a:t>   n</a:t>
            </a:r>
          </a:p>
          <a:p>
            <a:pPr marL="1828754" lvl="2" indent="-609585"/>
            <a:r>
              <a:rPr lang="en-US" altLang="en-US" sz="2667" dirty="0">
                <a:sym typeface="Symbol" panose="05050102010706020507" pitchFamily="18" charset="2"/>
              </a:rPr>
              <a:t>0.5 n log n      n log n</a:t>
            </a:r>
          </a:p>
          <a:p>
            <a:pPr marL="1828754" lvl="2" indent="-609585"/>
            <a:r>
              <a:rPr lang="en-US" altLang="en-US" sz="2667" dirty="0">
                <a:sym typeface="Symbol" panose="05050102010706020507" pitchFamily="18" charset="2"/>
              </a:rPr>
              <a:t>log n</a:t>
            </a:r>
            <a:r>
              <a:rPr lang="en-US" altLang="en-US" sz="2667" baseline="30000" dirty="0">
                <a:sym typeface="Symbol" panose="05050102010706020507" pitchFamily="18" charset="2"/>
              </a:rPr>
              <a:t>2</a:t>
            </a:r>
            <a:r>
              <a:rPr lang="en-US" altLang="en-US" sz="2667" dirty="0">
                <a:sym typeface="Symbol" panose="05050102010706020507" pitchFamily="18" charset="2"/>
              </a:rPr>
              <a:t>  =  2 log n        log n</a:t>
            </a:r>
          </a:p>
          <a:p>
            <a:pPr marL="1828754" lvl="2" indent="-609585"/>
            <a:r>
              <a:rPr lang="en-US" altLang="en-US" sz="2667" dirty="0">
                <a:sym typeface="Symbol" panose="05050102010706020507" pitchFamily="18" charset="2"/>
              </a:rPr>
              <a:t>log</a:t>
            </a:r>
            <a:r>
              <a:rPr lang="en-US" altLang="en-US" sz="2667" baseline="-25000" dirty="0">
                <a:sym typeface="Symbol" panose="05050102010706020507" pitchFamily="18" charset="2"/>
              </a:rPr>
              <a:t>3</a:t>
            </a:r>
            <a:r>
              <a:rPr lang="en-US" altLang="en-US" sz="2667" dirty="0">
                <a:sym typeface="Symbol" panose="05050102010706020507" pitchFamily="18" charset="2"/>
              </a:rPr>
              <a:t> n  =  (log</a:t>
            </a:r>
            <a:r>
              <a:rPr lang="en-US" altLang="en-US" sz="2667" baseline="-25000" dirty="0">
                <a:sym typeface="Symbol" panose="05050102010706020507" pitchFamily="18" charset="2"/>
              </a:rPr>
              <a:t>3</a:t>
            </a:r>
            <a:r>
              <a:rPr lang="en-US" altLang="en-US" sz="2667" dirty="0">
                <a:sym typeface="Symbol" panose="05050102010706020507" pitchFamily="18" charset="2"/>
              </a:rPr>
              <a:t> 2) log n     log n</a:t>
            </a:r>
          </a:p>
          <a:p>
            <a:pPr marL="711182" indent="-711182">
              <a:buNone/>
            </a:pPr>
            <a:endParaRPr lang="en-US" altLang="en-US" sz="3200" dirty="0">
              <a:sym typeface="Symbol" panose="05050102010706020507" pitchFamily="18" charset="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328B134F-909C-D385-D80E-B9FC8F4A6B70}"/>
              </a:ext>
            </a:extLst>
          </p:cNvPr>
          <p:cNvSpPr>
            <a:spLocks noGrp="1"/>
          </p:cNvSpPr>
          <p:nvPr>
            <p:ph type="title"/>
          </p:nvPr>
        </p:nvSpPr>
        <p:spPr>
          <a:xfrm>
            <a:off x="588433" y="287082"/>
            <a:ext cx="10972800" cy="673100"/>
          </a:xfrm>
        </p:spPr>
        <p:txBody>
          <a:bodyPr/>
          <a:lstStyle/>
          <a:p>
            <a:pPr eaLnBrk="1" hangingPunct="1"/>
            <a:r>
              <a:rPr lang="en-US" altLang="en-US" b="1" dirty="0"/>
              <a:t>Big-O Examples</a:t>
            </a:r>
          </a:p>
        </p:txBody>
      </p:sp>
      <p:sp>
        <p:nvSpPr>
          <p:cNvPr id="14339" name="Rectangle 3" descr="Rectangle: Click to edit Master text styles&#10;Second level&#10;Third level&#10;Fourth level&#10;Fifth level">
            <a:extLst>
              <a:ext uri="{FF2B5EF4-FFF2-40B4-BE49-F238E27FC236}">
                <a16:creationId xmlns:a16="http://schemas.microsoft.com/office/drawing/2014/main" id="{4BB5E66A-A0B0-5A05-6210-BBD326DF37AE}"/>
              </a:ext>
            </a:extLst>
          </p:cNvPr>
          <p:cNvSpPr>
            <a:spLocks noGrp="1"/>
          </p:cNvSpPr>
          <p:nvPr>
            <p:ph type="body" idx="1"/>
          </p:nvPr>
        </p:nvSpPr>
        <p:spPr>
          <a:xfrm>
            <a:off x="685800" y="1037167"/>
            <a:ext cx="10464800" cy="4648200"/>
          </a:xfrm>
        </p:spPr>
        <p:txBody>
          <a:bodyPr/>
          <a:lstStyle/>
          <a:p>
            <a:pPr eaLnBrk="1" hangingPunct="1">
              <a:buClr>
                <a:schemeClr val="tx1"/>
              </a:buClr>
              <a:buFont typeface="Wingdings" panose="05000000000000000000" pitchFamily="2" charset="2"/>
              <a:buNone/>
            </a:pPr>
            <a:endParaRPr lang="en-US" altLang="en-US" sz="2133" dirty="0"/>
          </a:p>
          <a:p>
            <a:pPr eaLnBrk="1" hangingPunct="1">
              <a:buClr>
                <a:schemeClr val="tx1"/>
              </a:buClr>
              <a:buFont typeface="Wingdings" panose="05000000000000000000" pitchFamily="2" charset="2"/>
              <a:buNone/>
            </a:pPr>
            <a:r>
              <a:rPr lang="en-US" altLang="en-US" sz="2133" dirty="0"/>
              <a:t>n</a:t>
            </a:r>
            <a:r>
              <a:rPr lang="en-US" altLang="en-US" sz="2133" baseline="30000" dirty="0"/>
              <a:t>2</a:t>
            </a:r>
            <a:r>
              <a:rPr lang="en-US" altLang="en-US" sz="2133" dirty="0"/>
              <a:t> + 100 n </a:t>
            </a:r>
            <a:r>
              <a:rPr lang="en-US" altLang="en-US" sz="2133" dirty="0">
                <a:sym typeface="Symbol" panose="05050102010706020507" pitchFamily="18" charset="2"/>
              </a:rPr>
              <a:t> = </a:t>
            </a:r>
            <a:r>
              <a:rPr lang="en-US" altLang="en-US" sz="2133" dirty="0"/>
              <a:t> </a:t>
            </a:r>
            <a:r>
              <a:rPr lang="en-US" altLang="en-US" sz="2133" dirty="0">
                <a:sym typeface="Symbol" panose="05050102010706020507" pitchFamily="18" charset="2"/>
              </a:rPr>
              <a:t>O(n</a:t>
            </a:r>
            <a:r>
              <a:rPr lang="en-US" altLang="en-US" sz="2133" baseline="30000" dirty="0">
                <a:sym typeface="Symbol" panose="05050102010706020507" pitchFamily="18" charset="2"/>
              </a:rPr>
              <a:t>2</a:t>
            </a:r>
            <a:r>
              <a:rPr lang="en-US" altLang="en-US" sz="2133" dirty="0">
                <a:sym typeface="Symbol" panose="05050102010706020507" pitchFamily="18" charset="2"/>
              </a:rPr>
              <a:t>)</a:t>
            </a:r>
          </a:p>
          <a:p>
            <a:pPr lvl="2" eaLnBrk="1" hangingPunct="1">
              <a:buClr>
                <a:schemeClr val="tx1"/>
              </a:buClr>
              <a:buFont typeface="Wingdings" panose="05000000000000000000" pitchFamily="2" charset="2"/>
              <a:buNone/>
            </a:pPr>
            <a:r>
              <a:rPr lang="en-US" altLang="en-US" sz="2133" i="1" dirty="0"/>
              <a:t>follows from …</a:t>
            </a:r>
            <a:r>
              <a:rPr lang="en-US" altLang="en-US" sz="2133" dirty="0"/>
              <a:t> ( n</a:t>
            </a:r>
            <a:r>
              <a:rPr lang="en-US" altLang="en-US" sz="2133" baseline="30000" dirty="0"/>
              <a:t>2</a:t>
            </a:r>
            <a:r>
              <a:rPr lang="en-US" altLang="en-US" sz="2133" dirty="0"/>
              <a:t> + 100 n )   </a:t>
            </a:r>
            <a:r>
              <a:rPr lang="en-US" altLang="en-US" sz="2133" dirty="0">
                <a:sym typeface="Symbol" panose="05050102010706020507" pitchFamily="18" charset="2"/>
              </a:rPr>
              <a:t>   2 </a:t>
            </a:r>
            <a:r>
              <a:rPr lang="en-US" altLang="en-US" sz="2133" dirty="0"/>
              <a:t>n</a:t>
            </a:r>
            <a:r>
              <a:rPr lang="en-US" altLang="en-US" sz="2133" baseline="30000" dirty="0"/>
              <a:t>2</a:t>
            </a:r>
            <a:r>
              <a:rPr lang="en-US" altLang="en-US" sz="2133" dirty="0">
                <a:sym typeface="Symbol" panose="05050102010706020507" pitchFamily="18" charset="2"/>
              </a:rPr>
              <a:t>     for  n  10 </a:t>
            </a:r>
          </a:p>
          <a:p>
            <a:pPr eaLnBrk="1" hangingPunct="1">
              <a:buClr>
                <a:schemeClr val="tx1"/>
              </a:buClr>
              <a:buFont typeface="Wingdings" panose="05000000000000000000" pitchFamily="2" charset="2"/>
              <a:buNone/>
            </a:pPr>
            <a:endParaRPr lang="en-US" altLang="en-US" sz="2133" dirty="0"/>
          </a:p>
          <a:p>
            <a:pPr eaLnBrk="1" hangingPunct="1">
              <a:buClr>
                <a:schemeClr val="tx1"/>
              </a:buClr>
              <a:buFont typeface="Wingdings" panose="05000000000000000000" pitchFamily="2" charset="2"/>
              <a:buNone/>
            </a:pPr>
            <a:r>
              <a:rPr lang="en-US" altLang="en-US" sz="2133" dirty="0"/>
              <a:t>n</a:t>
            </a:r>
            <a:r>
              <a:rPr lang="en-US" altLang="en-US" sz="2133" baseline="30000" dirty="0"/>
              <a:t>2</a:t>
            </a:r>
            <a:r>
              <a:rPr lang="en-US" altLang="en-US" sz="2133" dirty="0"/>
              <a:t> + 100 n </a:t>
            </a:r>
            <a:r>
              <a:rPr lang="en-US" altLang="en-US" sz="2133" dirty="0">
                <a:sym typeface="Symbol" panose="05050102010706020507" pitchFamily="18" charset="2"/>
              </a:rPr>
              <a:t> = </a:t>
            </a:r>
            <a:r>
              <a:rPr lang="en-US" altLang="en-US" sz="2133" dirty="0"/>
              <a:t> </a:t>
            </a:r>
            <a:r>
              <a:rPr lang="en-US" altLang="en-US" sz="2133" dirty="0">
                <a:sym typeface="Symbol" panose="05050102010706020507" pitchFamily="18" charset="2"/>
              </a:rPr>
              <a:t>(n</a:t>
            </a:r>
            <a:r>
              <a:rPr lang="en-US" altLang="en-US" sz="2133" baseline="30000" dirty="0">
                <a:sym typeface="Symbol" panose="05050102010706020507" pitchFamily="18" charset="2"/>
              </a:rPr>
              <a:t>2</a:t>
            </a:r>
            <a:r>
              <a:rPr lang="en-US" altLang="en-US" sz="2133" dirty="0">
                <a:sym typeface="Symbol" panose="05050102010706020507" pitchFamily="18" charset="2"/>
              </a:rPr>
              <a:t>)</a:t>
            </a:r>
          </a:p>
          <a:p>
            <a:pPr lvl="2" eaLnBrk="1" hangingPunct="1">
              <a:buClr>
                <a:schemeClr val="tx1"/>
              </a:buClr>
              <a:buFont typeface="Wingdings" panose="05000000000000000000" pitchFamily="2" charset="2"/>
              <a:buNone/>
            </a:pPr>
            <a:r>
              <a:rPr lang="en-US" altLang="en-US" sz="2133" i="1" dirty="0"/>
              <a:t>follows from …</a:t>
            </a:r>
            <a:r>
              <a:rPr lang="en-US" altLang="en-US" sz="2133" dirty="0"/>
              <a:t>( n</a:t>
            </a:r>
            <a:r>
              <a:rPr lang="en-US" altLang="en-US" sz="2133" baseline="30000" dirty="0"/>
              <a:t>2</a:t>
            </a:r>
            <a:r>
              <a:rPr lang="en-US" altLang="en-US" sz="2133" dirty="0"/>
              <a:t> + 100 n )   </a:t>
            </a:r>
            <a:r>
              <a:rPr lang="en-US" altLang="en-US" sz="2133" dirty="0">
                <a:sym typeface="Symbol" panose="05050102010706020507" pitchFamily="18" charset="2"/>
              </a:rPr>
              <a:t>   1 </a:t>
            </a:r>
            <a:r>
              <a:rPr lang="en-US" altLang="en-US" sz="2133" dirty="0"/>
              <a:t>n</a:t>
            </a:r>
            <a:r>
              <a:rPr lang="en-US" altLang="en-US" sz="2133" baseline="30000" dirty="0"/>
              <a:t>2</a:t>
            </a:r>
            <a:r>
              <a:rPr lang="en-US" altLang="en-US" sz="2133" dirty="0">
                <a:sym typeface="Symbol" panose="05050102010706020507" pitchFamily="18" charset="2"/>
              </a:rPr>
              <a:t>     for  n  0</a:t>
            </a:r>
            <a:endParaRPr lang="en-US" altLang="en-US" sz="2133" dirty="0"/>
          </a:p>
          <a:p>
            <a:pPr eaLnBrk="1" hangingPunct="1">
              <a:buClr>
                <a:schemeClr val="tx1"/>
              </a:buClr>
              <a:buFont typeface="Wingdings" panose="05000000000000000000" pitchFamily="2" charset="2"/>
              <a:buNone/>
            </a:pPr>
            <a:endParaRPr lang="en-US" altLang="en-US" sz="2133" dirty="0"/>
          </a:p>
          <a:p>
            <a:pPr eaLnBrk="1" hangingPunct="1">
              <a:buClr>
                <a:schemeClr val="tx1"/>
              </a:buClr>
              <a:buFont typeface="Wingdings" panose="05000000000000000000" pitchFamily="2" charset="2"/>
              <a:buNone/>
            </a:pPr>
            <a:r>
              <a:rPr lang="en-US" altLang="en-US" sz="2133" dirty="0"/>
              <a:t>n</a:t>
            </a:r>
            <a:r>
              <a:rPr lang="en-US" altLang="en-US" sz="2133" baseline="30000" dirty="0"/>
              <a:t>2</a:t>
            </a:r>
            <a:r>
              <a:rPr lang="en-US" altLang="en-US" sz="2133" dirty="0"/>
              <a:t> + 100 n </a:t>
            </a:r>
            <a:r>
              <a:rPr lang="en-US" altLang="en-US" sz="2133" dirty="0">
                <a:sym typeface="Symbol" panose="05050102010706020507" pitchFamily="18" charset="2"/>
              </a:rPr>
              <a:t> = </a:t>
            </a:r>
            <a:r>
              <a:rPr lang="en-US" altLang="en-US" sz="2133" dirty="0"/>
              <a:t> </a:t>
            </a:r>
            <a:r>
              <a:rPr lang="en-US" altLang="en-US" sz="2133" dirty="0">
                <a:sym typeface="Symbol" panose="05050102010706020507" pitchFamily="18" charset="2"/>
              </a:rPr>
              <a:t>(n</a:t>
            </a:r>
            <a:r>
              <a:rPr lang="en-US" altLang="en-US" sz="2133" baseline="30000" dirty="0">
                <a:sym typeface="Symbol" panose="05050102010706020507" pitchFamily="18" charset="2"/>
              </a:rPr>
              <a:t>2</a:t>
            </a:r>
            <a:r>
              <a:rPr lang="en-US" altLang="en-US" sz="2133" dirty="0">
                <a:sym typeface="Symbol" panose="05050102010706020507" pitchFamily="18" charset="2"/>
              </a:rPr>
              <a:t>)</a:t>
            </a:r>
          </a:p>
          <a:p>
            <a:pPr lvl="2" eaLnBrk="1" hangingPunct="1">
              <a:buClr>
                <a:schemeClr val="tx1"/>
              </a:buClr>
              <a:buFont typeface="Wingdings" panose="05000000000000000000" pitchFamily="2" charset="2"/>
              <a:buNone/>
            </a:pPr>
            <a:r>
              <a:rPr lang="en-US" altLang="en-US" sz="2133" i="1" dirty="0"/>
              <a:t>by definition</a:t>
            </a:r>
            <a:endParaRPr lang="en-US" altLang="en-US" sz="2133" dirty="0"/>
          </a:p>
          <a:p>
            <a:pPr eaLnBrk="1" hangingPunct="1">
              <a:buClr>
                <a:schemeClr val="tx1"/>
              </a:buClr>
              <a:buFont typeface="Wingdings" panose="05000000000000000000" pitchFamily="2" charset="2"/>
              <a:buNone/>
            </a:pPr>
            <a:endParaRPr lang="en-US" altLang="en-US" sz="2133" dirty="0"/>
          </a:p>
          <a:p>
            <a:pPr eaLnBrk="1" hangingPunct="1">
              <a:buClr>
                <a:schemeClr val="tx1"/>
              </a:buClr>
              <a:buFont typeface="Wingdings" panose="05000000000000000000" pitchFamily="2" charset="2"/>
              <a:buNone/>
            </a:pPr>
            <a:r>
              <a:rPr lang="en-US" altLang="en-US" sz="2133" dirty="0"/>
              <a:t>n log n </a:t>
            </a:r>
            <a:r>
              <a:rPr lang="en-US" altLang="en-US" sz="2133" dirty="0">
                <a:sym typeface="Symbol" panose="05050102010706020507" pitchFamily="18" charset="2"/>
              </a:rPr>
              <a:t> = </a:t>
            </a:r>
            <a:r>
              <a:rPr lang="en-US" altLang="en-US" sz="2133" dirty="0"/>
              <a:t> O(n</a:t>
            </a:r>
            <a:r>
              <a:rPr lang="en-US" altLang="en-US" sz="2133" baseline="30000" dirty="0"/>
              <a:t>2</a:t>
            </a:r>
            <a:r>
              <a:rPr lang="en-US" altLang="en-US" sz="2133" dirty="0"/>
              <a:t>)</a:t>
            </a:r>
          </a:p>
          <a:p>
            <a:pPr eaLnBrk="1" hangingPunct="1">
              <a:buClr>
                <a:schemeClr val="tx1"/>
              </a:buClr>
              <a:buFont typeface="Wingdings" panose="05000000000000000000" pitchFamily="2" charset="2"/>
              <a:buNone/>
            </a:pPr>
            <a:r>
              <a:rPr lang="en-US" altLang="en-US" sz="2133" dirty="0"/>
              <a:t>n log n </a:t>
            </a:r>
            <a:r>
              <a:rPr lang="en-US" altLang="en-US" sz="2133" dirty="0">
                <a:sym typeface="Symbol" panose="05050102010706020507" pitchFamily="18" charset="2"/>
              </a:rPr>
              <a:t> = </a:t>
            </a:r>
            <a:r>
              <a:rPr lang="en-US" altLang="en-US" sz="2133" dirty="0"/>
              <a:t>(n log n)</a:t>
            </a:r>
          </a:p>
          <a:p>
            <a:pPr eaLnBrk="1" hangingPunct="1">
              <a:buClr>
                <a:schemeClr val="tx1"/>
              </a:buClr>
              <a:buFont typeface="Wingdings" panose="05000000000000000000" pitchFamily="2" charset="2"/>
              <a:buNone/>
            </a:pPr>
            <a:r>
              <a:rPr lang="en-US" altLang="en-US" sz="2133" dirty="0"/>
              <a:t>n log n </a:t>
            </a:r>
            <a:r>
              <a:rPr lang="en-US" altLang="en-US" sz="2133" dirty="0">
                <a:sym typeface="Symbol" panose="05050102010706020507" pitchFamily="18" charset="2"/>
              </a:rPr>
              <a:t> = </a:t>
            </a:r>
            <a:r>
              <a:rPr lang="en-US" altLang="en-US" sz="2133" dirty="0"/>
              <a:t> </a:t>
            </a:r>
            <a:r>
              <a:rPr lang="en-US" altLang="en-US" sz="2133" dirty="0">
                <a:sym typeface="Symbol" panose="05050102010706020507" pitchFamily="18" charset="2"/>
              </a:rPr>
              <a:t>(n)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39B213-914F-1606-3BD9-39AFBC56A505}"/>
              </a:ext>
            </a:extLst>
          </p:cNvPr>
          <p:cNvSpPr>
            <a:spLocks noGrp="1"/>
          </p:cNvSpPr>
          <p:nvPr>
            <p:ph idx="1"/>
          </p:nvPr>
        </p:nvSpPr>
        <p:spPr>
          <a:xfrm>
            <a:off x="0" y="965201"/>
            <a:ext cx="12192000" cy="1344084"/>
          </a:xfrm>
        </p:spPr>
        <p:txBody>
          <a:bodyPr rtlCol="0">
            <a:normAutofit fontScale="92500" lnSpcReduction="10000"/>
          </a:bodyPr>
          <a:lstStyle/>
          <a:p>
            <a:pPr algn="just">
              <a:lnSpc>
                <a:spcPct val="170000"/>
              </a:lnSpc>
              <a:spcBef>
                <a:spcPct val="0"/>
              </a:spcBef>
              <a:buFont typeface="Wingdings" pitchFamily="2" charset="2"/>
              <a:buChar char="§"/>
              <a:defRPr/>
            </a:pPr>
            <a:r>
              <a:rPr lang="en-IN" b="1" dirty="0"/>
              <a:t>Big-Ο is used as a tight upper-bound on the growth of an algorithm’s effort. </a:t>
            </a:r>
          </a:p>
          <a:p>
            <a:pPr algn="just">
              <a:lnSpc>
                <a:spcPct val="170000"/>
              </a:lnSpc>
              <a:spcBef>
                <a:spcPct val="0"/>
              </a:spcBef>
              <a:buFont typeface="Wingdings" pitchFamily="2" charset="2"/>
              <a:buChar char="§"/>
              <a:defRPr/>
            </a:pPr>
            <a:r>
              <a:rPr lang="en-IN" b="1" dirty="0"/>
              <a:t>“Little-ο” (ο()) notation is used to describe an upper-bound that cannot be tight.</a:t>
            </a:r>
            <a:endParaRPr lang="en-IN" dirty="0"/>
          </a:p>
        </p:txBody>
      </p:sp>
      <p:sp>
        <p:nvSpPr>
          <p:cNvPr id="16388" name="Rectangle 1">
            <a:extLst>
              <a:ext uri="{FF2B5EF4-FFF2-40B4-BE49-F238E27FC236}">
                <a16:creationId xmlns:a16="http://schemas.microsoft.com/office/drawing/2014/main" id="{4590A35A-3B66-C8F2-A85E-4DCA502B238E}"/>
              </a:ext>
            </a:extLst>
          </p:cNvPr>
          <p:cNvSpPr>
            <a:spLocks noChangeArrowheads="1"/>
          </p:cNvSpPr>
          <p:nvPr/>
        </p:nvSpPr>
        <p:spPr bwMode="auto">
          <a:xfrm>
            <a:off x="1" y="4353984"/>
            <a:ext cx="775123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Char char="§"/>
            </a:pPr>
            <a:r>
              <a:rPr lang="en-US" altLang="en-US" sz="2800" b="1">
                <a:solidFill>
                  <a:srgbClr val="FF0000"/>
                </a:solidFill>
              </a:rPr>
              <a:t>For big Oh</a:t>
            </a:r>
            <a:r>
              <a:rPr lang="en-US" altLang="en-US" sz="2800" b="1">
                <a:solidFill>
                  <a:srgbClr val="222222"/>
                </a:solidFill>
              </a:rPr>
              <a:t>: true for </a:t>
            </a:r>
            <a:r>
              <a:rPr lang="en-US" altLang="en-US" sz="2800" b="1" i="1">
                <a:solidFill>
                  <a:srgbClr val="222222"/>
                </a:solidFill>
              </a:rPr>
              <a:t>at least one</a:t>
            </a:r>
            <a:r>
              <a:rPr lang="en-US" altLang="en-US" sz="2800" b="1">
                <a:solidFill>
                  <a:srgbClr val="222222"/>
                </a:solidFill>
              </a:rPr>
              <a:t> constant c</a:t>
            </a:r>
            <a:endParaRPr lang="en-IN" altLang="en-US" sz="2800" b="1"/>
          </a:p>
        </p:txBody>
      </p:sp>
      <p:sp>
        <p:nvSpPr>
          <p:cNvPr id="16389" name="Rectangle 6">
            <a:extLst>
              <a:ext uri="{FF2B5EF4-FFF2-40B4-BE49-F238E27FC236}">
                <a16:creationId xmlns:a16="http://schemas.microsoft.com/office/drawing/2014/main" id="{FBB00A05-52FC-F352-F6A6-6DA18D07BE4F}"/>
              </a:ext>
            </a:extLst>
          </p:cNvPr>
          <p:cNvSpPr>
            <a:spLocks noChangeArrowheads="1"/>
          </p:cNvSpPr>
          <p:nvPr/>
        </p:nvSpPr>
        <p:spPr bwMode="auto">
          <a:xfrm>
            <a:off x="0" y="4836585"/>
            <a:ext cx="7924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Char char="§"/>
            </a:pPr>
            <a:r>
              <a:rPr lang="en-US" altLang="en-US" sz="2800" b="1">
                <a:solidFill>
                  <a:srgbClr val="FF0000"/>
                </a:solidFill>
              </a:rPr>
              <a:t>For little o</a:t>
            </a:r>
            <a:r>
              <a:rPr lang="en-US" altLang="en-US" sz="2800" b="1">
                <a:solidFill>
                  <a:srgbClr val="222222"/>
                </a:solidFill>
              </a:rPr>
              <a:t>: true for all constant c</a:t>
            </a:r>
            <a:endParaRPr lang="en-IN" altLang="en-US" sz="2800" b="1"/>
          </a:p>
        </p:txBody>
      </p:sp>
      <p:sp>
        <p:nvSpPr>
          <p:cNvPr id="8" name="Rectangle 7">
            <a:extLst>
              <a:ext uri="{FF2B5EF4-FFF2-40B4-BE49-F238E27FC236}">
                <a16:creationId xmlns:a16="http://schemas.microsoft.com/office/drawing/2014/main" id="{5640AF43-E6EA-2781-346F-570E3A86440C}"/>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Little ο asymptotic notation</a:t>
            </a:r>
            <a:endParaRPr lang="en-IN" sz="4000" dirty="0">
              <a:solidFill>
                <a:schemeClr val="tx1"/>
              </a:solidFill>
            </a:endParaRPr>
          </a:p>
        </p:txBody>
      </p:sp>
      <p:sp>
        <p:nvSpPr>
          <p:cNvPr id="16392" name="Rectangle 9">
            <a:extLst>
              <a:ext uri="{FF2B5EF4-FFF2-40B4-BE49-F238E27FC236}">
                <a16:creationId xmlns:a16="http://schemas.microsoft.com/office/drawing/2014/main" id="{5C80B48C-CA97-2D70-A4EB-AC14682CA5EC}"/>
              </a:ext>
            </a:extLst>
          </p:cNvPr>
          <p:cNvSpPr>
            <a:spLocks noChangeArrowheads="1"/>
          </p:cNvSpPr>
          <p:nvPr/>
        </p:nvSpPr>
        <p:spPr bwMode="auto">
          <a:xfrm>
            <a:off x="1" y="2470151"/>
            <a:ext cx="12062884"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spcBef>
                <a:spcPct val="0"/>
              </a:spcBef>
              <a:buFont typeface="Wingdings" panose="05000000000000000000" pitchFamily="2" charset="2"/>
              <a:buChar char="§"/>
            </a:pPr>
            <a:r>
              <a:rPr lang="en-US" altLang="en-US" sz="2800" b="1">
                <a:solidFill>
                  <a:srgbClr val="FF0000"/>
                </a:solidFill>
              </a:rPr>
              <a:t> Definition</a:t>
            </a:r>
            <a:r>
              <a:rPr lang="en-US" altLang="en-US" sz="2800" b="1"/>
              <a:t> : Let f(n) and g(n) be functions that map positive integers to positive real numbers. </a:t>
            </a:r>
          </a:p>
          <a:p>
            <a:pPr algn="just" eaLnBrk="1" hangingPunct="1">
              <a:spcBef>
                <a:spcPct val="0"/>
              </a:spcBef>
              <a:buFont typeface="Wingdings" panose="05000000000000000000" pitchFamily="2" charset="2"/>
              <a:buChar char="§"/>
            </a:pPr>
            <a:r>
              <a:rPr lang="en-US" altLang="en-US" sz="2800" b="1"/>
              <a:t> We say that f(n) is ο(g(n)) if for any real constant c &gt; 0, there exists an integer constant n0 ≥ 1 such that 0 ≤ f(n) &lt; c*g(n).</a:t>
            </a:r>
          </a:p>
        </p:txBody>
      </p:sp>
      <p:sp>
        <p:nvSpPr>
          <p:cNvPr id="11" name="Rectangle 10">
            <a:extLst>
              <a:ext uri="{FF2B5EF4-FFF2-40B4-BE49-F238E27FC236}">
                <a16:creationId xmlns:a16="http://schemas.microsoft.com/office/drawing/2014/main" id="{D0EADBA0-80D2-1B8D-7A14-1B010D0E1D97}"/>
              </a:ext>
            </a:extLst>
          </p:cNvPr>
          <p:cNvSpPr/>
          <p:nvPr/>
        </p:nvSpPr>
        <p:spPr>
          <a:xfrm>
            <a:off x="8034868" y="3852334"/>
            <a:ext cx="3951817" cy="1384995"/>
          </a:xfrm>
          <a:prstGeom prst="rect">
            <a:avLst/>
          </a:prstGeom>
          <a:solidFill>
            <a:schemeClr val="tx2">
              <a:lumMod val="40000"/>
              <a:lumOff val="60000"/>
            </a:schemeClr>
          </a:solidFill>
        </p:spPr>
        <p:txBody>
          <a:bodyPr lIns="91440" tIns="45720" rIns="91440" bIns="45720">
            <a:spAutoFit/>
          </a:bodyPr>
          <a:lstStyle/>
          <a:p>
            <a:pPr>
              <a:defRPr/>
            </a:pPr>
            <a:r>
              <a:rPr lang="pt-BR" sz="2800" b="1" dirty="0"/>
              <a:t>f(n) = o(g(n)) means</a:t>
            </a:r>
            <a:br>
              <a:rPr lang="pt-BR" sz="2800" b="1" dirty="0"/>
            </a:br>
            <a:r>
              <a:rPr lang="pt-BR" sz="2800" b="1" dirty="0"/>
              <a:t>lim  f(n)/g(n) = 0</a:t>
            </a:r>
            <a:br>
              <a:rPr lang="pt-BR" sz="2800" b="1" dirty="0"/>
            </a:br>
            <a:r>
              <a:rPr lang="pt-BR" sz="2800" b="1" dirty="0"/>
              <a:t>n→∞</a:t>
            </a:r>
            <a:endParaRPr lang="en-US" sz="2800" b="1" dirty="0"/>
          </a:p>
        </p:txBody>
      </p:sp>
      <p:sp>
        <p:nvSpPr>
          <p:cNvPr id="16394" name="Rectangle 1">
            <a:extLst>
              <a:ext uri="{FF2B5EF4-FFF2-40B4-BE49-F238E27FC236}">
                <a16:creationId xmlns:a16="http://schemas.microsoft.com/office/drawing/2014/main" id="{4A952E42-0F5F-E353-3863-22FC61F1B49E}"/>
              </a:ext>
            </a:extLst>
          </p:cNvPr>
          <p:cNvSpPr>
            <a:spLocks noChangeArrowheads="1"/>
          </p:cNvSpPr>
          <p:nvPr/>
        </p:nvSpPr>
        <p:spPr bwMode="auto">
          <a:xfrm>
            <a:off x="23285" y="5452989"/>
            <a:ext cx="1178771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Char char="§"/>
            </a:pPr>
            <a:r>
              <a:rPr lang="en-US" altLang="en-US" sz="2400" b="1"/>
              <a:t> </a:t>
            </a:r>
            <a:r>
              <a:rPr lang="en-US" altLang="en-US" sz="2800" b="1"/>
              <a:t>Big-O is an inclusive upper bound, while little-o is a strict upper bound.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a:extLst>
              <a:ext uri="{FF2B5EF4-FFF2-40B4-BE49-F238E27FC236}">
                <a16:creationId xmlns:a16="http://schemas.microsoft.com/office/drawing/2014/main" id="{83D27524-1324-9DEA-15F9-11126F1AFE02}"/>
              </a:ext>
            </a:extLst>
          </p:cNvPr>
          <p:cNvSpPr>
            <a:spLocks noChangeArrowheads="1"/>
          </p:cNvSpPr>
          <p:nvPr/>
        </p:nvSpPr>
        <p:spPr bwMode="auto">
          <a:xfrm>
            <a:off x="188385" y="1062567"/>
            <a:ext cx="530436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pt-BR" altLang="en-US" sz="2400" b="1" dirty="0">
                <a:solidFill>
                  <a:srgbClr val="000000"/>
                </a:solidFill>
                <a:latin typeface="Open Sans" panose="020B0606030504020204" pitchFamily="34" charset="0"/>
              </a:rPr>
              <a:t>f(n) = n+2</a:t>
            </a:r>
          </a:p>
          <a:p>
            <a:pPr eaLnBrk="1" hangingPunct="1">
              <a:spcBef>
                <a:spcPct val="0"/>
              </a:spcBef>
              <a:buFontTx/>
              <a:buNone/>
            </a:pPr>
            <a:r>
              <a:rPr lang="pt-BR" altLang="en-US" sz="2400" b="1" dirty="0">
                <a:solidFill>
                  <a:srgbClr val="000000"/>
                </a:solidFill>
                <a:latin typeface="Open Sans" panose="020B0606030504020204" pitchFamily="34" charset="0"/>
              </a:rPr>
              <a:t>Can we write f(n)=O(</a:t>
            </a:r>
            <a:r>
              <a:rPr lang="en-IN" altLang="en-US" sz="2400" b="1" dirty="0">
                <a:ea typeface="SimSun" panose="02010600030101010101" pitchFamily="2" charset="-122"/>
                <a:cs typeface="华文楷体" panose="02010600040101010101" pitchFamily="2" charset="-122"/>
              </a:rPr>
              <a:t>n</a:t>
            </a:r>
            <a:r>
              <a:rPr lang="en-IN" altLang="en-US" sz="2400" b="1" baseline="30000" dirty="0">
                <a:ea typeface="SimSun" panose="02010600030101010101" pitchFamily="2" charset="-122"/>
                <a:cs typeface="华文楷体" panose="02010600040101010101" pitchFamily="2" charset="-122"/>
              </a:rPr>
              <a:t>2</a:t>
            </a:r>
            <a:r>
              <a:rPr lang="pt-BR" altLang="en-US" sz="2400" b="1" dirty="0">
                <a:solidFill>
                  <a:srgbClr val="000000"/>
                </a:solidFill>
                <a:latin typeface="Open Sans" panose="020B0606030504020204" pitchFamily="34" charset="0"/>
              </a:rPr>
              <a:t>) ?</a:t>
            </a:r>
            <a:r>
              <a:rPr lang="en-IN" altLang="en-US" sz="2400" b="1" baseline="30000" dirty="0">
                <a:ea typeface="SimSun" panose="02010600030101010101" pitchFamily="2" charset="-122"/>
              </a:rPr>
              <a:t>  </a:t>
            </a:r>
            <a:br>
              <a:rPr lang="pt-BR" altLang="en-US" sz="2400" b="1" dirty="0"/>
            </a:br>
            <a:endParaRPr lang="en-IN" altLang="en-US" sz="2400" b="1" dirty="0"/>
          </a:p>
        </p:txBody>
      </p:sp>
      <p:sp>
        <p:nvSpPr>
          <p:cNvPr id="8" name="Rectangle 7">
            <a:extLst>
              <a:ext uri="{FF2B5EF4-FFF2-40B4-BE49-F238E27FC236}">
                <a16:creationId xmlns:a16="http://schemas.microsoft.com/office/drawing/2014/main" id="{EE3C7214-A459-4562-C53A-6B3D9BA40762}"/>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Little ο asymptotic notation</a:t>
            </a:r>
            <a:endParaRPr lang="en-IN" sz="4000" dirty="0">
              <a:solidFill>
                <a:schemeClr val="tx1"/>
              </a:solidFill>
            </a:endParaRPr>
          </a:p>
        </p:txBody>
      </p:sp>
      <p:sp>
        <p:nvSpPr>
          <p:cNvPr id="17413" name="Rectangle 11">
            <a:extLst>
              <a:ext uri="{FF2B5EF4-FFF2-40B4-BE49-F238E27FC236}">
                <a16:creationId xmlns:a16="http://schemas.microsoft.com/office/drawing/2014/main" id="{6E77E5B8-8DDA-DBD2-579B-A7AF63D7A76E}"/>
              </a:ext>
            </a:extLst>
          </p:cNvPr>
          <p:cNvSpPr>
            <a:spLocks noChangeArrowheads="1"/>
          </p:cNvSpPr>
          <p:nvPr/>
        </p:nvSpPr>
        <p:spPr bwMode="auto">
          <a:xfrm>
            <a:off x="162984" y="2207684"/>
            <a:ext cx="6096000" cy="3809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7000"/>
              </a:lnSpc>
              <a:spcBef>
                <a:spcPct val="0"/>
              </a:spcBef>
              <a:spcAft>
                <a:spcPts val="1133"/>
              </a:spcAft>
              <a:buNone/>
            </a:pPr>
            <a:r>
              <a:rPr lang="en-IN" altLang="en-US" sz="2800" b="1">
                <a:solidFill>
                  <a:srgbClr val="FF0000"/>
                </a:solidFill>
                <a:cs typeface="Times New Roman" panose="02020603050405020304" pitchFamily="18" charset="0"/>
              </a:rPr>
              <a:t>The following are true for Big-O</a:t>
            </a:r>
            <a:endParaRPr lang="en-IN" altLang="en-US" sz="2800">
              <a:solidFill>
                <a:srgbClr val="FF0000"/>
              </a:solidFill>
              <a:cs typeface="Calibri" panose="020F0502020204030204" pitchFamily="34" charset="0"/>
            </a:endParaRPr>
          </a:p>
          <a:p>
            <a:pPr>
              <a:lnSpc>
                <a:spcPct val="107000"/>
              </a:lnSpc>
              <a:spcBef>
                <a:spcPct val="0"/>
              </a:spcBef>
              <a:spcAft>
                <a:spcPts val="567"/>
              </a:spcAft>
              <a:buSzPts val="1000"/>
              <a:buNone/>
            </a:pPr>
            <a:r>
              <a:rPr lang="en-IN" altLang="en-US" sz="2800" b="1">
                <a:solidFill>
                  <a:srgbClr val="242729"/>
                </a:solidFill>
                <a:cs typeface="Times New Roman" panose="02020603050405020304" pitchFamily="18" charset="0"/>
              </a:rPr>
              <a:t>x² ∈ O(x²) </a:t>
            </a:r>
            <a:endParaRPr lang="en-IN" altLang="en-US" sz="2800">
              <a:cs typeface="Calibri" panose="020F0502020204030204" pitchFamily="34" charset="0"/>
            </a:endParaRPr>
          </a:p>
          <a:p>
            <a:pPr>
              <a:lnSpc>
                <a:spcPct val="107000"/>
              </a:lnSpc>
              <a:spcBef>
                <a:spcPct val="0"/>
              </a:spcBef>
              <a:spcAft>
                <a:spcPts val="567"/>
              </a:spcAft>
              <a:buSzPts val="1000"/>
              <a:buNone/>
            </a:pPr>
            <a:r>
              <a:rPr lang="en-IN" altLang="en-US" sz="2800" b="1">
                <a:solidFill>
                  <a:srgbClr val="242729"/>
                </a:solidFill>
                <a:cs typeface="Times New Roman" panose="02020603050405020304" pitchFamily="18" charset="0"/>
              </a:rPr>
              <a:t>x² ∈ O(x² + x)</a:t>
            </a:r>
            <a:endParaRPr lang="en-IN" altLang="en-US" sz="2800">
              <a:cs typeface="Calibri" panose="020F0502020204030204" pitchFamily="34" charset="0"/>
            </a:endParaRPr>
          </a:p>
          <a:p>
            <a:pPr eaLnBrk="1" hangingPunct="1">
              <a:lnSpc>
                <a:spcPct val="107000"/>
              </a:lnSpc>
              <a:spcBef>
                <a:spcPct val="0"/>
              </a:spcBef>
              <a:buSzPts val="1000"/>
              <a:buFontTx/>
              <a:buNone/>
            </a:pPr>
            <a:r>
              <a:rPr lang="en-IN" altLang="en-US" sz="2800" b="1">
                <a:solidFill>
                  <a:srgbClr val="242729"/>
                </a:solidFill>
                <a:cs typeface="Times New Roman" panose="02020603050405020304" pitchFamily="18" charset="0"/>
              </a:rPr>
              <a:t>x² ∈ O(200 * x²)</a:t>
            </a:r>
            <a:endParaRPr lang="en-IN" altLang="en-US" sz="2800">
              <a:cs typeface="Calibri" panose="020F0502020204030204" pitchFamily="34" charset="0"/>
            </a:endParaRPr>
          </a:p>
          <a:p>
            <a:pPr>
              <a:lnSpc>
                <a:spcPct val="107000"/>
              </a:lnSpc>
              <a:spcBef>
                <a:spcPct val="0"/>
              </a:spcBef>
              <a:spcAft>
                <a:spcPts val="1133"/>
              </a:spcAft>
              <a:buNone/>
            </a:pPr>
            <a:r>
              <a:rPr lang="en-IN" altLang="en-US" sz="2800" b="1">
                <a:solidFill>
                  <a:srgbClr val="FF0000"/>
                </a:solidFill>
                <a:cs typeface="Times New Roman" panose="02020603050405020304" pitchFamily="18" charset="0"/>
              </a:rPr>
              <a:t>The following are true for little-o:</a:t>
            </a:r>
            <a:endParaRPr lang="en-IN" altLang="en-US" sz="2800">
              <a:solidFill>
                <a:srgbClr val="FF0000"/>
              </a:solidFill>
              <a:cs typeface="Calibri" panose="020F0502020204030204" pitchFamily="34" charset="0"/>
            </a:endParaRPr>
          </a:p>
          <a:p>
            <a:pPr>
              <a:lnSpc>
                <a:spcPct val="107000"/>
              </a:lnSpc>
              <a:spcBef>
                <a:spcPct val="0"/>
              </a:spcBef>
              <a:spcAft>
                <a:spcPts val="567"/>
              </a:spcAft>
              <a:buSzPts val="1000"/>
              <a:buNone/>
            </a:pPr>
            <a:r>
              <a:rPr lang="en-IN" altLang="en-US" sz="2800" b="1">
                <a:solidFill>
                  <a:srgbClr val="242729"/>
                </a:solidFill>
                <a:cs typeface="Times New Roman" panose="02020603050405020304" pitchFamily="18" charset="0"/>
              </a:rPr>
              <a:t>x² ∈ o(x³)</a:t>
            </a:r>
            <a:endParaRPr lang="en-IN" altLang="en-US" sz="2800">
              <a:cs typeface="Calibri" panose="020F0502020204030204" pitchFamily="34" charset="0"/>
            </a:endParaRPr>
          </a:p>
          <a:p>
            <a:pPr>
              <a:lnSpc>
                <a:spcPct val="107000"/>
              </a:lnSpc>
              <a:spcBef>
                <a:spcPct val="0"/>
              </a:spcBef>
              <a:spcAft>
                <a:spcPts val="567"/>
              </a:spcAft>
              <a:buSzPts val="1000"/>
              <a:buNone/>
            </a:pPr>
            <a:r>
              <a:rPr lang="en-IN" altLang="en-US" sz="2800" b="1">
                <a:solidFill>
                  <a:srgbClr val="242729"/>
                </a:solidFill>
                <a:cs typeface="Times New Roman" panose="02020603050405020304" pitchFamily="18" charset="0"/>
              </a:rPr>
              <a:t>x² ∈ o(x!)</a:t>
            </a:r>
            <a:endParaRPr lang="en-IN" altLang="en-US" sz="2800">
              <a:cs typeface="Calibri" panose="020F0502020204030204" pitchFamily="34" charset="0"/>
            </a:endParaRPr>
          </a:p>
        </p:txBody>
      </p:sp>
      <p:sp>
        <p:nvSpPr>
          <p:cNvPr id="17414" name="Rectangle 5">
            <a:extLst>
              <a:ext uri="{FF2B5EF4-FFF2-40B4-BE49-F238E27FC236}">
                <a16:creationId xmlns:a16="http://schemas.microsoft.com/office/drawing/2014/main" id="{EC78861D-5E53-1CAA-BA47-8B50D512428C}"/>
              </a:ext>
            </a:extLst>
          </p:cNvPr>
          <p:cNvSpPr>
            <a:spLocks noChangeArrowheads="1"/>
          </p:cNvSpPr>
          <p:nvPr/>
        </p:nvSpPr>
        <p:spPr bwMode="auto">
          <a:xfrm>
            <a:off x="6318251" y="1166285"/>
            <a:ext cx="577638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a:solidFill>
                  <a:srgbClr val="FF0000"/>
                </a:solidFill>
                <a:latin typeface="Arial" panose="020B0604020202020204" pitchFamily="34" charset="0"/>
              </a:rPr>
              <a:t>Is 7n + 8 ∈ o(n</a:t>
            </a:r>
            <a:r>
              <a:rPr lang="en-US" altLang="en-US" sz="2800" b="1" baseline="30000">
                <a:solidFill>
                  <a:srgbClr val="FF0000"/>
                </a:solidFill>
                <a:latin typeface="Arial" panose="020B0604020202020204" pitchFamily="34" charset="0"/>
              </a:rPr>
              <a:t>2</a:t>
            </a:r>
            <a:r>
              <a:rPr lang="en-US" altLang="en-US" sz="2800" b="1">
                <a:solidFill>
                  <a:srgbClr val="FF0000"/>
                </a:solidFill>
                <a:latin typeface="Arial" panose="020B0604020202020204" pitchFamily="34" charset="0"/>
              </a:rPr>
              <a:t>)?</a:t>
            </a:r>
            <a:endParaRPr lang="en-US" altLang="en-US" sz="2800">
              <a:solidFill>
                <a:srgbClr val="FF0000"/>
              </a:solidFill>
              <a:latin typeface="Arial" panose="020B0604020202020204" pitchFamily="34" charset="0"/>
            </a:endParaRPr>
          </a:p>
        </p:txBody>
      </p:sp>
      <p:sp>
        <p:nvSpPr>
          <p:cNvPr id="17415" name="Rectangle 6">
            <a:extLst>
              <a:ext uri="{FF2B5EF4-FFF2-40B4-BE49-F238E27FC236}">
                <a16:creationId xmlns:a16="http://schemas.microsoft.com/office/drawing/2014/main" id="{63C32838-1E52-4A6C-D97B-64F04A561DEE}"/>
              </a:ext>
            </a:extLst>
          </p:cNvPr>
          <p:cNvSpPr>
            <a:spLocks noChangeArrowheads="1"/>
          </p:cNvSpPr>
          <p:nvPr/>
        </p:nvSpPr>
        <p:spPr bwMode="auto">
          <a:xfrm>
            <a:off x="6345767" y="1646732"/>
            <a:ext cx="5367867"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a:cs typeface="Calibri" panose="020F0502020204030204" pitchFamily="34" charset="0"/>
              </a:rPr>
              <a:t>lim  f(n)/g(n) </a:t>
            </a:r>
          </a:p>
          <a:p>
            <a:pPr eaLnBrk="1" hangingPunct="1">
              <a:spcBef>
                <a:spcPct val="0"/>
              </a:spcBef>
              <a:buFontTx/>
              <a:buNone/>
            </a:pPr>
            <a:r>
              <a:rPr lang="en-US" altLang="en-US" sz="2800" b="1">
                <a:cs typeface="Calibri" panose="020F0502020204030204" pitchFamily="34" charset="0"/>
              </a:rPr>
              <a:t>n→∞</a:t>
            </a:r>
          </a:p>
          <a:p>
            <a:pPr eaLnBrk="1" hangingPunct="1">
              <a:spcBef>
                <a:spcPct val="0"/>
              </a:spcBef>
              <a:buFontTx/>
              <a:buNone/>
            </a:pPr>
            <a:r>
              <a:rPr lang="en-US" altLang="en-US" sz="2800" b="1">
                <a:cs typeface="Calibri" panose="020F0502020204030204" pitchFamily="34" charset="0"/>
              </a:rPr>
              <a:t>= lim  (7n + 8)/(n</a:t>
            </a:r>
            <a:r>
              <a:rPr lang="en-US" altLang="en-US" sz="2800" b="1" baseline="30000">
                <a:cs typeface="Calibri" panose="020F0502020204030204" pitchFamily="34" charset="0"/>
              </a:rPr>
              <a:t>2</a:t>
            </a:r>
            <a:r>
              <a:rPr lang="en-US" altLang="en-US" sz="2800" b="1">
                <a:cs typeface="Calibri" panose="020F0502020204030204" pitchFamily="34" charset="0"/>
              </a:rPr>
              <a:t>) </a:t>
            </a:r>
          </a:p>
          <a:p>
            <a:pPr eaLnBrk="1" hangingPunct="1">
              <a:spcBef>
                <a:spcPct val="0"/>
              </a:spcBef>
              <a:buFontTx/>
              <a:buNone/>
            </a:pPr>
            <a:r>
              <a:rPr lang="en-US" altLang="en-US" sz="2800" b="1">
                <a:cs typeface="Calibri" panose="020F0502020204030204" pitchFamily="34" charset="0"/>
              </a:rPr>
              <a:t> n→∞</a:t>
            </a:r>
          </a:p>
          <a:p>
            <a:pPr eaLnBrk="1" hangingPunct="1">
              <a:spcBef>
                <a:spcPct val="0"/>
              </a:spcBef>
              <a:buFontTx/>
              <a:buNone/>
            </a:pPr>
            <a:r>
              <a:rPr lang="en-US" altLang="en-US" sz="2800" b="1">
                <a:cs typeface="Calibri" panose="020F0502020204030204" pitchFamily="34" charset="0"/>
              </a:rPr>
              <a:t>= lim  7/2n = 0 </a:t>
            </a:r>
            <a:br>
              <a:rPr lang="en-US" altLang="en-US" sz="2800" b="1">
                <a:cs typeface="Calibri" panose="020F0502020204030204" pitchFamily="34" charset="0"/>
              </a:rPr>
            </a:br>
            <a:r>
              <a:rPr lang="en-US" altLang="en-US" sz="2800" b="1">
                <a:cs typeface="Calibri" panose="020F0502020204030204" pitchFamily="34" charset="0"/>
              </a:rPr>
              <a:t> n→∞</a:t>
            </a:r>
            <a:endParaRPr lang="en-US" altLang="en-US" sz="2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a:extLst>
              <a:ext uri="{FF2B5EF4-FFF2-40B4-BE49-F238E27FC236}">
                <a16:creationId xmlns:a16="http://schemas.microsoft.com/office/drawing/2014/main" id="{5B04ED18-1F76-F5F5-01F5-F20064D2A87C}"/>
              </a:ext>
            </a:extLst>
          </p:cNvPr>
          <p:cNvSpPr>
            <a:spLocks noChangeArrowheads="1"/>
          </p:cNvSpPr>
          <p:nvPr/>
        </p:nvSpPr>
        <p:spPr bwMode="auto">
          <a:xfrm>
            <a:off x="156634" y="1143991"/>
            <a:ext cx="1185756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spcBef>
                <a:spcPct val="0"/>
              </a:spcBef>
              <a:buClr>
                <a:srgbClr val="C00000"/>
              </a:buClr>
              <a:buFont typeface="Wingdings" panose="05000000000000000000" pitchFamily="2" charset="2"/>
              <a:buChar char="§"/>
            </a:pPr>
            <a:r>
              <a:rPr lang="en-IN" altLang="en-US" b="1" dirty="0"/>
              <a:t>Express the lower bound of an algorithm's running time. </a:t>
            </a:r>
          </a:p>
          <a:p>
            <a:pPr algn="just" eaLnBrk="1" hangingPunct="1">
              <a:spcBef>
                <a:spcPct val="0"/>
              </a:spcBef>
              <a:buClr>
                <a:srgbClr val="C00000"/>
              </a:buClr>
              <a:buFont typeface="Wingdings" panose="05000000000000000000" pitchFamily="2" charset="2"/>
              <a:buChar char="§"/>
            </a:pPr>
            <a:r>
              <a:rPr lang="en-IN" altLang="en-US" b="1" dirty="0"/>
              <a:t>measure of best case time </a:t>
            </a:r>
            <a:r>
              <a:rPr lang="en-IN" altLang="en-US" b="1" dirty="0" err="1"/>
              <a:t>complexitys</a:t>
            </a:r>
            <a:endParaRPr lang="en-IN" altLang="en-US" b="1" dirty="0"/>
          </a:p>
        </p:txBody>
      </p:sp>
      <p:sp>
        <p:nvSpPr>
          <p:cNvPr id="18435" name="Rectangle 6">
            <a:extLst>
              <a:ext uri="{FF2B5EF4-FFF2-40B4-BE49-F238E27FC236}">
                <a16:creationId xmlns:a16="http://schemas.microsoft.com/office/drawing/2014/main" id="{86DA2E02-ABEC-BAC2-3F07-30CC1DCA85D2}"/>
              </a:ext>
            </a:extLst>
          </p:cNvPr>
          <p:cNvSpPr>
            <a:spLocks noChangeArrowheads="1"/>
          </p:cNvSpPr>
          <p:nvPr/>
        </p:nvSpPr>
        <p:spPr bwMode="auto">
          <a:xfrm>
            <a:off x="234951" y="2091267"/>
            <a:ext cx="7287683"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2800" b="1"/>
              <a:t>for a function </a:t>
            </a:r>
            <a:r>
              <a:rPr lang="en-IN" altLang="en-US" sz="2800" b="1" i="1"/>
              <a:t>f</a:t>
            </a:r>
            <a:r>
              <a:rPr lang="en-IN" altLang="en-US" sz="2800" b="1"/>
              <a:t>(n)</a:t>
            </a:r>
          </a:p>
          <a:p>
            <a:pPr eaLnBrk="1" hangingPunct="1">
              <a:spcBef>
                <a:spcPct val="0"/>
              </a:spcBef>
              <a:buFontTx/>
              <a:buNone/>
            </a:pPr>
            <a:r>
              <a:rPr lang="en-IN" altLang="en-US" sz="2800" b="1" i="1"/>
              <a:t>If f</a:t>
            </a:r>
            <a:r>
              <a:rPr lang="en-IN" altLang="en-US" sz="2800" b="1"/>
              <a:t>(n)= Ω(</a:t>
            </a:r>
            <a:r>
              <a:rPr lang="en-IN" altLang="en-US" sz="2800" b="1" i="1"/>
              <a:t>g</a:t>
            </a:r>
            <a:r>
              <a:rPr lang="en-IN" altLang="en-US" sz="2800" b="1"/>
              <a:t>(n) : there exists c &gt; 0 and n</a:t>
            </a:r>
            <a:r>
              <a:rPr lang="en-IN" altLang="en-US" sz="2800" b="1" baseline="-25000"/>
              <a:t>0</a:t>
            </a:r>
            <a:r>
              <a:rPr lang="en-IN" altLang="en-US" sz="2800" b="1"/>
              <a:t> such that c.</a:t>
            </a:r>
            <a:r>
              <a:rPr lang="en-IN" altLang="en-US" sz="2800" b="1" i="1"/>
              <a:t>g</a:t>
            </a:r>
            <a:r>
              <a:rPr lang="en-IN" altLang="en-US" sz="2800" b="1"/>
              <a:t>(n) ≤ </a:t>
            </a:r>
            <a:r>
              <a:rPr lang="en-IN" altLang="en-US" sz="2800" b="1" i="1"/>
              <a:t>f</a:t>
            </a:r>
            <a:r>
              <a:rPr lang="en-IN" altLang="en-US" sz="2800" b="1"/>
              <a:t>(n) for all n &gt; n</a:t>
            </a:r>
            <a:r>
              <a:rPr lang="en-IN" altLang="en-US" sz="2800" b="1" baseline="-25000"/>
              <a:t>0</a:t>
            </a:r>
            <a:r>
              <a:rPr lang="en-IN" altLang="en-US" sz="2800" b="1"/>
              <a:t>. }</a:t>
            </a:r>
          </a:p>
        </p:txBody>
      </p:sp>
      <p:sp>
        <p:nvSpPr>
          <p:cNvPr id="18436" name="Rectangle 7">
            <a:extLst>
              <a:ext uri="{FF2B5EF4-FFF2-40B4-BE49-F238E27FC236}">
                <a16:creationId xmlns:a16="http://schemas.microsoft.com/office/drawing/2014/main" id="{BF777AA8-83AB-6C8C-79DE-FFA45C5E08CF}"/>
              </a:ext>
            </a:extLst>
          </p:cNvPr>
          <p:cNvSpPr>
            <a:spLocks noChangeArrowheads="1"/>
          </p:cNvSpPr>
          <p:nvPr/>
        </p:nvSpPr>
        <p:spPr bwMode="auto">
          <a:xfrm>
            <a:off x="234951" y="3718984"/>
            <a:ext cx="7579783"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CN" sz="2800" b="1"/>
              <a:t>Ex: if </a:t>
            </a:r>
            <a:r>
              <a:rPr lang="en-IN" altLang="zh-CN" sz="2800" b="1"/>
              <a:t>f</a:t>
            </a:r>
            <a:r>
              <a:rPr lang="en-IN" altLang="en-US" sz="2800" b="1">
                <a:ea typeface="SimSun" panose="02010600030101010101" pitchFamily="2" charset="-122"/>
              </a:rPr>
              <a:t>(n)=3n</a:t>
            </a:r>
            <a:r>
              <a:rPr lang="en-IN" altLang="en-US" sz="2800" b="1" baseline="30000">
                <a:ea typeface="SimSun" panose="02010600030101010101" pitchFamily="2" charset="-122"/>
              </a:rPr>
              <a:t>2</a:t>
            </a:r>
            <a:r>
              <a:rPr lang="en-IN" altLang="en-US" sz="2800" b="1">
                <a:ea typeface="SimSun" panose="02010600030101010101" pitchFamily="2" charset="-122"/>
              </a:rPr>
              <a:t>+2n+1 then we can take g(n)=n</a:t>
            </a:r>
            <a:r>
              <a:rPr lang="en-IN" altLang="en-US" sz="2800" b="1" baseline="30000">
                <a:ea typeface="SimSun" panose="02010600030101010101" pitchFamily="2" charset="-122"/>
              </a:rPr>
              <a:t>2 </a:t>
            </a:r>
            <a:r>
              <a:rPr lang="en-IN" altLang="en-US" sz="2800" b="1">
                <a:ea typeface="SimSun" panose="02010600030101010101" pitchFamily="2" charset="-122"/>
              </a:rPr>
              <a:t> for c=1, s.t </a:t>
            </a:r>
          </a:p>
          <a:p>
            <a:pPr eaLnBrk="1" hangingPunct="1">
              <a:spcBef>
                <a:spcPct val="0"/>
              </a:spcBef>
              <a:buFontTx/>
              <a:buNone/>
            </a:pPr>
            <a:r>
              <a:rPr lang="en-IN" altLang="en-US" sz="2800" b="1">
                <a:ea typeface="SimSun" panose="02010600030101010101" pitchFamily="2" charset="-122"/>
              </a:rPr>
              <a:t>f(n)&gt;=3.g(n) for all n&gt;=1(n</a:t>
            </a:r>
            <a:r>
              <a:rPr lang="en-IN" altLang="en-US" sz="2800" b="1" baseline="-25000">
                <a:ea typeface="SimSun" panose="02010600030101010101" pitchFamily="2" charset="-122"/>
              </a:rPr>
              <a:t>0</a:t>
            </a:r>
            <a:r>
              <a:rPr lang="en-IN" altLang="en-US" sz="2800" b="1">
                <a:ea typeface="SimSun" panose="02010600030101010101" pitchFamily="2" charset="-122"/>
              </a:rPr>
              <a:t>), c=3</a:t>
            </a:r>
          </a:p>
          <a:p>
            <a:pPr eaLnBrk="1" hangingPunct="1">
              <a:spcBef>
                <a:spcPct val="0"/>
              </a:spcBef>
              <a:buFontTx/>
              <a:buNone/>
            </a:pPr>
            <a:r>
              <a:rPr lang="en-IN" altLang="en-US" sz="2800" b="1">
                <a:ea typeface="SimSun" panose="02010600030101010101" pitchFamily="2" charset="-122"/>
              </a:rPr>
              <a:t>Therefore </a:t>
            </a:r>
            <a:r>
              <a:rPr lang="en-IN" altLang="en-US" sz="2800" b="1" i="1">
                <a:ea typeface="SimSun" panose="02010600030101010101" pitchFamily="2" charset="-122"/>
              </a:rPr>
              <a:t>f</a:t>
            </a:r>
            <a:r>
              <a:rPr lang="en-IN" altLang="en-US" sz="2800" b="1">
                <a:ea typeface="SimSun" panose="02010600030101010101" pitchFamily="2" charset="-122"/>
              </a:rPr>
              <a:t>(n)= Ω(</a:t>
            </a:r>
            <a:r>
              <a:rPr lang="en-IN" altLang="en-US" sz="2800" b="1" i="1">
                <a:ea typeface="SimSun" panose="02010600030101010101" pitchFamily="2" charset="-122"/>
              </a:rPr>
              <a:t>n</a:t>
            </a:r>
            <a:r>
              <a:rPr lang="en-IN" altLang="en-US" sz="2800" b="1">
                <a:ea typeface="SimSun" panose="02010600030101010101" pitchFamily="2" charset="-122"/>
              </a:rPr>
              <a:t>) </a:t>
            </a:r>
          </a:p>
        </p:txBody>
      </p:sp>
      <p:pic>
        <p:nvPicPr>
          <p:cNvPr id="18437" name="Picture 6" descr="BigOmega">
            <a:extLst>
              <a:ext uri="{FF2B5EF4-FFF2-40B4-BE49-F238E27FC236}">
                <a16:creationId xmlns:a16="http://schemas.microsoft.com/office/drawing/2014/main" id="{5427EE1F-4072-DCC1-69B3-6FE6FB5702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1" y="2245785"/>
            <a:ext cx="3960284" cy="3532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44C9EB78-CF2F-A53B-3E18-61FA24C442EF}"/>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Omega Notation (Ω)</a:t>
            </a:r>
            <a:endParaRPr lang="en-US" sz="4000" b="1" dirty="0">
              <a:solidFill>
                <a:schemeClr val="tx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0948A9-A05B-36F9-294E-B71D2F7B06EB}"/>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endParaRPr lang="en-IN" sz="4000" b="1" dirty="0">
              <a:solidFill>
                <a:schemeClr val="tx1"/>
              </a:solidFill>
            </a:endParaRPr>
          </a:p>
          <a:p>
            <a:pPr algn="ctr">
              <a:defRPr/>
            </a:pPr>
            <a:r>
              <a:rPr lang="en-US" sz="3733" b="1" dirty="0">
                <a:solidFill>
                  <a:schemeClr val="tx1"/>
                </a:solidFill>
              </a:rPr>
              <a:t>Little </a:t>
            </a:r>
            <a:r>
              <a:rPr lang="el-GR" sz="3733" b="1" dirty="0">
                <a:solidFill>
                  <a:schemeClr val="tx1"/>
                </a:solidFill>
              </a:rPr>
              <a:t>ω </a:t>
            </a:r>
            <a:r>
              <a:rPr lang="en-US" sz="3733" b="1" dirty="0">
                <a:solidFill>
                  <a:schemeClr val="tx1"/>
                </a:solidFill>
              </a:rPr>
              <a:t>(omega) asymptotic notation</a:t>
            </a:r>
            <a:br>
              <a:rPr lang="el-GR" sz="4000" dirty="0">
                <a:solidFill>
                  <a:schemeClr val="tx1"/>
                </a:solidFill>
              </a:rPr>
            </a:br>
            <a:endParaRPr lang="en-US" sz="4000" b="1" dirty="0">
              <a:solidFill>
                <a:schemeClr val="tx1"/>
              </a:solidFill>
            </a:endParaRPr>
          </a:p>
        </p:txBody>
      </p:sp>
      <p:sp>
        <p:nvSpPr>
          <p:cNvPr id="8" name="Rectangle 7">
            <a:extLst>
              <a:ext uri="{FF2B5EF4-FFF2-40B4-BE49-F238E27FC236}">
                <a16:creationId xmlns:a16="http://schemas.microsoft.com/office/drawing/2014/main" id="{9C404A9F-6AA1-E5EF-BE42-D6186BFE3BFB}"/>
              </a:ext>
            </a:extLst>
          </p:cNvPr>
          <p:cNvSpPr/>
          <p:nvPr/>
        </p:nvSpPr>
        <p:spPr>
          <a:xfrm>
            <a:off x="218017" y="1126067"/>
            <a:ext cx="11049000" cy="830997"/>
          </a:xfrm>
          <a:prstGeom prst="rect">
            <a:avLst/>
          </a:prstGeom>
        </p:spPr>
        <p:txBody>
          <a:bodyPr>
            <a:spAutoFit/>
          </a:bodyPr>
          <a:lstStyle/>
          <a:p>
            <a:pPr marL="457189" indent="-457189" algn="just">
              <a:defRPr/>
            </a:pPr>
            <a:endParaRPr lang="en-IN" sz="2400" b="1" dirty="0">
              <a:latin typeface="Calibri" pitchFamily="34" charset="0"/>
            </a:endParaRPr>
          </a:p>
          <a:p>
            <a:pPr algn="just" eaLnBrk="1" hangingPunct="1">
              <a:defRPr/>
            </a:pPr>
            <a:endParaRPr lang="en-IN" sz="2400" b="1" dirty="0">
              <a:latin typeface="Calibri" pitchFamily="34" charset="0"/>
            </a:endParaRPr>
          </a:p>
        </p:txBody>
      </p:sp>
      <p:sp>
        <p:nvSpPr>
          <p:cNvPr id="6" name="Rectangle 5">
            <a:extLst>
              <a:ext uri="{FF2B5EF4-FFF2-40B4-BE49-F238E27FC236}">
                <a16:creationId xmlns:a16="http://schemas.microsoft.com/office/drawing/2014/main" id="{03E41DBC-6C76-3A94-FCE9-BBA9FDFF288E}"/>
              </a:ext>
            </a:extLst>
          </p:cNvPr>
          <p:cNvSpPr/>
          <p:nvPr/>
        </p:nvSpPr>
        <p:spPr>
          <a:xfrm>
            <a:off x="76200" y="920751"/>
            <a:ext cx="12039600" cy="4334969"/>
          </a:xfrm>
          <a:prstGeom prst="rect">
            <a:avLst/>
          </a:prstGeom>
        </p:spPr>
        <p:txBody>
          <a:bodyPr>
            <a:spAutoFit/>
          </a:bodyPr>
          <a:lstStyle/>
          <a:p>
            <a:pPr>
              <a:lnSpc>
                <a:spcPts val="2200"/>
              </a:lnSpc>
              <a:spcBef>
                <a:spcPts val="2200"/>
              </a:spcBef>
              <a:defRPr/>
            </a:pPr>
            <a:endParaRPr lang="en-IN" sz="2667" b="1" dirty="0">
              <a:solidFill>
                <a:srgbClr val="222222"/>
              </a:solidFill>
              <a:cs typeface="Times New Roman" pitchFamily="18" charset="0"/>
            </a:endParaRPr>
          </a:p>
          <a:p>
            <a:pPr>
              <a:lnSpc>
                <a:spcPts val="2200"/>
              </a:lnSpc>
              <a:spcBef>
                <a:spcPts val="2200"/>
              </a:spcBef>
              <a:defRPr/>
            </a:pPr>
            <a:r>
              <a:rPr lang="en-IN" sz="2667" b="1" dirty="0">
                <a:solidFill>
                  <a:srgbClr val="222222"/>
                </a:solidFill>
                <a:cs typeface="Times New Roman" pitchFamily="18" charset="0"/>
              </a:rPr>
              <a:t>Small-omega, commonly written as ω, </a:t>
            </a:r>
          </a:p>
          <a:p>
            <a:pPr>
              <a:lnSpc>
                <a:spcPts val="2200"/>
              </a:lnSpc>
              <a:spcBef>
                <a:spcPts val="2200"/>
              </a:spcBef>
              <a:defRPr/>
            </a:pPr>
            <a:r>
              <a:rPr lang="en-IN" sz="2667" b="1" dirty="0">
                <a:solidFill>
                  <a:srgbClr val="222222"/>
                </a:solidFill>
                <a:cs typeface="Times New Roman" pitchFamily="18" charset="0"/>
              </a:rPr>
              <a:t>denotes the lower bound (that is not asymptotically tight) on the growth rate of runtime of an algorithm.</a:t>
            </a:r>
          </a:p>
          <a:p>
            <a:pPr>
              <a:lnSpc>
                <a:spcPts val="2200"/>
              </a:lnSpc>
              <a:spcBef>
                <a:spcPts val="2200"/>
              </a:spcBef>
              <a:defRPr/>
            </a:pPr>
            <a:r>
              <a:rPr lang="en-IN" sz="2667" b="1" dirty="0">
                <a:solidFill>
                  <a:srgbClr val="222222"/>
                </a:solidFill>
                <a:cs typeface="Times New Roman" pitchFamily="18" charset="0"/>
              </a:rPr>
              <a:t>f(n)=ω(g(n)), if for all real constants c (c &gt; 0) and n</a:t>
            </a:r>
            <a:r>
              <a:rPr lang="en-IN" sz="2667" b="1" baseline="-25000" dirty="0">
                <a:solidFill>
                  <a:srgbClr val="222222"/>
                </a:solidFill>
                <a:cs typeface="Times New Roman" pitchFamily="18" charset="0"/>
              </a:rPr>
              <a:t>0</a:t>
            </a:r>
            <a:r>
              <a:rPr lang="en-IN" sz="2667" b="1" dirty="0">
                <a:solidFill>
                  <a:srgbClr val="222222"/>
                </a:solidFill>
                <a:cs typeface="Times New Roman" pitchFamily="18" charset="0"/>
              </a:rPr>
              <a:t> (n</a:t>
            </a:r>
            <a:r>
              <a:rPr lang="en-IN" sz="2667" b="1" baseline="-25000" dirty="0">
                <a:solidFill>
                  <a:srgbClr val="222222"/>
                </a:solidFill>
                <a:cs typeface="Times New Roman" pitchFamily="18" charset="0"/>
              </a:rPr>
              <a:t>0</a:t>
            </a:r>
            <a:r>
              <a:rPr lang="en-IN" sz="2667" b="1" dirty="0">
                <a:solidFill>
                  <a:srgbClr val="222222"/>
                </a:solidFill>
                <a:cs typeface="Times New Roman" pitchFamily="18" charset="0"/>
              </a:rPr>
              <a:t> &gt; 0), f(n) is &gt; c g(n) for every input size n (n &gt; n</a:t>
            </a:r>
            <a:r>
              <a:rPr lang="en-IN" sz="2667" b="1" baseline="-25000" dirty="0">
                <a:solidFill>
                  <a:srgbClr val="222222"/>
                </a:solidFill>
                <a:cs typeface="Times New Roman" pitchFamily="18" charset="0"/>
              </a:rPr>
              <a:t>0</a:t>
            </a:r>
            <a:r>
              <a:rPr lang="en-IN" sz="2667" b="1" dirty="0">
                <a:solidFill>
                  <a:srgbClr val="222222"/>
                </a:solidFill>
                <a:cs typeface="Times New Roman" pitchFamily="18" charset="0"/>
              </a:rPr>
              <a:t>).</a:t>
            </a:r>
            <a:endParaRPr lang="en-IN" sz="2667" b="1" dirty="0">
              <a:ea typeface="Calibri" pitchFamily="34" charset="0"/>
              <a:cs typeface="Times New Roman" pitchFamily="18" charset="0"/>
            </a:endParaRPr>
          </a:p>
          <a:p>
            <a:pPr>
              <a:lnSpc>
                <a:spcPts val="2200"/>
              </a:lnSpc>
              <a:spcBef>
                <a:spcPts val="2200"/>
              </a:spcBef>
              <a:defRPr/>
            </a:pPr>
            <a:r>
              <a:rPr lang="en-IN" sz="2667" b="1" dirty="0">
                <a:solidFill>
                  <a:srgbClr val="222222"/>
                </a:solidFill>
                <a:cs typeface="Times New Roman" pitchFamily="18" charset="0"/>
              </a:rPr>
              <a:t>in f(n) = Ω(g(n)), the bound f(n) &gt;= g(n) holds for </a:t>
            </a:r>
            <a:r>
              <a:rPr lang="en-IN" sz="2667" b="1" i="1" dirty="0">
                <a:solidFill>
                  <a:srgbClr val="222222"/>
                </a:solidFill>
                <a:cs typeface="Times New Roman" pitchFamily="18" charset="0"/>
              </a:rPr>
              <a:t>some</a:t>
            </a:r>
            <a:r>
              <a:rPr lang="en-IN" sz="2667" b="1" dirty="0">
                <a:solidFill>
                  <a:srgbClr val="222222"/>
                </a:solidFill>
                <a:cs typeface="Times New Roman" pitchFamily="18" charset="0"/>
              </a:rPr>
              <a:t> constant c &gt; 0, </a:t>
            </a:r>
          </a:p>
          <a:p>
            <a:pPr>
              <a:lnSpc>
                <a:spcPts val="2200"/>
              </a:lnSpc>
              <a:spcBef>
                <a:spcPts val="2200"/>
              </a:spcBef>
              <a:defRPr/>
            </a:pPr>
            <a:r>
              <a:rPr lang="en-IN" sz="2667" b="1" dirty="0">
                <a:solidFill>
                  <a:srgbClr val="222222"/>
                </a:solidFill>
                <a:cs typeface="Times New Roman" pitchFamily="18" charset="0"/>
              </a:rPr>
              <a:t>but in f(n) = ω(g(n)), the bound f(n) &gt; c g(n) holds for </a:t>
            </a:r>
            <a:r>
              <a:rPr lang="en-IN" sz="2667" b="1" i="1" dirty="0">
                <a:solidFill>
                  <a:srgbClr val="222222"/>
                </a:solidFill>
                <a:cs typeface="Times New Roman" pitchFamily="18" charset="0"/>
              </a:rPr>
              <a:t>all</a:t>
            </a:r>
            <a:r>
              <a:rPr lang="en-IN" sz="2667" b="1" dirty="0">
                <a:solidFill>
                  <a:srgbClr val="222222"/>
                </a:solidFill>
                <a:cs typeface="Times New Roman" pitchFamily="18" charset="0"/>
              </a:rPr>
              <a:t> constants c &gt; 0.</a:t>
            </a:r>
            <a:endParaRPr lang="en-IN" sz="2667" b="1" dirty="0">
              <a:cs typeface="Calibri" pitchFamily="34" charset="0"/>
            </a:endParaRPr>
          </a:p>
          <a:p>
            <a:pPr>
              <a:lnSpc>
                <a:spcPts val="2200"/>
              </a:lnSpc>
              <a:spcBef>
                <a:spcPts val="2200"/>
              </a:spcBef>
              <a:defRPr/>
            </a:pPr>
            <a:endParaRPr lang="en-IN" sz="2400" b="1" dirty="0">
              <a:ea typeface="Calibri" pitchFamily="34"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548B9D-79BA-CB88-C80C-DD535346079A}"/>
              </a:ext>
            </a:extLst>
          </p:cNvPr>
          <p:cNvSpPr/>
          <p:nvPr/>
        </p:nvSpPr>
        <p:spPr>
          <a:xfrm>
            <a:off x="0" y="1148369"/>
            <a:ext cx="12192000" cy="1774973"/>
          </a:xfrm>
          <a:prstGeom prst="rect">
            <a:avLst/>
          </a:prstGeom>
        </p:spPr>
        <p:txBody>
          <a:bodyPr lIns="91440" tIns="45720" rIns="91440" bIns="45720">
            <a:spAutoFit/>
          </a:bodyPr>
          <a:lstStyle/>
          <a:p>
            <a:pPr marL="274313" indent="-274313" algn="just">
              <a:buFont typeface="Wingdings" pitchFamily="2" charset="2"/>
              <a:buChar char="§"/>
              <a:defRPr/>
            </a:pPr>
            <a:r>
              <a:rPr lang="en-US" sz="2667" b="1" dirty="0">
                <a:latin typeface="+mj-lt"/>
              </a:rPr>
              <a:t>Theta, commonly written as Θ, is an Asymptotic Notation to denote the </a:t>
            </a:r>
            <a:r>
              <a:rPr lang="en-US" sz="2667" b="1" i="1" dirty="0">
                <a:latin typeface="+mj-lt"/>
              </a:rPr>
              <a:t>asymptotically tight bound</a:t>
            </a:r>
            <a:r>
              <a:rPr lang="en-US" sz="2667" b="1" dirty="0">
                <a:latin typeface="+mj-lt"/>
              </a:rPr>
              <a:t> on the growth rate of runtime of an algorithm.</a:t>
            </a:r>
            <a:endParaRPr lang="en-IN" sz="2667" b="1" dirty="0">
              <a:latin typeface="+mj-lt"/>
            </a:endParaRPr>
          </a:p>
          <a:p>
            <a:pPr marL="274313" indent="-274313" algn="just">
              <a:buFont typeface="Wingdings" pitchFamily="2" charset="2"/>
              <a:buChar char="§"/>
              <a:defRPr/>
            </a:pPr>
            <a:r>
              <a:rPr lang="en-IN" sz="2800" b="1" dirty="0"/>
              <a:t>Express both lower bound and the upper bound of an algorithm's running time.</a:t>
            </a:r>
          </a:p>
          <a:p>
            <a:pPr algn="just">
              <a:defRPr/>
            </a:pPr>
            <a:r>
              <a:rPr lang="en-IN" sz="2800" b="1" dirty="0"/>
              <a:t> </a:t>
            </a:r>
          </a:p>
        </p:txBody>
      </p:sp>
      <p:sp>
        <p:nvSpPr>
          <p:cNvPr id="20483" name="Rectangle 6">
            <a:extLst>
              <a:ext uri="{FF2B5EF4-FFF2-40B4-BE49-F238E27FC236}">
                <a16:creationId xmlns:a16="http://schemas.microsoft.com/office/drawing/2014/main" id="{C696C622-4DAB-D030-DD4C-9D723C9109BF}"/>
              </a:ext>
            </a:extLst>
          </p:cNvPr>
          <p:cNvSpPr>
            <a:spLocks noChangeArrowheads="1"/>
          </p:cNvSpPr>
          <p:nvPr/>
        </p:nvSpPr>
        <p:spPr bwMode="auto">
          <a:xfrm>
            <a:off x="298452" y="4624918"/>
            <a:ext cx="6699249"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spcBef>
                <a:spcPct val="0"/>
              </a:spcBef>
              <a:buFontTx/>
              <a:buNone/>
            </a:pPr>
            <a:r>
              <a:rPr lang="en-IN" altLang="en-US" sz="2800" b="1"/>
              <a:t>f(n) is always between c1*g(n) and c2*g(n) for large values of n (n &gt;= n0)</a:t>
            </a:r>
          </a:p>
        </p:txBody>
      </p:sp>
      <p:pic>
        <p:nvPicPr>
          <p:cNvPr id="20484" name="Picture 6" descr="thetanotation">
            <a:extLst>
              <a:ext uri="{FF2B5EF4-FFF2-40B4-BE49-F238E27FC236}">
                <a16:creationId xmlns:a16="http://schemas.microsoft.com/office/drawing/2014/main" id="{2A6B1341-7BB4-73E5-D31C-ED0597059F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1234" y="2927351"/>
            <a:ext cx="4091517" cy="3293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F598F676-36F6-32C8-2833-12E2F98FA7D0}"/>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endParaRPr lang="en-IN" sz="4000" b="1" dirty="0">
              <a:solidFill>
                <a:schemeClr val="tx1"/>
              </a:solidFill>
            </a:endParaRPr>
          </a:p>
          <a:p>
            <a:pPr algn="ctr">
              <a:defRPr/>
            </a:pPr>
            <a:r>
              <a:rPr lang="en-IN" sz="4000" b="1" dirty="0">
                <a:solidFill>
                  <a:schemeClr val="tx1"/>
                </a:solidFill>
              </a:rPr>
              <a:t>Theta Notation(</a:t>
            </a:r>
            <a:r>
              <a:rPr lang="el-GR" sz="4000" b="1" dirty="0">
                <a:solidFill>
                  <a:schemeClr val="tx1"/>
                </a:solidFill>
              </a:rPr>
              <a:t>θ</a:t>
            </a:r>
            <a:r>
              <a:rPr lang="en-IN" sz="4000" b="1" dirty="0">
                <a:solidFill>
                  <a:schemeClr val="tx1"/>
                </a:solidFill>
              </a:rPr>
              <a:t>)</a:t>
            </a:r>
            <a:br>
              <a:rPr lang="el-GR" sz="4000" dirty="0">
                <a:solidFill>
                  <a:schemeClr val="tx1"/>
                </a:solidFill>
              </a:rPr>
            </a:br>
            <a:endParaRPr lang="en-US" sz="4000" b="1" dirty="0">
              <a:solidFill>
                <a:schemeClr val="tx1"/>
              </a:solidFill>
            </a:endParaRPr>
          </a:p>
        </p:txBody>
      </p:sp>
      <p:sp>
        <p:nvSpPr>
          <p:cNvPr id="9" name="Rectangle 8">
            <a:extLst>
              <a:ext uri="{FF2B5EF4-FFF2-40B4-BE49-F238E27FC236}">
                <a16:creationId xmlns:a16="http://schemas.microsoft.com/office/drawing/2014/main" id="{95038347-64F9-03BE-1FBC-8E2538E67A86}"/>
              </a:ext>
            </a:extLst>
          </p:cNvPr>
          <p:cNvSpPr/>
          <p:nvPr/>
        </p:nvSpPr>
        <p:spPr>
          <a:xfrm>
            <a:off x="241300" y="2796118"/>
            <a:ext cx="6883400" cy="1323632"/>
          </a:xfrm>
          <a:prstGeom prst="rect">
            <a:avLst/>
          </a:prstGeom>
        </p:spPr>
        <p:txBody>
          <a:bodyPr>
            <a:spAutoFit/>
          </a:bodyPr>
          <a:lstStyle/>
          <a:p>
            <a:pPr marL="274313" indent="-274313">
              <a:defRPr/>
            </a:pPr>
            <a:r>
              <a:rPr lang="en-IN" sz="2667" b="1" dirty="0"/>
              <a:t>   Θ(g(n)) = {f(n): there exist positive constants   c1, c2 and n0 such that 0 &lt;= c1*g(n) &lt;= f(n) &lt;= c2*g(n) for all n &gt;= n0}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F10B870-6252-79CB-B489-2070E9AEBC39}"/>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endParaRPr lang="en-IN" sz="4000" b="1" dirty="0">
              <a:solidFill>
                <a:schemeClr val="tx1"/>
              </a:solidFill>
            </a:endParaRPr>
          </a:p>
          <a:p>
            <a:pPr algn="ctr">
              <a:defRPr/>
            </a:pPr>
            <a:r>
              <a:rPr lang="en-IN" sz="4000" b="1" dirty="0">
                <a:solidFill>
                  <a:schemeClr val="tx1"/>
                </a:solidFill>
              </a:rPr>
              <a:t>Theta Notation(</a:t>
            </a:r>
            <a:r>
              <a:rPr lang="el-GR" sz="4000" b="1" dirty="0">
                <a:solidFill>
                  <a:schemeClr val="tx1"/>
                </a:solidFill>
              </a:rPr>
              <a:t>θ</a:t>
            </a:r>
            <a:r>
              <a:rPr lang="en-IN" sz="4000" b="1" dirty="0">
                <a:solidFill>
                  <a:schemeClr val="tx1"/>
                </a:solidFill>
              </a:rPr>
              <a:t>)</a:t>
            </a:r>
            <a:br>
              <a:rPr lang="el-GR" sz="4000" dirty="0">
                <a:solidFill>
                  <a:schemeClr val="tx1"/>
                </a:solidFill>
              </a:rPr>
            </a:br>
            <a:endParaRPr lang="en-US" sz="4000" b="1" dirty="0">
              <a:solidFill>
                <a:schemeClr val="tx1"/>
              </a:solidFill>
            </a:endParaRPr>
          </a:p>
        </p:txBody>
      </p:sp>
      <p:sp>
        <p:nvSpPr>
          <p:cNvPr id="8" name="Rectangle 7">
            <a:extLst>
              <a:ext uri="{FF2B5EF4-FFF2-40B4-BE49-F238E27FC236}">
                <a16:creationId xmlns:a16="http://schemas.microsoft.com/office/drawing/2014/main" id="{3F068863-145E-4A1E-6FEE-01DDE78205EC}"/>
              </a:ext>
            </a:extLst>
          </p:cNvPr>
          <p:cNvSpPr/>
          <p:nvPr/>
        </p:nvSpPr>
        <p:spPr>
          <a:xfrm>
            <a:off x="218017" y="1126067"/>
            <a:ext cx="11049000" cy="6408421"/>
          </a:xfrm>
          <a:prstGeom prst="rect">
            <a:avLst/>
          </a:prstGeom>
        </p:spPr>
        <p:txBody>
          <a:bodyPr>
            <a:spAutoFit/>
          </a:bodyPr>
          <a:lstStyle/>
          <a:p>
            <a:pPr algn="just" eaLnBrk="1" hangingPunct="1">
              <a:lnSpc>
                <a:spcPct val="150000"/>
              </a:lnSpc>
              <a:defRPr/>
            </a:pPr>
            <a:r>
              <a:rPr lang="en-IN" sz="2300" b="1" dirty="0"/>
              <a:t>Example: f(n)=3n+2</a:t>
            </a:r>
          </a:p>
          <a:p>
            <a:pPr marL="457189" indent="-457189" algn="just">
              <a:lnSpc>
                <a:spcPct val="150000"/>
              </a:lnSpc>
              <a:buFontTx/>
              <a:buAutoNum type="arabicParenR"/>
              <a:defRPr/>
            </a:pPr>
            <a:r>
              <a:rPr lang="en-IN" sz="2300" dirty="0"/>
              <a:t>We show that f(n)&lt;=C1.g(n)</a:t>
            </a:r>
          </a:p>
          <a:p>
            <a:pPr marL="457189" indent="-457189" algn="just">
              <a:lnSpc>
                <a:spcPct val="150000"/>
              </a:lnSpc>
              <a:defRPr/>
            </a:pPr>
            <a:r>
              <a:rPr lang="en-IN" sz="2300" dirty="0"/>
              <a:t>       let g(n)=n and C1=4</a:t>
            </a:r>
          </a:p>
          <a:p>
            <a:pPr marL="457189" indent="-457189" algn="just">
              <a:lnSpc>
                <a:spcPct val="150000"/>
              </a:lnSpc>
              <a:defRPr/>
            </a:pPr>
            <a:r>
              <a:rPr lang="en-IN" sz="2300" dirty="0"/>
              <a:t>       by def. of Big-O</a:t>
            </a:r>
          </a:p>
          <a:p>
            <a:pPr marL="457189" indent="-457189" algn="just">
              <a:lnSpc>
                <a:spcPct val="150000"/>
              </a:lnSpc>
              <a:defRPr/>
            </a:pPr>
            <a:r>
              <a:rPr lang="en-IN" sz="2300" dirty="0"/>
              <a:t>       3n+2&lt;=4. n which is true for all n&gt;2(n0)</a:t>
            </a:r>
          </a:p>
          <a:p>
            <a:pPr marL="457189" indent="-457189" algn="just">
              <a:lnSpc>
                <a:spcPct val="150000"/>
              </a:lnSpc>
              <a:buFontTx/>
              <a:buAutoNum type="arabicParenR" startAt="2"/>
              <a:defRPr/>
            </a:pPr>
            <a:r>
              <a:rPr lang="en-IN" sz="2300" dirty="0"/>
              <a:t>Now we have to show C2.g(n)&lt;=f(n) for satisfying omega notation</a:t>
            </a:r>
          </a:p>
          <a:p>
            <a:pPr marL="457189" indent="-457189" algn="just">
              <a:lnSpc>
                <a:spcPct val="150000"/>
              </a:lnSpc>
              <a:defRPr/>
            </a:pPr>
            <a:r>
              <a:rPr lang="en-IN" sz="2300" dirty="0"/>
              <a:t>	here g(n)=n, let C2=1, then</a:t>
            </a:r>
          </a:p>
          <a:p>
            <a:pPr marL="457189" indent="-457189" algn="just">
              <a:lnSpc>
                <a:spcPct val="150000"/>
              </a:lnSpc>
              <a:defRPr/>
            </a:pPr>
            <a:r>
              <a:rPr lang="en-IN" sz="2300" dirty="0"/>
              <a:t>      1. n&lt;=3n+2 is also true for all n&gt;2(n0)</a:t>
            </a:r>
          </a:p>
          <a:p>
            <a:pPr marL="457189" indent="-457189" algn="just">
              <a:lnSpc>
                <a:spcPct val="150000"/>
              </a:lnSpc>
              <a:defRPr/>
            </a:pPr>
            <a:r>
              <a:rPr lang="en-IN" sz="2300" dirty="0"/>
              <a:t>Therefore by definition of theta notation</a:t>
            </a:r>
          </a:p>
          <a:p>
            <a:pPr marL="457189" indent="-457189" algn="just">
              <a:lnSpc>
                <a:spcPct val="150000"/>
              </a:lnSpc>
              <a:defRPr/>
            </a:pPr>
            <a:r>
              <a:rPr lang="en-IN" sz="2300" dirty="0"/>
              <a:t>F(n)= </a:t>
            </a:r>
            <a:r>
              <a:rPr lang="en-US" sz="2300" dirty="0"/>
              <a:t>Θ(g(n))= Θ(n) for constants C1=4 and C2=1 for all n&gt;2</a:t>
            </a:r>
            <a:endParaRPr lang="en-IN" sz="2300" dirty="0"/>
          </a:p>
          <a:p>
            <a:pPr marL="457189" indent="-457189" algn="just">
              <a:lnSpc>
                <a:spcPct val="150000"/>
              </a:lnSpc>
              <a:defRPr/>
            </a:pPr>
            <a:endParaRPr lang="en-IN" sz="2300" b="1" dirty="0">
              <a:latin typeface="Calibri" pitchFamily="34" charset="0"/>
            </a:endParaRPr>
          </a:p>
          <a:p>
            <a:pPr algn="just" eaLnBrk="1" hangingPunct="1">
              <a:lnSpc>
                <a:spcPct val="150000"/>
              </a:lnSpc>
              <a:defRPr/>
            </a:pPr>
            <a:endParaRPr lang="en-IN" sz="2300" b="1" dirty="0">
              <a:latin typeface="Calibri"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3">
            <a:extLst>
              <a:ext uri="{FF2B5EF4-FFF2-40B4-BE49-F238E27FC236}">
                <a16:creationId xmlns:a16="http://schemas.microsoft.com/office/drawing/2014/main" id="{6586CAD2-814E-3A7A-FAC3-A98C0B07D9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0714" y="1164770"/>
            <a:ext cx="9448800" cy="5399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Date Placeholder 4">
            <a:extLst>
              <a:ext uri="{FF2B5EF4-FFF2-40B4-BE49-F238E27FC236}">
                <a16:creationId xmlns:a16="http://schemas.microsoft.com/office/drawing/2014/main" id="{1A6247A0-E5C9-5EFD-F8D6-846FA6D5A899}"/>
              </a:ext>
            </a:extLst>
          </p:cNvPr>
          <p:cNvSpPr>
            <a:spLocks noGrp="1"/>
          </p:cNvSpPr>
          <p:nvPr>
            <p:ph type="dt" sz="quarter" idx="10"/>
          </p:nvPr>
        </p:nvSpPr>
        <p:spPr/>
        <p:txBody>
          <a:bodyPr/>
          <a:lstStyle/>
          <a:p>
            <a:pPr>
              <a:defRPr/>
            </a:pPr>
            <a:r>
              <a:rPr lang="en-US"/>
              <a:t>Asymptotic Analysis</a:t>
            </a:r>
          </a:p>
        </p:txBody>
      </p:sp>
      <p:sp>
        <p:nvSpPr>
          <p:cNvPr id="23555" name="Rectangle 242">
            <a:extLst>
              <a:ext uri="{FF2B5EF4-FFF2-40B4-BE49-F238E27FC236}">
                <a16:creationId xmlns:a16="http://schemas.microsoft.com/office/drawing/2014/main" id="{07BE3061-9BA9-E84B-CD5A-7B0E39FDA165}"/>
              </a:ext>
            </a:extLst>
          </p:cNvPr>
          <p:cNvSpPr>
            <a:spLocks noChangeArrowheads="1"/>
          </p:cNvSpPr>
          <p:nvPr/>
        </p:nvSpPr>
        <p:spPr bwMode="auto">
          <a:xfrm>
            <a:off x="1219200" y="4152901"/>
            <a:ext cx="10261600" cy="876300"/>
          </a:xfrm>
          <a:prstGeom prst="rect">
            <a:avLst/>
          </a:prstGeom>
          <a:solidFill>
            <a:schemeClr val="accent2">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400">
              <a:latin typeface="Arial" panose="020B0604020202020204" pitchFamily="34" charset="0"/>
            </a:endParaRPr>
          </a:p>
        </p:txBody>
      </p:sp>
      <p:sp>
        <p:nvSpPr>
          <p:cNvPr id="23556" name="Rectangle 241">
            <a:extLst>
              <a:ext uri="{FF2B5EF4-FFF2-40B4-BE49-F238E27FC236}">
                <a16:creationId xmlns:a16="http://schemas.microsoft.com/office/drawing/2014/main" id="{53F85DD5-A159-2793-2823-421666FBDA12}"/>
              </a:ext>
            </a:extLst>
          </p:cNvPr>
          <p:cNvSpPr>
            <a:spLocks noChangeArrowheads="1"/>
          </p:cNvSpPr>
          <p:nvPr/>
        </p:nvSpPr>
        <p:spPr bwMode="auto">
          <a:xfrm>
            <a:off x="1219200" y="1676400"/>
            <a:ext cx="10261600" cy="1219200"/>
          </a:xfrm>
          <a:prstGeom prst="rect">
            <a:avLst/>
          </a:prstGeom>
          <a:solidFill>
            <a:schemeClr val="accent2">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400">
              <a:latin typeface="Arial" panose="020B0604020202020204" pitchFamily="34" charset="0"/>
            </a:endParaRPr>
          </a:p>
        </p:txBody>
      </p:sp>
      <p:sp>
        <p:nvSpPr>
          <p:cNvPr id="23557" name="Rectangle 2">
            <a:extLst>
              <a:ext uri="{FF2B5EF4-FFF2-40B4-BE49-F238E27FC236}">
                <a16:creationId xmlns:a16="http://schemas.microsoft.com/office/drawing/2014/main" id="{D211629F-F0EA-883D-741B-8FD3CFF26636}"/>
              </a:ext>
            </a:extLst>
          </p:cNvPr>
          <p:cNvSpPr>
            <a:spLocks noGrp="1"/>
          </p:cNvSpPr>
          <p:nvPr>
            <p:ph type="title"/>
          </p:nvPr>
        </p:nvSpPr>
        <p:spPr>
          <a:xfrm>
            <a:off x="546100" y="0"/>
            <a:ext cx="10972800" cy="872067"/>
          </a:xfrm>
        </p:spPr>
        <p:txBody>
          <a:bodyPr/>
          <a:lstStyle/>
          <a:p>
            <a:pPr eaLnBrk="1" hangingPunct="1"/>
            <a:r>
              <a:rPr lang="en-US" altLang="en-US"/>
              <a:t>Order Notations</a:t>
            </a:r>
          </a:p>
        </p:txBody>
      </p:sp>
      <p:graphicFrame>
        <p:nvGraphicFramePr>
          <p:cNvPr id="72954" name="Group 250">
            <a:extLst>
              <a:ext uri="{FF2B5EF4-FFF2-40B4-BE49-F238E27FC236}">
                <a16:creationId xmlns:a16="http://schemas.microsoft.com/office/drawing/2014/main" id="{E84FDBAD-DD61-F45A-9867-0772D2D6912D}"/>
              </a:ext>
            </a:extLst>
          </p:cNvPr>
          <p:cNvGraphicFramePr>
            <a:graphicFrameLocks noGrp="1"/>
          </p:cNvGraphicFramePr>
          <p:nvPr>
            <p:extLst>
              <p:ext uri="{D42A27DB-BD31-4B8C-83A1-F6EECF244321}">
                <p14:modId xmlns:p14="http://schemas.microsoft.com/office/powerpoint/2010/main" val="1707854197"/>
              </p:ext>
            </p:extLst>
          </p:nvPr>
        </p:nvGraphicFramePr>
        <p:xfrm>
          <a:off x="505884" y="1126563"/>
          <a:ext cx="10871200" cy="4982186"/>
        </p:xfrm>
        <a:graphic>
          <a:graphicData uri="http://schemas.openxmlformats.org/drawingml/2006/table">
            <a:tbl>
              <a:tblPr/>
              <a:tblGrid>
                <a:gridCol w="2540000">
                  <a:extLst>
                    <a:ext uri="{9D8B030D-6E8A-4147-A177-3AD203B41FA5}">
                      <a16:colId xmlns:a16="http://schemas.microsoft.com/office/drawing/2014/main" val="20000"/>
                    </a:ext>
                  </a:extLst>
                </a:gridCol>
                <a:gridCol w="55880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1765493">
                <a:tc>
                  <a:txBody>
                    <a:bodyPr/>
                    <a:lstStyle/>
                    <a:p>
                      <a:pPr marL="0" marR="0" lvl="0" indent="0" algn="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1" i="0" u="none" strike="noStrike" cap="none" normalizeH="0" baseline="0" dirty="0">
                          <a:ln>
                            <a:noFill/>
                          </a:ln>
                          <a:solidFill>
                            <a:schemeClr val="hlink"/>
                          </a:solidFill>
                          <a:effectLst/>
                          <a:latin typeface="Tahoma" pitchFamily="34" charset="0"/>
                        </a:rPr>
                        <a:t>Big-O</a:t>
                      </a:r>
                      <a:endParaRPr kumimoji="0" lang="en-US" sz="2400" b="0" i="0" u="none" strike="noStrike" cap="none" normalizeH="0" baseline="0" dirty="0">
                        <a:ln>
                          <a:noFill/>
                        </a:ln>
                        <a:solidFill>
                          <a:schemeClr val="tx1"/>
                        </a:solidFill>
                        <a:effectLst/>
                        <a:latin typeface="Tahoma" pitchFamily="34" charset="0"/>
                      </a:endParaRPr>
                    </a:p>
                  </a:txBody>
                  <a:tcPr marL="121920" marR="121920" marT="45717" marB="45717" anchor="ctr"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dirty="0">
                          <a:ln>
                            <a:noFill/>
                          </a:ln>
                          <a:solidFill>
                            <a:schemeClr val="tx1"/>
                          </a:solidFill>
                          <a:effectLst/>
                          <a:latin typeface="Tahoma" pitchFamily="34" charset="0"/>
                        </a:rPr>
                        <a:t>T</a:t>
                      </a:r>
                      <a:r>
                        <a:rPr kumimoji="0" lang="en-US" sz="2000" b="0" i="0" u="none" strike="noStrike" cap="none" normalizeH="0" baseline="0" dirty="0">
                          <a:ln>
                            <a:noFill/>
                          </a:ln>
                          <a:solidFill>
                            <a:schemeClr val="tx1"/>
                          </a:solidFill>
                          <a:effectLst/>
                          <a:latin typeface="Tahoma" pitchFamily="34" charset="0"/>
                        </a:rPr>
                        <a:t>(</a:t>
                      </a:r>
                      <a:r>
                        <a:rPr kumimoji="0" lang="en-US" sz="2400" b="0" i="0" u="none" strike="noStrike" cap="none" normalizeH="0" baseline="0" dirty="0">
                          <a:ln>
                            <a:noFill/>
                          </a:ln>
                          <a:solidFill>
                            <a:schemeClr val="tx1"/>
                          </a:solidFill>
                          <a:effectLst/>
                          <a:latin typeface="Tahoma" pitchFamily="34" charset="0"/>
                        </a:rPr>
                        <a:t>n</a:t>
                      </a:r>
                      <a:r>
                        <a:rPr kumimoji="0" lang="en-US" sz="2000" b="0" i="0" u="none" strike="noStrike" cap="none" normalizeH="0" baseline="0" dirty="0">
                          <a:ln>
                            <a:noFill/>
                          </a:ln>
                          <a:solidFill>
                            <a:schemeClr val="tx1"/>
                          </a:solidFill>
                          <a:effectLst/>
                          <a:latin typeface="Tahoma" pitchFamily="34" charset="0"/>
                        </a:rPr>
                        <a:t>)</a:t>
                      </a:r>
                      <a:r>
                        <a:rPr kumimoji="0" lang="en-US" sz="2400" b="0" i="0" u="none" strike="noStrike" cap="none" normalizeH="0" baseline="0" dirty="0">
                          <a:ln>
                            <a:noFill/>
                          </a:ln>
                          <a:solidFill>
                            <a:schemeClr val="tx1"/>
                          </a:solidFill>
                          <a:effectLst/>
                          <a:latin typeface="Tahoma" pitchFamily="34" charset="0"/>
                        </a:rPr>
                        <a:t> </a:t>
                      </a:r>
                      <a:r>
                        <a:rPr kumimoji="0" lang="en-US" sz="2400" b="0" i="0" u="none" strike="noStrike" cap="none" normalizeH="0" baseline="0" dirty="0">
                          <a:ln>
                            <a:noFill/>
                          </a:ln>
                          <a:solidFill>
                            <a:schemeClr val="tx1"/>
                          </a:solidFill>
                          <a:effectLst/>
                          <a:latin typeface="Tahoma" pitchFamily="34" charset="0"/>
                          <a:sym typeface="Symbol" pitchFamily="18" charset="2"/>
                        </a:rPr>
                        <a:t>= </a:t>
                      </a:r>
                      <a:r>
                        <a:rPr kumimoji="0" lang="en-US" sz="2800" b="1" i="0" u="none" strike="noStrike" cap="none" normalizeH="0" baseline="0" dirty="0">
                          <a:ln>
                            <a:noFill/>
                          </a:ln>
                          <a:solidFill>
                            <a:schemeClr val="hlink"/>
                          </a:solidFill>
                          <a:effectLst/>
                          <a:latin typeface="Tahoma" pitchFamily="34" charset="0"/>
                        </a:rPr>
                        <a:t>O(</a:t>
                      </a:r>
                      <a:r>
                        <a:rPr kumimoji="0" lang="en-US" sz="2400" b="0" i="0" u="none" strike="noStrike" cap="none" normalizeH="0" baseline="0" dirty="0">
                          <a:ln>
                            <a:noFill/>
                          </a:ln>
                          <a:solidFill>
                            <a:schemeClr val="tx1"/>
                          </a:solidFill>
                          <a:effectLst/>
                          <a:latin typeface="Tahoma" pitchFamily="34" charset="0"/>
                        </a:rPr>
                        <a:t> f</a:t>
                      </a:r>
                      <a:r>
                        <a:rPr kumimoji="0" lang="en-US" sz="2000" b="0" i="0" u="none" strike="noStrike" cap="none" normalizeH="0" baseline="0" dirty="0">
                          <a:ln>
                            <a:noFill/>
                          </a:ln>
                          <a:solidFill>
                            <a:schemeClr val="tx1"/>
                          </a:solidFill>
                          <a:effectLst/>
                          <a:latin typeface="Tahoma" pitchFamily="34" charset="0"/>
                        </a:rPr>
                        <a:t>(</a:t>
                      </a:r>
                      <a:r>
                        <a:rPr kumimoji="0" lang="en-US" sz="2400" b="0" i="0" u="none" strike="noStrike" cap="none" normalizeH="0" baseline="0" dirty="0">
                          <a:ln>
                            <a:noFill/>
                          </a:ln>
                          <a:solidFill>
                            <a:schemeClr val="tx1"/>
                          </a:solidFill>
                          <a:effectLst/>
                          <a:latin typeface="Tahoma" pitchFamily="34" charset="0"/>
                        </a:rPr>
                        <a:t>n</a:t>
                      </a:r>
                      <a:r>
                        <a:rPr kumimoji="0" lang="en-US" sz="2000" b="0" i="0" u="none" strike="noStrike" cap="none" normalizeH="0" baseline="0" dirty="0">
                          <a:ln>
                            <a:noFill/>
                          </a:ln>
                          <a:solidFill>
                            <a:schemeClr val="tx1"/>
                          </a:solidFill>
                          <a:effectLst/>
                          <a:latin typeface="Tahoma" pitchFamily="34" charset="0"/>
                        </a:rPr>
                        <a:t>)</a:t>
                      </a:r>
                      <a:r>
                        <a:rPr kumimoji="0" lang="en-US" sz="2400" b="0" i="0" u="none" strike="noStrike" cap="none" normalizeH="0" baseline="0" dirty="0">
                          <a:ln>
                            <a:noFill/>
                          </a:ln>
                          <a:solidFill>
                            <a:schemeClr val="tx1"/>
                          </a:solidFill>
                          <a:effectLst/>
                          <a:latin typeface="Tahoma" pitchFamily="34" charset="0"/>
                        </a:rPr>
                        <a:t> </a:t>
                      </a:r>
                      <a:r>
                        <a:rPr kumimoji="0" lang="en-US" sz="2800" b="1" i="0" u="none" strike="noStrike" cap="none" normalizeH="0" baseline="0" dirty="0">
                          <a:ln>
                            <a:noFill/>
                          </a:ln>
                          <a:solidFill>
                            <a:schemeClr val="hlink"/>
                          </a:solidFill>
                          <a:effectLst/>
                          <a:latin typeface="Tahoma" pitchFamily="34" charset="0"/>
                        </a:rPr>
                        <a:t>)</a:t>
                      </a:r>
                    </a:p>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1900" b="0" i="0" u="none" strike="noStrike" cap="none" normalizeH="0" baseline="0" dirty="0">
                          <a:ln>
                            <a:noFill/>
                          </a:ln>
                          <a:solidFill>
                            <a:schemeClr val="tx1"/>
                          </a:solidFill>
                          <a:effectLst/>
                          <a:latin typeface="Tahoma" pitchFamily="34" charset="0"/>
                        </a:rPr>
                        <a:t>Exist positive constants c, </a:t>
                      </a:r>
                      <a:r>
                        <a:rPr kumimoji="0" lang="en-US" sz="1900" b="0" i="0" u="none" strike="noStrike" cap="none" normalizeH="0" baseline="0" dirty="0">
                          <a:ln>
                            <a:noFill/>
                          </a:ln>
                          <a:solidFill>
                            <a:schemeClr val="tx1"/>
                          </a:solidFill>
                          <a:effectLst/>
                          <a:latin typeface="Tahoma" pitchFamily="34" charset="0"/>
                          <a:sym typeface="Symbol" pitchFamily="18" charset="2"/>
                        </a:rPr>
                        <a:t>n</a:t>
                      </a:r>
                      <a:r>
                        <a:rPr kumimoji="0" lang="en-US" sz="1900" b="0" i="0" u="none" strike="noStrike" cap="none" normalizeH="0" baseline="-25000" dirty="0">
                          <a:ln>
                            <a:noFill/>
                          </a:ln>
                          <a:solidFill>
                            <a:schemeClr val="tx1"/>
                          </a:solidFill>
                          <a:effectLst/>
                          <a:latin typeface="Tahoma" pitchFamily="34" charset="0"/>
                          <a:sym typeface="Symbol" pitchFamily="18" charset="2"/>
                        </a:rPr>
                        <a:t>0 </a:t>
                      </a:r>
                      <a:r>
                        <a:rPr kumimoji="0" lang="en-US" sz="1900" b="0" i="0" u="none" strike="noStrike" cap="none" normalizeH="0" baseline="0" dirty="0">
                          <a:ln>
                            <a:noFill/>
                          </a:ln>
                          <a:solidFill>
                            <a:schemeClr val="tx1"/>
                          </a:solidFill>
                          <a:effectLst/>
                          <a:latin typeface="Tahoma" pitchFamily="34" charset="0"/>
                        </a:rPr>
                        <a:t>such that</a:t>
                      </a:r>
                    </a:p>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dirty="0">
                          <a:ln>
                            <a:noFill/>
                          </a:ln>
                          <a:solidFill>
                            <a:schemeClr val="tx1"/>
                          </a:solidFill>
                          <a:effectLst/>
                          <a:latin typeface="Tahoma" pitchFamily="34" charset="0"/>
                        </a:rPr>
                        <a:t>T(n) </a:t>
                      </a:r>
                      <a:r>
                        <a:rPr kumimoji="0" lang="en-US" sz="2000" b="0" i="0" u="none" strike="noStrike" cap="none" normalizeH="0" baseline="0" dirty="0">
                          <a:ln>
                            <a:noFill/>
                          </a:ln>
                          <a:solidFill>
                            <a:schemeClr val="tx1"/>
                          </a:solidFill>
                          <a:effectLst/>
                          <a:latin typeface="Tahoma" pitchFamily="34" charset="0"/>
                          <a:sym typeface="Symbol" pitchFamily="18" charset="2"/>
                        </a:rPr>
                        <a:t> </a:t>
                      </a:r>
                      <a:r>
                        <a:rPr kumimoji="0" lang="en-US" sz="2000" b="0" i="0" u="none" strike="noStrike" cap="none" normalizeH="0" baseline="0" dirty="0" err="1">
                          <a:ln>
                            <a:noFill/>
                          </a:ln>
                          <a:solidFill>
                            <a:schemeClr val="tx1"/>
                          </a:solidFill>
                          <a:effectLst/>
                          <a:latin typeface="Tahoma" pitchFamily="34" charset="0"/>
                          <a:sym typeface="Symbol" pitchFamily="18" charset="2"/>
                        </a:rPr>
                        <a:t>cf</a:t>
                      </a:r>
                      <a:r>
                        <a:rPr kumimoji="0" lang="en-US" sz="2000" b="0" i="0" u="none" strike="noStrike" cap="none" normalizeH="0" baseline="0" dirty="0">
                          <a:ln>
                            <a:noFill/>
                          </a:ln>
                          <a:solidFill>
                            <a:schemeClr val="tx1"/>
                          </a:solidFill>
                          <a:effectLst/>
                          <a:latin typeface="Tahoma" pitchFamily="34" charset="0"/>
                          <a:sym typeface="Symbol" pitchFamily="18" charset="2"/>
                        </a:rPr>
                        <a:t>(n) for all n  n</a:t>
                      </a:r>
                      <a:r>
                        <a:rPr kumimoji="0" lang="en-US" sz="2000" b="0" i="0" u="none" strike="noStrike" cap="none" normalizeH="0" baseline="-25000" dirty="0">
                          <a:ln>
                            <a:noFill/>
                          </a:ln>
                          <a:solidFill>
                            <a:schemeClr val="tx1"/>
                          </a:solidFill>
                          <a:effectLst/>
                          <a:latin typeface="Tahoma" pitchFamily="34" charset="0"/>
                          <a:sym typeface="Symbol" pitchFamily="18" charset="2"/>
                        </a:rPr>
                        <a:t>0</a:t>
                      </a:r>
                    </a:p>
                  </a:txBody>
                  <a:tcPr marL="121920" marR="121920"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dirty="0">
                          <a:ln>
                            <a:noFill/>
                          </a:ln>
                          <a:solidFill>
                            <a:schemeClr val="tx1"/>
                          </a:solidFill>
                          <a:effectLst/>
                          <a:latin typeface="Tahoma" pitchFamily="34" charset="0"/>
                        </a:rPr>
                        <a:t>Upper bound</a:t>
                      </a:r>
                    </a:p>
                  </a:txBody>
                  <a:tcPr marL="121920" marR="1219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54642">
                <a:tc>
                  <a:txBody>
                    <a:bodyPr/>
                    <a:lstStyle/>
                    <a:p>
                      <a:pPr marL="0" marR="0" lvl="0" indent="0" algn="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1" i="0" u="none" strike="noStrike" cap="none" normalizeH="0" baseline="0">
                          <a:ln>
                            <a:noFill/>
                          </a:ln>
                          <a:solidFill>
                            <a:schemeClr val="hlink"/>
                          </a:solidFill>
                          <a:effectLst/>
                          <a:latin typeface="Tahoma" pitchFamily="34" charset="0"/>
                        </a:rPr>
                        <a:t>Omega</a:t>
                      </a:r>
                      <a:endParaRPr kumimoji="0" lang="en-US" sz="2400" b="0" i="0" u="none" strike="noStrike" cap="none" normalizeH="0" baseline="0">
                        <a:ln>
                          <a:noFill/>
                        </a:ln>
                        <a:solidFill>
                          <a:schemeClr val="tx1"/>
                        </a:solidFill>
                        <a:effectLst/>
                        <a:latin typeface="Tahoma" pitchFamily="34" charset="0"/>
                      </a:endParaRPr>
                    </a:p>
                  </a:txBody>
                  <a:tcPr marL="121920" marR="121920" marT="45717" marB="45717"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dirty="0">
                          <a:ln>
                            <a:noFill/>
                          </a:ln>
                          <a:solidFill>
                            <a:schemeClr val="tx1"/>
                          </a:solidFill>
                          <a:effectLst/>
                          <a:latin typeface="Tahoma" pitchFamily="34" charset="0"/>
                        </a:rPr>
                        <a:t>T(n) </a:t>
                      </a:r>
                      <a:r>
                        <a:rPr kumimoji="0" lang="en-US" sz="2400" b="0" i="0" u="none" strike="noStrike" cap="none" normalizeH="0" baseline="0" dirty="0">
                          <a:ln>
                            <a:noFill/>
                          </a:ln>
                          <a:solidFill>
                            <a:schemeClr val="tx1"/>
                          </a:solidFill>
                          <a:effectLst/>
                          <a:latin typeface="Tahoma" pitchFamily="34" charset="0"/>
                          <a:sym typeface="Symbol" pitchFamily="18" charset="2"/>
                        </a:rPr>
                        <a:t>= </a:t>
                      </a:r>
                      <a:r>
                        <a:rPr kumimoji="0" lang="en-US" sz="2800" b="1" i="0" u="none" strike="noStrike" cap="none" normalizeH="0" baseline="0" dirty="0">
                          <a:ln>
                            <a:noFill/>
                          </a:ln>
                          <a:solidFill>
                            <a:schemeClr val="hlink"/>
                          </a:solidFill>
                          <a:effectLst/>
                          <a:latin typeface="Tahoma" pitchFamily="34" charset="0"/>
                          <a:sym typeface="Symbol" pitchFamily="18" charset="2"/>
                        </a:rPr>
                        <a:t></a:t>
                      </a:r>
                      <a:r>
                        <a:rPr kumimoji="0" lang="en-US" sz="2800" b="1" i="0" u="none" strike="noStrike" cap="none" normalizeH="0" baseline="0" dirty="0">
                          <a:ln>
                            <a:noFill/>
                          </a:ln>
                          <a:solidFill>
                            <a:schemeClr val="hlink"/>
                          </a:solidFill>
                          <a:effectLst/>
                          <a:latin typeface="Tahoma" pitchFamily="34" charset="0"/>
                        </a:rPr>
                        <a:t>(</a:t>
                      </a:r>
                      <a:r>
                        <a:rPr kumimoji="0" lang="en-US" sz="2400" b="0" i="0" u="none" strike="noStrike" cap="none" normalizeH="0" baseline="0" dirty="0">
                          <a:ln>
                            <a:noFill/>
                          </a:ln>
                          <a:solidFill>
                            <a:schemeClr val="tx1"/>
                          </a:solidFill>
                          <a:effectLst/>
                          <a:latin typeface="Tahoma" pitchFamily="34" charset="0"/>
                        </a:rPr>
                        <a:t> f</a:t>
                      </a:r>
                      <a:r>
                        <a:rPr kumimoji="0" lang="en-US" sz="2000" b="0" i="0" u="none" strike="noStrike" cap="none" normalizeH="0" baseline="0" dirty="0">
                          <a:ln>
                            <a:noFill/>
                          </a:ln>
                          <a:solidFill>
                            <a:schemeClr val="tx1"/>
                          </a:solidFill>
                          <a:effectLst/>
                          <a:latin typeface="Tahoma" pitchFamily="34" charset="0"/>
                        </a:rPr>
                        <a:t>(</a:t>
                      </a:r>
                      <a:r>
                        <a:rPr kumimoji="0" lang="en-US" sz="2400" b="0" i="0" u="none" strike="noStrike" cap="none" normalizeH="0" baseline="0" dirty="0">
                          <a:ln>
                            <a:noFill/>
                          </a:ln>
                          <a:solidFill>
                            <a:schemeClr val="tx1"/>
                          </a:solidFill>
                          <a:effectLst/>
                          <a:latin typeface="Tahoma" pitchFamily="34" charset="0"/>
                        </a:rPr>
                        <a:t>n</a:t>
                      </a:r>
                      <a:r>
                        <a:rPr kumimoji="0" lang="en-US" sz="2000" b="0" i="0" u="none" strike="noStrike" cap="none" normalizeH="0" baseline="0" dirty="0">
                          <a:ln>
                            <a:noFill/>
                          </a:ln>
                          <a:solidFill>
                            <a:schemeClr val="tx1"/>
                          </a:solidFill>
                          <a:effectLst/>
                          <a:latin typeface="Tahoma" pitchFamily="34" charset="0"/>
                        </a:rPr>
                        <a:t>)</a:t>
                      </a:r>
                      <a:r>
                        <a:rPr kumimoji="0" lang="en-US" sz="2400" b="0" i="0" u="none" strike="noStrike" cap="none" normalizeH="0" baseline="0" dirty="0">
                          <a:ln>
                            <a:noFill/>
                          </a:ln>
                          <a:solidFill>
                            <a:schemeClr val="tx1"/>
                          </a:solidFill>
                          <a:effectLst/>
                          <a:latin typeface="Tahoma" pitchFamily="34" charset="0"/>
                        </a:rPr>
                        <a:t> </a:t>
                      </a:r>
                      <a:r>
                        <a:rPr kumimoji="0" lang="en-US" sz="2800" b="1" i="0" u="none" strike="noStrike" cap="none" normalizeH="0" baseline="0" dirty="0">
                          <a:ln>
                            <a:noFill/>
                          </a:ln>
                          <a:solidFill>
                            <a:schemeClr val="hlink"/>
                          </a:solidFill>
                          <a:effectLst/>
                          <a:latin typeface="Tahoma" pitchFamily="34" charset="0"/>
                        </a:rPr>
                        <a:t>)</a:t>
                      </a:r>
                    </a:p>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1900" b="0" i="0" u="none" strike="noStrike" cap="none" normalizeH="0" baseline="0" dirty="0">
                          <a:ln>
                            <a:noFill/>
                          </a:ln>
                          <a:solidFill>
                            <a:schemeClr val="tx1"/>
                          </a:solidFill>
                          <a:effectLst/>
                          <a:latin typeface="Tahoma" pitchFamily="34" charset="0"/>
                        </a:rPr>
                        <a:t>Exist positive constants c, </a:t>
                      </a:r>
                      <a:r>
                        <a:rPr kumimoji="0" lang="en-US" sz="1900" b="0" i="0" u="none" strike="noStrike" cap="none" normalizeH="0" baseline="0" dirty="0">
                          <a:ln>
                            <a:noFill/>
                          </a:ln>
                          <a:solidFill>
                            <a:schemeClr val="tx1"/>
                          </a:solidFill>
                          <a:effectLst/>
                          <a:latin typeface="Tahoma" pitchFamily="34" charset="0"/>
                          <a:sym typeface="Symbol" pitchFamily="18" charset="2"/>
                        </a:rPr>
                        <a:t>n</a:t>
                      </a:r>
                      <a:r>
                        <a:rPr kumimoji="0" lang="en-US" sz="1900" b="0" i="0" u="none" strike="noStrike" cap="none" normalizeH="0" baseline="-25000" dirty="0">
                          <a:ln>
                            <a:noFill/>
                          </a:ln>
                          <a:solidFill>
                            <a:schemeClr val="tx1"/>
                          </a:solidFill>
                          <a:effectLst/>
                          <a:latin typeface="Tahoma" pitchFamily="34" charset="0"/>
                          <a:sym typeface="Symbol" pitchFamily="18" charset="2"/>
                        </a:rPr>
                        <a:t>0 </a:t>
                      </a:r>
                      <a:r>
                        <a:rPr kumimoji="0" lang="en-US" sz="1900" b="0" i="0" u="none" strike="noStrike" cap="none" normalizeH="0" baseline="0" dirty="0">
                          <a:ln>
                            <a:noFill/>
                          </a:ln>
                          <a:solidFill>
                            <a:schemeClr val="tx1"/>
                          </a:solidFill>
                          <a:effectLst/>
                          <a:latin typeface="Tahoma" pitchFamily="34" charset="0"/>
                        </a:rPr>
                        <a:t>such that</a:t>
                      </a:r>
                    </a:p>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dirty="0">
                          <a:ln>
                            <a:noFill/>
                          </a:ln>
                          <a:solidFill>
                            <a:schemeClr val="tx1"/>
                          </a:solidFill>
                          <a:effectLst/>
                          <a:latin typeface="Tahoma" pitchFamily="34" charset="0"/>
                        </a:rPr>
                        <a:t>T(n) </a:t>
                      </a:r>
                      <a:r>
                        <a:rPr kumimoji="0" lang="en-US" sz="2000" b="0" i="0" u="none" strike="noStrike" cap="none" normalizeH="0" baseline="0" dirty="0">
                          <a:ln>
                            <a:noFill/>
                          </a:ln>
                          <a:solidFill>
                            <a:schemeClr val="tx1"/>
                          </a:solidFill>
                          <a:effectLst/>
                          <a:latin typeface="Tahoma" pitchFamily="34" charset="0"/>
                          <a:sym typeface="Symbol" pitchFamily="18" charset="2"/>
                        </a:rPr>
                        <a:t> </a:t>
                      </a:r>
                      <a:r>
                        <a:rPr kumimoji="0" lang="en-US" sz="2000" b="0" i="0" u="none" strike="noStrike" cap="none" normalizeH="0" baseline="0" dirty="0" err="1">
                          <a:ln>
                            <a:noFill/>
                          </a:ln>
                          <a:solidFill>
                            <a:schemeClr val="tx1"/>
                          </a:solidFill>
                          <a:effectLst/>
                          <a:latin typeface="Tahoma" pitchFamily="34" charset="0"/>
                          <a:sym typeface="Symbol" pitchFamily="18" charset="2"/>
                        </a:rPr>
                        <a:t>cf</a:t>
                      </a:r>
                      <a:r>
                        <a:rPr kumimoji="0" lang="en-US" sz="2000" b="0" i="0" u="none" strike="noStrike" cap="none" normalizeH="0" baseline="0" dirty="0">
                          <a:ln>
                            <a:noFill/>
                          </a:ln>
                          <a:solidFill>
                            <a:schemeClr val="tx1"/>
                          </a:solidFill>
                          <a:effectLst/>
                          <a:latin typeface="Tahoma" pitchFamily="34" charset="0"/>
                          <a:sym typeface="Symbol" pitchFamily="18" charset="2"/>
                        </a:rPr>
                        <a:t>(n) for all n  n</a:t>
                      </a:r>
                      <a:r>
                        <a:rPr kumimoji="0" lang="en-US" sz="2000" b="0" i="0" u="none" strike="noStrike" cap="none" normalizeH="0" baseline="-25000" dirty="0">
                          <a:ln>
                            <a:noFill/>
                          </a:ln>
                          <a:solidFill>
                            <a:schemeClr val="tx1"/>
                          </a:solidFill>
                          <a:effectLst/>
                          <a:latin typeface="Tahoma" pitchFamily="34" charset="0"/>
                          <a:sym typeface="Symbol" pitchFamily="18" charset="2"/>
                        </a:rPr>
                        <a:t>0</a:t>
                      </a:r>
                    </a:p>
                  </a:txBody>
                  <a:tcPr marL="121920" marR="121920"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Lower bound</a:t>
                      </a:r>
                    </a:p>
                  </a:txBody>
                  <a:tcPr marL="121920" marR="1219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85780">
                <a:tc>
                  <a:txBody>
                    <a:bodyPr/>
                    <a:lstStyle/>
                    <a:p>
                      <a:pPr marL="0" marR="0" lvl="0" indent="0" algn="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1" i="0" u="none" strike="noStrike" cap="none" normalizeH="0" baseline="0" dirty="0">
                          <a:ln>
                            <a:noFill/>
                          </a:ln>
                          <a:solidFill>
                            <a:schemeClr val="hlink"/>
                          </a:solidFill>
                          <a:effectLst/>
                          <a:latin typeface="Tahoma" pitchFamily="34" charset="0"/>
                        </a:rPr>
                        <a:t>Theta</a:t>
                      </a:r>
                    </a:p>
                  </a:txBody>
                  <a:tcPr marL="121920" marR="121920" marT="45717" marB="45717"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dirty="0">
                          <a:ln>
                            <a:noFill/>
                          </a:ln>
                          <a:solidFill>
                            <a:schemeClr val="tx1"/>
                          </a:solidFill>
                          <a:effectLst/>
                          <a:latin typeface="Tahoma" pitchFamily="34" charset="0"/>
                        </a:rPr>
                        <a:t>T</a:t>
                      </a:r>
                      <a:r>
                        <a:rPr kumimoji="0" lang="en-US" sz="2000" b="0" i="0" u="none" strike="noStrike" cap="none" normalizeH="0" baseline="0" dirty="0">
                          <a:ln>
                            <a:noFill/>
                          </a:ln>
                          <a:solidFill>
                            <a:schemeClr val="tx1"/>
                          </a:solidFill>
                          <a:effectLst/>
                          <a:latin typeface="Tahoma" pitchFamily="34" charset="0"/>
                        </a:rPr>
                        <a:t>(</a:t>
                      </a:r>
                      <a:r>
                        <a:rPr kumimoji="0" lang="en-US" sz="2400" b="0" i="0" u="none" strike="noStrike" cap="none" normalizeH="0" baseline="0" dirty="0">
                          <a:ln>
                            <a:noFill/>
                          </a:ln>
                          <a:solidFill>
                            <a:schemeClr val="tx1"/>
                          </a:solidFill>
                          <a:effectLst/>
                          <a:latin typeface="Tahoma" pitchFamily="34" charset="0"/>
                        </a:rPr>
                        <a:t>n</a:t>
                      </a:r>
                      <a:r>
                        <a:rPr kumimoji="0" lang="en-US" sz="2000" b="0" i="0" u="none" strike="noStrike" cap="none" normalizeH="0" baseline="0" dirty="0">
                          <a:ln>
                            <a:noFill/>
                          </a:ln>
                          <a:solidFill>
                            <a:schemeClr val="tx1"/>
                          </a:solidFill>
                          <a:effectLst/>
                          <a:latin typeface="Tahoma" pitchFamily="34" charset="0"/>
                        </a:rPr>
                        <a:t>)</a:t>
                      </a:r>
                      <a:r>
                        <a:rPr kumimoji="0" lang="en-US" sz="2400" b="0" i="0" u="none" strike="noStrike" cap="none" normalizeH="0" baseline="0" dirty="0">
                          <a:ln>
                            <a:noFill/>
                          </a:ln>
                          <a:solidFill>
                            <a:schemeClr val="tx1"/>
                          </a:solidFill>
                          <a:effectLst/>
                          <a:latin typeface="Tahoma" pitchFamily="34" charset="0"/>
                        </a:rPr>
                        <a:t> </a:t>
                      </a:r>
                      <a:r>
                        <a:rPr kumimoji="0" lang="en-US" sz="2400" b="0" i="0" u="none" strike="noStrike" cap="none" normalizeH="0" baseline="0" dirty="0">
                          <a:ln>
                            <a:noFill/>
                          </a:ln>
                          <a:solidFill>
                            <a:schemeClr val="tx1"/>
                          </a:solidFill>
                          <a:effectLst/>
                          <a:latin typeface="Tahoma" pitchFamily="34" charset="0"/>
                          <a:sym typeface="Symbol" pitchFamily="18" charset="2"/>
                        </a:rPr>
                        <a:t>= </a:t>
                      </a:r>
                      <a:r>
                        <a:rPr kumimoji="0" lang="en-US" sz="2800" b="1" i="0" u="none" strike="noStrike" cap="none" normalizeH="0" baseline="0" dirty="0" err="1">
                          <a:ln>
                            <a:noFill/>
                          </a:ln>
                          <a:solidFill>
                            <a:schemeClr val="hlink"/>
                          </a:solidFill>
                          <a:effectLst/>
                          <a:latin typeface="Tahoma" pitchFamily="34" charset="0"/>
                          <a:cs typeface="Times New Roman" pitchFamily="18" charset="0"/>
                          <a:sym typeface="Symbol" pitchFamily="18" charset="2"/>
                        </a:rPr>
                        <a:t>θ</a:t>
                      </a:r>
                      <a:r>
                        <a:rPr kumimoji="0" lang="en-US" sz="2800" b="1" i="0" u="none" strike="noStrike" cap="none" normalizeH="0" baseline="0" dirty="0">
                          <a:ln>
                            <a:noFill/>
                          </a:ln>
                          <a:solidFill>
                            <a:schemeClr val="hlink"/>
                          </a:solidFill>
                          <a:effectLst/>
                          <a:latin typeface="Tahoma" pitchFamily="34" charset="0"/>
                        </a:rPr>
                        <a:t>(</a:t>
                      </a:r>
                      <a:r>
                        <a:rPr kumimoji="0" lang="en-US" sz="2400" b="0" i="0" u="none" strike="noStrike" cap="none" normalizeH="0" baseline="0" dirty="0">
                          <a:ln>
                            <a:noFill/>
                          </a:ln>
                          <a:solidFill>
                            <a:schemeClr val="tx1"/>
                          </a:solidFill>
                          <a:effectLst/>
                          <a:latin typeface="Tahoma" pitchFamily="34" charset="0"/>
                        </a:rPr>
                        <a:t> f</a:t>
                      </a:r>
                      <a:r>
                        <a:rPr kumimoji="0" lang="en-US" sz="2000" b="0" i="0" u="none" strike="noStrike" cap="none" normalizeH="0" baseline="0" dirty="0">
                          <a:ln>
                            <a:noFill/>
                          </a:ln>
                          <a:solidFill>
                            <a:schemeClr val="tx1"/>
                          </a:solidFill>
                          <a:effectLst/>
                          <a:latin typeface="Tahoma" pitchFamily="34" charset="0"/>
                        </a:rPr>
                        <a:t>(</a:t>
                      </a:r>
                      <a:r>
                        <a:rPr kumimoji="0" lang="en-US" sz="2400" b="0" i="0" u="none" strike="noStrike" cap="none" normalizeH="0" baseline="0" dirty="0">
                          <a:ln>
                            <a:noFill/>
                          </a:ln>
                          <a:solidFill>
                            <a:schemeClr val="tx1"/>
                          </a:solidFill>
                          <a:effectLst/>
                          <a:latin typeface="Tahoma" pitchFamily="34" charset="0"/>
                        </a:rPr>
                        <a:t>n</a:t>
                      </a:r>
                      <a:r>
                        <a:rPr kumimoji="0" lang="en-US" sz="2000" b="0" i="0" u="none" strike="noStrike" cap="none" normalizeH="0" baseline="0" dirty="0">
                          <a:ln>
                            <a:noFill/>
                          </a:ln>
                          <a:solidFill>
                            <a:schemeClr val="tx1"/>
                          </a:solidFill>
                          <a:effectLst/>
                          <a:latin typeface="Tahoma" pitchFamily="34" charset="0"/>
                        </a:rPr>
                        <a:t>)</a:t>
                      </a:r>
                      <a:r>
                        <a:rPr kumimoji="0" lang="en-US" sz="2400" b="0" i="0" u="none" strike="noStrike" cap="none" normalizeH="0" baseline="0" dirty="0">
                          <a:ln>
                            <a:noFill/>
                          </a:ln>
                          <a:solidFill>
                            <a:schemeClr val="tx1"/>
                          </a:solidFill>
                          <a:effectLst/>
                          <a:latin typeface="Tahoma" pitchFamily="34" charset="0"/>
                        </a:rPr>
                        <a:t> </a:t>
                      </a:r>
                      <a:r>
                        <a:rPr kumimoji="0" lang="en-US" sz="2800" b="1" i="0" u="none" strike="noStrike" cap="none" normalizeH="0" baseline="0" dirty="0">
                          <a:ln>
                            <a:noFill/>
                          </a:ln>
                          <a:solidFill>
                            <a:schemeClr val="hlink"/>
                          </a:solidFill>
                          <a:effectLst/>
                          <a:latin typeface="Tahoma" pitchFamily="34" charset="0"/>
                        </a:rPr>
                        <a:t>)</a:t>
                      </a:r>
                      <a:endParaRPr kumimoji="0" lang="en-US" sz="2400" b="0" i="0" u="none" strike="noStrike" cap="none" normalizeH="0" baseline="0" dirty="0">
                        <a:ln>
                          <a:noFill/>
                        </a:ln>
                        <a:solidFill>
                          <a:schemeClr val="tx1"/>
                        </a:solidFill>
                        <a:effectLst/>
                        <a:latin typeface="Tahoma" pitchFamily="34" charset="0"/>
                      </a:endParaRPr>
                    </a:p>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dirty="0">
                          <a:ln>
                            <a:noFill/>
                          </a:ln>
                          <a:solidFill>
                            <a:schemeClr val="tx1"/>
                          </a:solidFill>
                          <a:effectLst/>
                          <a:latin typeface="Tahoma" pitchFamily="34" charset="0"/>
                        </a:rPr>
                        <a:t>T(n) </a:t>
                      </a:r>
                      <a:r>
                        <a:rPr kumimoji="0" lang="en-US" sz="2000" b="0" i="0" u="none" strike="noStrike" cap="none" normalizeH="0" baseline="0" dirty="0">
                          <a:ln>
                            <a:noFill/>
                          </a:ln>
                          <a:solidFill>
                            <a:schemeClr val="tx1"/>
                          </a:solidFill>
                          <a:effectLst/>
                          <a:latin typeface="Tahoma" pitchFamily="34" charset="0"/>
                          <a:sym typeface="Symbol" pitchFamily="18" charset="2"/>
                        </a:rPr>
                        <a:t>= </a:t>
                      </a:r>
                      <a:r>
                        <a:rPr kumimoji="0" lang="en-US" sz="2000" b="0" i="0" u="none" strike="noStrike" cap="none" normalizeH="0" baseline="0" dirty="0">
                          <a:ln>
                            <a:noFill/>
                          </a:ln>
                          <a:solidFill>
                            <a:schemeClr val="tx1"/>
                          </a:solidFill>
                          <a:effectLst/>
                          <a:latin typeface="Tahoma" pitchFamily="34" charset="0"/>
                        </a:rPr>
                        <a:t>O(f(n)) AND T(n) </a:t>
                      </a:r>
                      <a:r>
                        <a:rPr kumimoji="0" lang="en-US" sz="2000" b="0" i="0" u="none" strike="noStrike" cap="none" normalizeH="0" baseline="0" dirty="0">
                          <a:ln>
                            <a:noFill/>
                          </a:ln>
                          <a:solidFill>
                            <a:schemeClr val="tx1"/>
                          </a:solidFill>
                          <a:effectLst/>
                          <a:latin typeface="Tahoma" pitchFamily="34" charset="0"/>
                          <a:sym typeface="Symbol" pitchFamily="18" charset="2"/>
                        </a:rPr>
                        <a:t>= </a:t>
                      </a:r>
                      <a:r>
                        <a:rPr kumimoji="0" lang="en-US" sz="2000" b="0" i="0" u="none" strike="noStrike" cap="none" normalizeH="0" baseline="0" dirty="0">
                          <a:ln>
                            <a:noFill/>
                          </a:ln>
                          <a:solidFill>
                            <a:schemeClr val="tx1"/>
                          </a:solidFill>
                          <a:effectLst/>
                          <a:latin typeface="Tahoma" pitchFamily="34" charset="0"/>
                        </a:rPr>
                        <a:t>(f(n)) </a:t>
                      </a:r>
                    </a:p>
                  </a:txBody>
                  <a:tcPr marL="121920" marR="121920"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dirty="0">
                          <a:ln>
                            <a:noFill/>
                          </a:ln>
                          <a:solidFill>
                            <a:schemeClr val="tx1"/>
                          </a:solidFill>
                          <a:effectLst/>
                          <a:latin typeface="Tahoma" pitchFamily="34" charset="0"/>
                        </a:rPr>
                        <a:t>Tight bound</a:t>
                      </a:r>
                    </a:p>
                  </a:txBody>
                  <a:tcPr marL="121920" marR="1219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76271">
                <a:tc>
                  <a:txBody>
                    <a:bodyPr/>
                    <a:lstStyle/>
                    <a:p>
                      <a:pPr marL="0" marR="0" lvl="0" indent="0" algn="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1" i="0" u="none" strike="noStrike" cap="none" normalizeH="0" baseline="0" dirty="0">
                          <a:ln>
                            <a:noFill/>
                          </a:ln>
                          <a:solidFill>
                            <a:schemeClr val="hlink"/>
                          </a:solidFill>
                          <a:effectLst/>
                          <a:latin typeface="Tahoma" pitchFamily="34" charset="0"/>
                        </a:rPr>
                        <a:t>little-o</a:t>
                      </a:r>
                    </a:p>
                  </a:txBody>
                  <a:tcPr marL="121920" marR="121920" marT="45717" marB="45717" anchor="ctr"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dirty="0">
                          <a:ln>
                            <a:noFill/>
                          </a:ln>
                          <a:solidFill>
                            <a:schemeClr val="tx1"/>
                          </a:solidFill>
                          <a:effectLst/>
                          <a:latin typeface="Tahoma" pitchFamily="34" charset="0"/>
                        </a:rPr>
                        <a:t>T</a:t>
                      </a:r>
                      <a:r>
                        <a:rPr kumimoji="0" lang="en-US" sz="2000" b="0" i="0" u="none" strike="noStrike" cap="none" normalizeH="0" baseline="0" dirty="0">
                          <a:ln>
                            <a:noFill/>
                          </a:ln>
                          <a:solidFill>
                            <a:schemeClr val="tx1"/>
                          </a:solidFill>
                          <a:effectLst/>
                          <a:latin typeface="Tahoma" pitchFamily="34" charset="0"/>
                        </a:rPr>
                        <a:t>(</a:t>
                      </a:r>
                      <a:r>
                        <a:rPr kumimoji="0" lang="en-US" sz="2400" b="0" i="0" u="none" strike="noStrike" cap="none" normalizeH="0" baseline="0" dirty="0">
                          <a:ln>
                            <a:noFill/>
                          </a:ln>
                          <a:solidFill>
                            <a:schemeClr val="tx1"/>
                          </a:solidFill>
                          <a:effectLst/>
                          <a:latin typeface="Tahoma" pitchFamily="34" charset="0"/>
                        </a:rPr>
                        <a:t>n</a:t>
                      </a:r>
                      <a:r>
                        <a:rPr kumimoji="0" lang="en-US" sz="2000" b="0" i="0" u="none" strike="noStrike" cap="none" normalizeH="0" baseline="0" dirty="0">
                          <a:ln>
                            <a:noFill/>
                          </a:ln>
                          <a:solidFill>
                            <a:schemeClr val="tx1"/>
                          </a:solidFill>
                          <a:effectLst/>
                          <a:latin typeface="Tahoma" pitchFamily="34" charset="0"/>
                        </a:rPr>
                        <a:t>)</a:t>
                      </a:r>
                      <a:r>
                        <a:rPr kumimoji="0" lang="en-US" sz="2400" b="0" i="0" u="none" strike="noStrike" cap="none" normalizeH="0" baseline="0" dirty="0">
                          <a:ln>
                            <a:noFill/>
                          </a:ln>
                          <a:solidFill>
                            <a:schemeClr val="tx1"/>
                          </a:solidFill>
                          <a:effectLst/>
                          <a:latin typeface="Tahoma" pitchFamily="34" charset="0"/>
                        </a:rPr>
                        <a:t> </a:t>
                      </a:r>
                      <a:r>
                        <a:rPr kumimoji="0" lang="en-US" sz="2400" b="0" i="0" u="none" strike="noStrike" cap="none" normalizeH="0" baseline="0" dirty="0">
                          <a:ln>
                            <a:noFill/>
                          </a:ln>
                          <a:solidFill>
                            <a:schemeClr val="tx1"/>
                          </a:solidFill>
                          <a:effectLst/>
                          <a:latin typeface="Tahoma" pitchFamily="34" charset="0"/>
                          <a:sym typeface="Symbol" pitchFamily="18" charset="2"/>
                        </a:rPr>
                        <a:t>= </a:t>
                      </a:r>
                      <a:r>
                        <a:rPr kumimoji="0" lang="en-US" sz="2400" b="0" i="0" u="none" strike="noStrike" cap="none" normalizeH="0" baseline="0" dirty="0">
                          <a:ln>
                            <a:noFill/>
                          </a:ln>
                          <a:solidFill>
                            <a:schemeClr val="hlink"/>
                          </a:solidFill>
                          <a:effectLst/>
                          <a:latin typeface="Tahoma" pitchFamily="34" charset="0"/>
                        </a:rPr>
                        <a:t>o</a:t>
                      </a:r>
                      <a:r>
                        <a:rPr kumimoji="0" lang="en-US" sz="2800" b="1" i="0" u="none" strike="noStrike" cap="none" normalizeH="0" baseline="0" dirty="0">
                          <a:ln>
                            <a:noFill/>
                          </a:ln>
                          <a:solidFill>
                            <a:schemeClr val="hlink"/>
                          </a:solidFill>
                          <a:effectLst/>
                          <a:latin typeface="Tahoma" pitchFamily="34" charset="0"/>
                        </a:rPr>
                        <a:t>(</a:t>
                      </a:r>
                      <a:r>
                        <a:rPr kumimoji="0" lang="en-US" sz="2400" b="0" i="0" u="none" strike="noStrike" cap="none" normalizeH="0" baseline="0" dirty="0">
                          <a:ln>
                            <a:noFill/>
                          </a:ln>
                          <a:solidFill>
                            <a:schemeClr val="tx1"/>
                          </a:solidFill>
                          <a:effectLst/>
                          <a:latin typeface="Tahoma" pitchFamily="34" charset="0"/>
                        </a:rPr>
                        <a:t> f</a:t>
                      </a:r>
                      <a:r>
                        <a:rPr kumimoji="0" lang="en-US" sz="2000" b="0" i="0" u="none" strike="noStrike" cap="none" normalizeH="0" baseline="0" dirty="0">
                          <a:ln>
                            <a:noFill/>
                          </a:ln>
                          <a:solidFill>
                            <a:schemeClr val="tx1"/>
                          </a:solidFill>
                          <a:effectLst/>
                          <a:latin typeface="Tahoma" pitchFamily="34" charset="0"/>
                        </a:rPr>
                        <a:t>(</a:t>
                      </a:r>
                      <a:r>
                        <a:rPr kumimoji="0" lang="en-US" sz="2400" b="0" i="0" u="none" strike="noStrike" cap="none" normalizeH="0" baseline="0" dirty="0">
                          <a:ln>
                            <a:noFill/>
                          </a:ln>
                          <a:solidFill>
                            <a:schemeClr val="tx1"/>
                          </a:solidFill>
                          <a:effectLst/>
                          <a:latin typeface="Tahoma" pitchFamily="34" charset="0"/>
                        </a:rPr>
                        <a:t>n</a:t>
                      </a:r>
                      <a:r>
                        <a:rPr kumimoji="0" lang="en-US" sz="2000" b="0" i="0" u="none" strike="noStrike" cap="none" normalizeH="0" baseline="0" dirty="0">
                          <a:ln>
                            <a:noFill/>
                          </a:ln>
                          <a:solidFill>
                            <a:schemeClr val="tx1"/>
                          </a:solidFill>
                          <a:effectLst/>
                          <a:latin typeface="Tahoma" pitchFamily="34" charset="0"/>
                        </a:rPr>
                        <a:t>)</a:t>
                      </a:r>
                      <a:r>
                        <a:rPr kumimoji="0" lang="en-US" sz="2400" b="0" i="0" u="none" strike="noStrike" cap="none" normalizeH="0" baseline="0" dirty="0">
                          <a:ln>
                            <a:noFill/>
                          </a:ln>
                          <a:solidFill>
                            <a:schemeClr val="tx1"/>
                          </a:solidFill>
                          <a:effectLst/>
                          <a:latin typeface="Tahoma" pitchFamily="34" charset="0"/>
                        </a:rPr>
                        <a:t> </a:t>
                      </a:r>
                      <a:r>
                        <a:rPr kumimoji="0" lang="en-US" sz="2800" b="1" i="0" u="none" strike="noStrike" cap="none" normalizeH="0" baseline="0" dirty="0">
                          <a:ln>
                            <a:noFill/>
                          </a:ln>
                          <a:solidFill>
                            <a:schemeClr val="hlink"/>
                          </a:solidFill>
                          <a:effectLst/>
                          <a:latin typeface="Tahoma" pitchFamily="34" charset="0"/>
                        </a:rPr>
                        <a:t>)</a:t>
                      </a:r>
                      <a:endParaRPr kumimoji="0" lang="en-US" sz="2400" b="0" i="0" u="none" strike="noStrike" cap="none" normalizeH="0" baseline="0" dirty="0">
                        <a:ln>
                          <a:noFill/>
                        </a:ln>
                        <a:solidFill>
                          <a:schemeClr val="tx1"/>
                        </a:solidFill>
                        <a:effectLst/>
                        <a:latin typeface="Tahoma"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Tahoma" pitchFamily="34" charset="0"/>
                        </a:rPr>
                        <a:t>T(n) </a:t>
                      </a:r>
                      <a:r>
                        <a:rPr kumimoji="0" lang="en-US" sz="2000" b="0" i="0" u="none" strike="noStrike" cap="none" normalizeH="0" baseline="0" dirty="0">
                          <a:ln>
                            <a:noFill/>
                          </a:ln>
                          <a:solidFill>
                            <a:schemeClr val="tx1"/>
                          </a:solidFill>
                          <a:effectLst/>
                          <a:latin typeface="Tahoma" pitchFamily="34" charset="0"/>
                          <a:sym typeface="Symbol" pitchFamily="18" charset="2"/>
                        </a:rPr>
                        <a:t>= </a:t>
                      </a:r>
                      <a:r>
                        <a:rPr kumimoji="0" lang="en-US" sz="2000" b="0" i="0" u="none" strike="noStrike" cap="none" normalizeH="0" baseline="0" dirty="0">
                          <a:ln>
                            <a:noFill/>
                          </a:ln>
                          <a:solidFill>
                            <a:schemeClr val="tx1"/>
                          </a:solidFill>
                          <a:effectLst/>
                          <a:latin typeface="Tahoma" pitchFamily="34" charset="0"/>
                        </a:rPr>
                        <a:t>O(f(n)) AND T(n) !</a:t>
                      </a:r>
                      <a:r>
                        <a:rPr kumimoji="0" lang="en-US" sz="2000" b="0" i="0" u="none" strike="noStrike" cap="none" normalizeH="0" baseline="0" dirty="0">
                          <a:ln>
                            <a:noFill/>
                          </a:ln>
                          <a:solidFill>
                            <a:schemeClr val="tx1"/>
                          </a:solidFill>
                          <a:effectLst/>
                          <a:latin typeface="Tahoma" pitchFamily="34" charset="0"/>
                          <a:sym typeface="Symbol" pitchFamily="18" charset="2"/>
                        </a:rPr>
                        <a:t>= </a:t>
                      </a:r>
                      <a:r>
                        <a:rPr kumimoji="0" lang="en-US" sz="2000" b="0" i="0" u="none" strike="noStrike" cap="none" normalizeH="0" baseline="0" dirty="0" err="1">
                          <a:ln>
                            <a:noFill/>
                          </a:ln>
                          <a:solidFill>
                            <a:schemeClr val="tx1"/>
                          </a:solidFill>
                          <a:effectLst/>
                          <a:latin typeface="Tahoma" pitchFamily="34" charset="0"/>
                          <a:cs typeface="Times New Roman" pitchFamily="18" charset="0"/>
                          <a:sym typeface="Symbol" pitchFamily="18" charset="2"/>
                        </a:rPr>
                        <a:t>θ</a:t>
                      </a:r>
                      <a:r>
                        <a:rPr kumimoji="0" lang="en-US" sz="2000" b="0" i="0" u="none" strike="noStrike" cap="none" normalizeH="0" baseline="0" dirty="0">
                          <a:ln>
                            <a:noFill/>
                          </a:ln>
                          <a:solidFill>
                            <a:schemeClr val="tx1"/>
                          </a:solidFill>
                          <a:effectLst/>
                          <a:latin typeface="Tahoma" pitchFamily="34" charset="0"/>
                        </a:rPr>
                        <a:t>(f(n))</a:t>
                      </a:r>
                    </a:p>
                  </a:txBody>
                  <a:tcPr marL="121920" marR="121920"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dirty="0">
                          <a:ln>
                            <a:noFill/>
                          </a:ln>
                          <a:solidFill>
                            <a:schemeClr val="tx1"/>
                          </a:solidFill>
                          <a:effectLst/>
                          <a:latin typeface="Tahoma" pitchFamily="34" charset="0"/>
                        </a:rPr>
                        <a:t>Strict upper bound</a:t>
                      </a:r>
                    </a:p>
                  </a:txBody>
                  <a:tcPr marL="121920" marR="1219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0BECCCD3-14E8-9B68-FB20-41E09AD0B1CA}"/>
              </a:ext>
            </a:extLst>
          </p:cNvPr>
          <p:cNvSpPr>
            <a:spLocks noGrp="1"/>
          </p:cNvSpPr>
          <p:nvPr>
            <p:ph type="title"/>
          </p:nvPr>
        </p:nvSpPr>
        <p:spPr/>
        <p:txBody>
          <a:bodyPr/>
          <a:lstStyle/>
          <a:p>
            <a:pPr eaLnBrk="1" hangingPunct="1"/>
            <a:r>
              <a:rPr lang="en-US" altLang="en-US"/>
              <a:t>Race 1</a:t>
            </a:r>
          </a:p>
        </p:txBody>
      </p:sp>
      <p:sp>
        <p:nvSpPr>
          <p:cNvPr id="24579" name="Rectangle 4">
            <a:extLst>
              <a:ext uri="{FF2B5EF4-FFF2-40B4-BE49-F238E27FC236}">
                <a16:creationId xmlns:a16="http://schemas.microsoft.com/office/drawing/2014/main" id="{285F8DA1-F016-29D8-AD4B-9E7D9A9FFA91}"/>
              </a:ext>
            </a:extLst>
          </p:cNvPr>
          <p:cNvSpPr>
            <a:spLocks noChangeArrowheads="1"/>
          </p:cNvSpPr>
          <p:nvPr/>
        </p:nvSpPr>
        <p:spPr bwMode="auto">
          <a:xfrm>
            <a:off x="6400800" y="1568451"/>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800" b="1">
                <a:solidFill>
                  <a:schemeClr val="accent2"/>
                </a:solidFill>
                <a:latin typeface="Courier New" panose="02070309020205020404" pitchFamily="49" charset="0"/>
              </a:rPr>
              <a:t>100n</a:t>
            </a:r>
            <a:r>
              <a:rPr lang="en-US" altLang="en-US" sz="4800" b="1" baseline="30000">
                <a:solidFill>
                  <a:schemeClr val="accent2"/>
                </a:solidFill>
                <a:latin typeface="Courier New" panose="02070309020205020404" pitchFamily="49" charset="0"/>
              </a:rPr>
              <a:t>2</a:t>
            </a:r>
            <a:r>
              <a:rPr lang="en-US" altLang="en-US" sz="4800" b="1">
                <a:solidFill>
                  <a:schemeClr val="accent2"/>
                </a:solidFill>
                <a:latin typeface="Courier New" panose="02070309020205020404" pitchFamily="49" charset="0"/>
              </a:rPr>
              <a:t> + 1000</a:t>
            </a:r>
          </a:p>
        </p:txBody>
      </p:sp>
      <p:sp>
        <p:nvSpPr>
          <p:cNvPr id="24580" name="Rectangle 5">
            <a:extLst>
              <a:ext uri="{FF2B5EF4-FFF2-40B4-BE49-F238E27FC236}">
                <a16:creationId xmlns:a16="http://schemas.microsoft.com/office/drawing/2014/main" id="{8C4A53FE-6B56-4356-D466-116C0AAC913F}"/>
              </a:ext>
            </a:extLst>
          </p:cNvPr>
          <p:cNvSpPr>
            <a:spLocks noChangeArrowheads="1"/>
          </p:cNvSpPr>
          <p:nvPr/>
        </p:nvSpPr>
        <p:spPr bwMode="auto">
          <a:xfrm>
            <a:off x="5765801" y="1568451"/>
            <a:ext cx="88517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4800">
                <a:latin typeface="Times New Roman" panose="02020603050405020304" pitchFamily="18" charset="0"/>
              </a:rPr>
              <a:t>vs.</a:t>
            </a:r>
          </a:p>
        </p:txBody>
      </p:sp>
      <p:pic>
        <p:nvPicPr>
          <p:cNvPr id="24581" name="Picture 6" descr="F:\cse326\images\race1.1.gif">
            <a:extLst>
              <a:ext uri="{FF2B5EF4-FFF2-40B4-BE49-F238E27FC236}">
                <a16:creationId xmlns:a16="http://schemas.microsoft.com/office/drawing/2014/main" id="{18EA14D7-8EBF-A80E-A60E-D720B381B6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00" y="2743200"/>
            <a:ext cx="5715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2" name="Picture 7" descr="F:\cse326\images\race1.2.gif">
            <a:extLst>
              <a:ext uri="{FF2B5EF4-FFF2-40B4-BE49-F238E27FC236}">
                <a16:creationId xmlns:a16="http://schemas.microsoft.com/office/drawing/2014/main" id="{62141581-2057-A425-7C29-075CB7F0C2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3000" y="2743200"/>
            <a:ext cx="5715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3" name="Text Box 8">
            <a:extLst>
              <a:ext uri="{FF2B5EF4-FFF2-40B4-BE49-F238E27FC236}">
                <a16:creationId xmlns:a16="http://schemas.microsoft.com/office/drawing/2014/main" id="{1CAEF686-0D98-D137-4612-9D35781C5C1D}"/>
              </a:ext>
            </a:extLst>
          </p:cNvPr>
          <p:cNvSpPr txBox="1">
            <a:spLocks noChangeArrowheads="1"/>
          </p:cNvSpPr>
          <p:nvPr/>
        </p:nvSpPr>
        <p:spPr bwMode="auto">
          <a:xfrm>
            <a:off x="914400" y="1600201"/>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800" b="1">
                <a:solidFill>
                  <a:srgbClr val="FF0000"/>
                </a:solidFill>
                <a:latin typeface="Courier New" panose="02070309020205020404" pitchFamily="49" charset="0"/>
              </a:rPr>
              <a:t>n</a:t>
            </a:r>
            <a:r>
              <a:rPr lang="en-US" altLang="en-US" sz="4800" b="1" baseline="30000">
                <a:solidFill>
                  <a:srgbClr val="FF0000"/>
                </a:solidFill>
                <a:latin typeface="Courier New" panose="02070309020205020404" pitchFamily="49" charset="0"/>
              </a:rPr>
              <a:t>3</a:t>
            </a:r>
            <a:r>
              <a:rPr lang="en-US" altLang="en-US" sz="4800" b="1">
                <a:solidFill>
                  <a:srgbClr val="FF0000"/>
                </a:solidFill>
                <a:latin typeface="Courier New" panose="02070309020205020404" pitchFamily="49" charset="0"/>
              </a:rPr>
              <a:t> + 2n</a:t>
            </a:r>
            <a:r>
              <a:rPr lang="en-US" altLang="en-US" sz="4800" b="1" baseline="30000">
                <a:solidFill>
                  <a:srgbClr val="FF0000"/>
                </a:solidFill>
                <a:latin typeface="Courier New" panose="02070309020205020404" pitchFamily="49" charset="0"/>
              </a:rPr>
              <a:t>2</a:t>
            </a:r>
            <a:endParaRPr lang="en-US" altLang="en-US" sz="4800" b="1">
              <a:solidFill>
                <a:srgbClr val="FF0000"/>
              </a:solidFill>
              <a:latin typeface="Courier New" panose="02070309020205020404" pitchFamily="49"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7E25D66-D763-E28D-40D0-95627D8D9E40}"/>
              </a:ext>
            </a:extLst>
          </p:cNvPr>
          <p:cNvSpPr>
            <a:spLocks noGrp="1"/>
          </p:cNvSpPr>
          <p:nvPr>
            <p:ph type="title"/>
          </p:nvPr>
        </p:nvSpPr>
        <p:spPr/>
        <p:txBody>
          <a:bodyPr/>
          <a:lstStyle/>
          <a:p>
            <a:pPr eaLnBrk="1" hangingPunct="1"/>
            <a:r>
              <a:rPr lang="en-US" altLang="en-US"/>
              <a:t>Race 2</a:t>
            </a:r>
          </a:p>
        </p:txBody>
      </p:sp>
      <p:sp>
        <p:nvSpPr>
          <p:cNvPr id="26627" name="Text Box 3">
            <a:extLst>
              <a:ext uri="{FF2B5EF4-FFF2-40B4-BE49-F238E27FC236}">
                <a16:creationId xmlns:a16="http://schemas.microsoft.com/office/drawing/2014/main" id="{76453440-BEBF-6B77-013C-7DE18360AD9A}"/>
              </a:ext>
            </a:extLst>
          </p:cNvPr>
          <p:cNvSpPr txBox="1">
            <a:spLocks noChangeArrowheads="1"/>
          </p:cNvSpPr>
          <p:nvPr/>
        </p:nvSpPr>
        <p:spPr bwMode="auto">
          <a:xfrm>
            <a:off x="508000" y="1568451"/>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800" b="1">
                <a:solidFill>
                  <a:srgbClr val="FF0000"/>
                </a:solidFill>
                <a:latin typeface="Courier New" panose="02070309020205020404" pitchFamily="49" charset="0"/>
              </a:rPr>
              <a:t>n</a:t>
            </a:r>
            <a:r>
              <a:rPr lang="en-US" altLang="en-US" sz="4800" b="1" baseline="30000">
                <a:solidFill>
                  <a:srgbClr val="FF0000"/>
                </a:solidFill>
                <a:latin typeface="Courier New" panose="02070309020205020404" pitchFamily="49" charset="0"/>
              </a:rPr>
              <a:t>0.1</a:t>
            </a:r>
            <a:endParaRPr lang="en-US" altLang="en-US" sz="4800" b="1">
              <a:solidFill>
                <a:srgbClr val="FF0000"/>
              </a:solidFill>
              <a:latin typeface="Courier New" panose="02070309020205020404" pitchFamily="49" charset="0"/>
            </a:endParaRPr>
          </a:p>
        </p:txBody>
      </p:sp>
      <p:sp>
        <p:nvSpPr>
          <p:cNvPr id="26628" name="Rectangle 4">
            <a:extLst>
              <a:ext uri="{FF2B5EF4-FFF2-40B4-BE49-F238E27FC236}">
                <a16:creationId xmlns:a16="http://schemas.microsoft.com/office/drawing/2014/main" id="{DBE8F383-F1DA-217D-A093-4C02FCEE8253}"/>
              </a:ext>
            </a:extLst>
          </p:cNvPr>
          <p:cNvSpPr>
            <a:spLocks noChangeArrowheads="1"/>
          </p:cNvSpPr>
          <p:nvPr/>
        </p:nvSpPr>
        <p:spPr bwMode="auto">
          <a:xfrm>
            <a:off x="6400800" y="1568451"/>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800" b="1">
                <a:solidFill>
                  <a:schemeClr val="accent2"/>
                </a:solidFill>
                <a:latin typeface="Courier New" panose="02070309020205020404" pitchFamily="49" charset="0"/>
              </a:rPr>
              <a:t>log n</a:t>
            </a:r>
          </a:p>
        </p:txBody>
      </p:sp>
      <p:sp>
        <p:nvSpPr>
          <p:cNvPr id="26629" name="Rectangle 5">
            <a:extLst>
              <a:ext uri="{FF2B5EF4-FFF2-40B4-BE49-F238E27FC236}">
                <a16:creationId xmlns:a16="http://schemas.microsoft.com/office/drawing/2014/main" id="{ADAD01D0-91B1-B0A6-2871-71BB8A0B5CAA}"/>
              </a:ext>
            </a:extLst>
          </p:cNvPr>
          <p:cNvSpPr>
            <a:spLocks noChangeArrowheads="1"/>
          </p:cNvSpPr>
          <p:nvPr/>
        </p:nvSpPr>
        <p:spPr bwMode="auto">
          <a:xfrm>
            <a:off x="5765801" y="1568451"/>
            <a:ext cx="88517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4800">
                <a:latin typeface="Times New Roman" panose="02020603050405020304" pitchFamily="18" charset="0"/>
              </a:rPr>
              <a:t>vs.</a:t>
            </a:r>
          </a:p>
        </p:txBody>
      </p:sp>
      <p:pic>
        <p:nvPicPr>
          <p:cNvPr id="26630" name="Picture 6" descr="F:\cse326\images\race2.2.gif">
            <a:extLst>
              <a:ext uri="{FF2B5EF4-FFF2-40B4-BE49-F238E27FC236}">
                <a16:creationId xmlns:a16="http://schemas.microsoft.com/office/drawing/2014/main" id="{6259475C-A850-AF07-81B9-125F935DF6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9200" y="2362200"/>
            <a:ext cx="5715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1" name="Picture 7" descr="F:\cse326\images\race2.1.gif">
            <a:extLst>
              <a:ext uri="{FF2B5EF4-FFF2-40B4-BE49-F238E27FC236}">
                <a16:creationId xmlns:a16="http://schemas.microsoft.com/office/drawing/2014/main" id="{DFB88383-8EF3-217B-BCB5-77C9819392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000" y="2362200"/>
            <a:ext cx="5715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2" name="Text Box 8">
            <a:extLst>
              <a:ext uri="{FF2B5EF4-FFF2-40B4-BE49-F238E27FC236}">
                <a16:creationId xmlns:a16="http://schemas.microsoft.com/office/drawing/2014/main" id="{CD4642A6-1D11-B3EC-7BF8-12C304ECA2F1}"/>
              </a:ext>
            </a:extLst>
          </p:cNvPr>
          <p:cNvSpPr txBox="1">
            <a:spLocks noChangeArrowheads="1"/>
          </p:cNvSpPr>
          <p:nvPr/>
        </p:nvSpPr>
        <p:spPr bwMode="auto">
          <a:xfrm>
            <a:off x="406400" y="5943601"/>
            <a:ext cx="11379200"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2667">
                <a:latin typeface="Times New Roman" panose="02020603050405020304" pitchFamily="18" charset="0"/>
              </a:rPr>
              <a:t>In this one, crossover point is </a:t>
            </a:r>
            <a:r>
              <a:rPr lang="en-US" altLang="en-US" sz="2667" b="1">
                <a:latin typeface="Times New Roman" panose="02020603050405020304" pitchFamily="18" charset="0"/>
              </a:rPr>
              <a:t>very late</a:t>
            </a:r>
            <a:r>
              <a:rPr lang="en-US" altLang="en-US" sz="2667">
                <a:latin typeface="Times New Roman" panose="02020603050405020304" pitchFamily="18" charset="0"/>
              </a:rPr>
              <a:t>!  So, which algorithm is really better???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F95E5239-8C86-67E3-2D5A-ECA72BCA96B3}"/>
              </a:ext>
            </a:extLst>
          </p:cNvPr>
          <p:cNvSpPr>
            <a:spLocks noGrp="1"/>
          </p:cNvSpPr>
          <p:nvPr>
            <p:ph type="title"/>
          </p:nvPr>
        </p:nvSpPr>
        <p:spPr/>
        <p:txBody>
          <a:bodyPr/>
          <a:lstStyle/>
          <a:p>
            <a:pPr eaLnBrk="1" hangingPunct="1"/>
            <a:r>
              <a:rPr lang="en-US" altLang="en-US"/>
              <a:t>Race C</a:t>
            </a:r>
          </a:p>
        </p:txBody>
      </p:sp>
      <p:sp>
        <p:nvSpPr>
          <p:cNvPr id="28675" name="Text Box 3">
            <a:extLst>
              <a:ext uri="{FF2B5EF4-FFF2-40B4-BE49-F238E27FC236}">
                <a16:creationId xmlns:a16="http://schemas.microsoft.com/office/drawing/2014/main" id="{0833326D-54DD-2785-01CC-D64CC9E3EA70}"/>
              </a:ext>
            </a:extLst>
          </p:cNvPr>
          <p:cNvSpPr txBox="1">
            <a:spLocks noChangeArrowheads="1"/>
          </p:cNvSpPr>
          <p:nvPr/>
        </p:nvSpPr>
        <p:spPr bwMode="auto">
          <a:xfrm>
            <a:off x="508000" y="1568451"/>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800" b="1">
                <a:solidFill>
                  <a:srgbClr val="FF0000"/>
                </a:solidFill>
                <a:latin typeface="Courier New" panose="02070309020205020404" pitchFamily="49" charset="0"/>
              </a:rPr>
              <a:t>n + 100n</a:t>
            </a:r>
            <a:r>
              <a:rPr lang="en-US" altLang="en-US" sz="4800" b="1" baseline="30000">
                <a:solidFill>
                  <a:srgbClr val="FF0000"/>
                </a:solidFill>
                <a:latin typeface="Courier New" panose="02070309020205020404" pitchFamily="49" charset="0"/>
              </a:rPr>
              <a:t>0.1</a:t>
            </a:r>
            <a:endParaRPr lang="en-US" altLang="en-US" sz="4800" b="1">
              <a:solidFill>
                <a:srgbClr val="FF0000"/>
              </a:solidFill>
              <a:latin typeface="Courier New" panose="02070309020205020404" pitchFamily="49" charset="0"/>
            </a:endParaRPr>
          </a:p>
        </p:txBody>
      </p:sp>
      <p:sp>
        <p:nvSpPr>
          <p:cNvPr id="28676" name="Rectangle 4">
            <a:extLst>
              <a:ext uri="{FF2B5EF4-FFF2-40B4-BE49-F238E27FC236}">
                <a16:creationId xmlns:a16="http://schemas.microsoft.com/office/drawing/2014/main" id="{9D12D45A-66C6-EBEC-BD96-38F8016F8B01}"/>
              </a:ext>
            </a:extLst>
          </p:cNvPr>
          <p:cNvSpPr>
            <a:spLocks noChangeArrowheads="1"/>
          </p:cNvSpPr>
          <p:nvPr/>
        </p:nvSpPr>
        <p:spPr bwMode="auto">
          <a:xfrm>
            <a:off x="6400800" y="1568451"/>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800" b="1">
                <a:solidFill>
                  <a:schemeClr val="accent2"/>
                </a:solidFill>
                <a:latin typeface="Courier New" panose="02070309020205020404" pitchFamily="49" charset="0"/>
              </a:rPr>
              <a:t>2n + 10 log n</a:t>
            </a:r>
          </a:p>
        </p:txBody>
      </p:sp>
      <p:sp>
        <p:nvSpPr>
          <p:cNvPr id="28677" name="Rectangle 5">
            <a:extLst>
              <a:ext uri="{FF2B5EF4-FFF2-40B4-BE49-F238E27FC236}">
                <a16:creationId xmlns:a16="http://schemas.microsoft.com/office/drawing/2014/main" id="{1B81F36C-98F2-1477-3582-ADAE58A73401}"/>
              </a:ext>
            </a:extLst>
          </p:cNvPr>
          <p:cNvSpPr>
            <a:spLocks noChangeArrowheads="1"/>
          </p:cNvSpPr>
          <p:nvPr/>
        </p:nvSpPr>
        <p:spPr bwMode="auto">
          <a:xfrm>
            <a:off x="5765801" y="1568451"/>
            <a:ext cx="88517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4800">
                <a:latin typeface="Times New Roman" panose="02020603050405020304" pitchFamily="18" charset="0"/>
              </a:rPr>
              <a:t>vs.</a:t>
            </a:r>
          </a:p>
        </p:txBody>
      </p:sp>
      <p:pic>
        <p:nvPicPr>
          <p:cNvPr id="28678" name="Picture 6" descr="F:\cse326\images\race3.1.gif">
            <a:extLst>
              <a:ext uri="{FF2B5EF4-FFF2-40B4-BE49-F238E27FC236}">
                <a16:creationId xmlns:a16="http://schemas.microsoft.com/office/drawing/2014/main" id="{3B24270A-511A-14DA-8966-F8A91AC73F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362200"/>
            <a:ext cx="5207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9" name="Picture 7" descr="F:\cse326\images\race3.2.gif">
            <a:extLst>
              <a:ext uri="{FF2B5EF4-FFF2-40B4-BE49-F238E27FC236}">
                <a16:creationId xmlns:a16="http://schemas.microsoft.com/office/drawing/2014/main" id="{C6E2E7FF-9D65-99C5-CF8B-80EF17FF44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362200"/>
            <a:ext cx="5715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0" name="Text Box 8">
            <a:extLst>
              <a:ext uri="{FF2B5EF4-FFF2-40B4-BE49-F238E27FC236}">
                <a16:creationId xmlns:a16="http://schemas.microsoft.com/office/drawing/2014/main" id="{99F88385-38FB-C8E2-F1A4-FC3F5899A8C4}"/>
              </a:ext>
            </a:extLst>
          </p:cNvPr>
          <p:cNvSpPr txBox="1">
            <a:spLocks noChangeArrowheads="1"/>
          </p:cNvSpPr>
          <p:nvPr/>
        </p:nvSpPr>
        <p:spPr bwMode="auto">
          <a:xfrm>
            <a:off x="406400" y="5943600"/>
            <a:ext cx="11379200"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2667">
                <a:latin typeface="Times New Roman" panose="02020603050405020304" pitchFamily="18" charset="0"/>
              </a:rPr>
              <a:t>Is the “better” algorithm </a:t>
            </a:r>
            <a:r>
              <a:rPr lang="en-US" altLang="en-US" sz="2667" b="1">
                <a:latin typeface="Times New Roman" panose="02020603050405020304" pitchFamily="18" charset="0"/>
              </a:rPr>
              <a:t>asymptotically</a:t>
            </a:r>
            <a:r>
              <a:rPr lang="en-US" altLang="en-US" sz="2667">
                <a:latin typeface="Times New Roman" panose="02020603050405020304" pitchFamily="18" charset="0"/>
              </a:rPr>
              <a:t> better???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A06E9E14-EEA5-28C1-B0F6-A4F52CAD9442}"/>
              </a:ext>
            </a:extLst>
          </p:cNvPr>
          <p:cNvSpPr>
            <a:spLocks noGrp="1"/>
          </p:cNvSpPr>
          <p:nvPr>
            <p:ph type="title"/>
          </p:nvPr>
        </p:nvSpPr>
        <p:spPr/>
        <p:txBody>
          <a:bodyPr/>
          <a:lstStyle/>
          <a:p>
            <a:pPr eaLnBrk="1" hangingPunct="1"/>
            <a:r>
              <a:rPr lang="en-US" altLang="en-US"/>
              <a:t>Race 4</a:t>
            </a:r>
          </a:p>
        </p:txBody>
      </p:sp>
      <p:sp>
        <p:nvSpPr>
          <p:cNvPr id="30723" name="Text Box 3">
            <a:extLst>
              <a:ext uri="{FF2B5EF4-FFF2-40B4-BE49-F238E27FC236}">
                <a16:creationId xmlns:a16="http://schemas.microsoft.com/office/drawing/2014/main" id="{88DB0DE7-732A-29EE-F60E-9137D547874E}"/>
              </a:ext>
            </a:extLst>
          </p:cNvPr>
          <p:cNvSpPr txBox="1">
            <a:spLocks noChangeArrowheads="1"/>
          </p:cNvSpPr>
          <p:nvPr/>
        </p:nvSpPr>
        <p:spPr bwMode="auto">
          <a:xfrm>
            <a:off x="508000" y="1568451"/>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800" b="1">
                <a:solidFill>
                  <a:srgbClr val="FF0000"/>
                </a:solidFill>
                <a:latin typeface="Courier New" panose="02070309020205020404" pitchFamily="49" charset="0"/>
              </a:rPr>
              <a:t>5n</a:t>
            </a:r>
            <a:r>
              <a:rPr lang="en-US" altLang="en-US" sz="4800" b="1" baseline="30000">
                <a:solidFill>
                  <a:srgbClr val="FF0000"/>
                </a:solidFill>
                <a:latin typeface="Courier New" panose="02070309020205020404" pitchFamily="49" charset="0"/>
              </a:rPr>
              <a:t>5</a:t>
            </a:r>
            <a:endParaRPr lang="en-US" altLang="en-US" sz="4800" b="1">
              <a:solidFill>
                <a:srgbClr val="FF0000"/>
              </a:solidFill>
              <a:latin typeface="Courier New" panose="02070309020205020404" pitchFamily="49" charset="0"/>
            </a:endParaRPr>
          </a:p>
        </p:txBody>
      </p:sp>
      <p:sp>
        <p:nvSpPr>
          <p:cNvPr id="30724" name="Rectangle 4">
            <a:extLst>
              <a:ext uri="{FF2B5EF4-FFF2-40B4-BE49-F238E27FC236}">
                <a16:creationId xmlns:a16="http://schemas.microsoft.com/office/drawing/2014/main" id="{9E221D4E-B447-42CD-7355-6238E03CCE03}"/>
              </a:ext>
            </a:extLst>
          </p:cNvPr>
          <p:cNvSpPr>
            <a:spLocks noChangeArrowheads="1"/>
          </p:cNvSpPr>
          <p:nvPr/>
        </p:nvSpPr>
        <p:spPr bwMode="auto">
          <a:xfrm>
            <a:off x="6400800" y="1568451"/>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800" b="1">
                <a:solidFill>
                  <a:schemeClr val="accent2"/>
                </a:solidFill>
                <a:latin typeface="Courier New" panose="02070309020205020404" pitchFamily="49" charset="0"/>
              </a:rPr>
              <a:t>n!</a:t>
            </a:r>
          </a:p>
        </p:txBody>
      </p:sp>
      <p:sp>
        <p:nvSpPr>
          <p:cNvPr id="30725" name="Rectangle 5">
            <a:extLst>
              <a:ext uri="{FF2B5EF4-FFF2-40B4-BE49-F238E27FC236}">
                <a16:creationId xmlns:a16="http://schemas.microsoft.com/office/drawing/2014/main" id="{067BED30-76DA-0976-3977-30FDCCD0E5BB}"/>
              </a:ext>
            </a:extLst>
          </p:cNvPr>
          <p:cNvSpPr>
            <a:spLocks noChangeArrowheads="1"/>
          </p:cNvSpPr>
          <p:nvPr/>
        </p:nvSpPr>
        <p:spPr bwMode="auto">
          <a:xfrm>
            <a:off x="5765801" y="1568451"/>
            <a:ext cx="88517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4800">
                <a:latin typeface="Times New Roman" panose="02020603050405020304" pitchFamily="18" charset="0"/>
              </a:rPr>
              <a:t>vs.</a:t>
            </a:r>
          </a:p>
        </p:txBody>
      </p:sp>
      <p:pic>
        <p:nvPicPr>
          <p:cNvPr id="30726" name="Picture 6" descr="F:\cse326\images\race4.1.gif">
            <a:extLst>
              <a:ext uri="{FF2B5EF4-FFF2-40B4-BE49-F238E27FC236}">
                <a16:creationId xmlns:a16="http://schemas.microsoft.com/office/drawing/2014/main" id="{80AC0A33-B62D-4E59-1797-DDD7E6C53F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00" y="2667000"/>
            <a:ext cx="5715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7" name="Picture 7" descr="F:\cse326\images\race4.2.gif">
            <a:extLst>
              <a:ext uri="{FF2B5EF4-FFF2-40B4-BE49-F238E27FC236}">
                <a16:creationId xmlns:a16="http://schemas.microsoft.com/office/drawing/2014/main" id="{3C03BC6C-8DA1-839A-2CE1-17629A2827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3000" y="2667000"/>
            <a:ext cx="5715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CB20E578-B20E-6113-CB33-CF4CF00D066F}"/>
              </a:ext>
            </a:extLst>
          </p:cNvPr>
          <p:cNvSpPr>
            <a:spLocks noGrp="1"/>
          </p:cNvSpPr>
          <p:nvPr>
            <p:ph type="title"/>
          </p:nvPr>
        </p:nvSpPr>
        <p:spPr/>
        <p:txBody>
          <a:bodyPr/>
          <a:lstStyle/>
          <a:p>
            <a:pPr eaLnBrk="1" hangingPunct="1"/>
            <a:r>
              <a:rPr lang="en-US" altLang="en-US"/>
              <a:t>Race 5</a:t>
            </a:r>
          </a:p>
        </p:txBody>
      </p:sp>
      <p:sp>
        <p:nvSpPr>
          <p:cNvPr id="32771" name="Text Box 3">
            <a:extLst>
              <a:ext uri="{FF2B5EF4-FFF2-40B4-BE49-F238E27FC236}">
                <a16:creationId xmlns:a16="http://schemas.microsoft.com/office/drawing/2014/main" id="{30A35C4D-F42E-6D9B-A0C8-407821CA6279}"/>
              </a:ext>
            </a:extLst>
          </p:cNvPr>
          <p:cNvSpPr txBox="1">
            <a:spLocks noChangeArrowheads="1"/>
          </p:cNvSpPr>
          <p:nvPr/>
        </p:nvSpPr>
        <p:spPr bwMode="auto">
          <a:xfrm>
            <a:off x="508000" y="1568451"/>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800" b="1">
                <a:solidFill>
                  <a:srgbClr val="FF0000"/>
                </a:solidFill>
                <a:latin typeface="Courier New" panose="02070309020205020404" pitchFamily="49" charset="0"/>
              </a:rPr>
              <a:t>n</a:t>
            </a:r>
            <a:r>
              <a:rPr lang="en-US" altLang="en-US" sz="4800" b="1" baseline="30000">
                <a:solidFill>
                  <a:srgbClr val="FF0000"/>
                </a:solidFill>
                <a:latin typeface="Courier New" panose="02070309020205020404" pitchFamily="49" charset="0"/>
              </a:rPr>
              <a:t>-15</a:t>
            </a:r>
            <a:r>
              <a:rPr lang="en-US" altLang="en-US" sz="4800" b="1">
                <a:solidFill>
                  <a:srgbClr val="FF0000"/>
                </a:solidFill>
                <a:latin typeface="Courier New" panose="02070309020205020404" pitchFamily="49" charset="0"/>
              </a:rPr>
              <a:t>2</a:t>
            </a:r>
            <a:r>
              <a:rPr lang="en-US" altLang="en-US" sz="4800" b="1" baseline="30000">
                <a:solidFill>
                  <a:srgbClr val="FF0000"/>
                </a:solidFill>
                <a:latin typeface="Courier New" panose="02070309020205020404" pitchFamily="49" charset="0"/>
              </a:rPr>
              <a:t>n</a:t>
            </a:r>
            <a:r>
              <a:rPr lang="en-US" altLang="en-US" sz="4800" b="1">
                <a:solidFill>
                  <a:srgbClr val="FF0000"/>
                </a:solidFill>
                <a:latin typeface="Courier New" panose="02070309020205020404" pitchFamily="49" charset="0"/>
              </a:rPr>
              <a:t>/100</a:t>
            </a:r>
          </a:p>
        </p:txBody>
      </p:sp>
      <p:sp>
        <p:nvSpPr>
          <p:cNvPr id="32772" name="Rectangle 4">
            <a:extLst>
              <a:ext uri="{FF2B5EF4-FFF2-40B4-BE49-F238E27FC236}">
                <a16:creationId xmlns:a16="http://schemas.microsoft.com/office/drawing/2014/main" id="{6879D7F5-1774-AFDB-6D6A-92BC4495DD62}"/>
              </a:ext>
            </a:extLst>
          </p:cNvPr>
          <p:cNvSpPr>
            <a:spLocks noChangeArrowheads="1"/>
          </p:cNvSpPr>
          <p:nvPr/>
        </p:nvSpPr>
        <p:spPr bwMode="auto">
          <a:xfrm>
            <a:off x="6400800" y="1568451"/>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800" b="1">
                <a:solidFill>
                  <a:schemeClr val="accent2"/>
                </a:solidFill>
                <a:latin typeface="Courier New" panose="02070309020205020404" pitchFamily="49" charset="0"/>
              </a:rPr>
              <a:t>1000n</a:t>
            </a:r>
            <a:r>
              <a:rPr lang="en-US" altLang="en-US" sz="4800" b="1" baseline="30000">
                <a:solidFill>
                  <a:schemeClr val="accent2"/>
                </a:solidFill>
                <a:latin typeface="Courier New" panose="02070309020205020404" pitchFamily="49" charset="0"/>
              </a:rPr>
              <a:t>15</a:t>
            </a:r>
            <a:endParaRPr lang="en-US" altLang="en-US" sz="4800" b="1">
              <a:solidFill>
                <a:schemeClr val="accent2"/>
              </a:solidFill>
              <a:latin typeface="Courier New" panose="02070309020205020404" pitchFamily="49" charset="0"/>
            </a:endParaRPr>
          </a:p>
        </p:txBody>
      </p:sp>
      <p:sp>
        <p:nvSpPr>
          <p:cNvPr id="32773" name="Rectangle 5">
            <a:extLst>
              <a:ext uri="{FF2B5EF4-FFF2-40B4-BE49-F238E27FC236}">
                <a16:creationId xmlns:a16="http://schemas.microsoft.com/office/drawing/2014/main" id="{F85E6D22-91D4-5F59-92B8-8DEF7486AA1F}"/>
              </a:ext>
            </a:extLst>
          </p:cNvPr>
          <p:cNvSpPr>
            <a:spLocks noChangeArrowheads="1"/>
          </p:cNvSpPr>
          <p:nvPr/>
        </p:nvSpPr>
        <p:spPr bwMode="auto">
          <a:xfrm>
            <a:off x="5765801" y="1568451"/>
            <a:ext cx="88517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4800">
                <a:latin typeface="Times New Roman" panose="02020603050405020304" pitchFamily="18" charset="0"/>
              </a:rPr>
              <a:t>vs.</a:t>
            </a:r>
          </a:p>
        </p:txBody>
      </p:sp>
      <p:pic>
        <p:nvPicPr>
          <p:cNvPr id="32774" name="Picture 6" descr="F:\cse326\images\race5.1.gif">
            <a:extLst>
              <a:ext uri="{FF2B5EF4-FFF2-40B4-BE49-F238E27FC236}">
                <a16:creationId xmlns:a16="http://schemas.microsoft.com/office/drawing/2014/main" id="{264C9981-DF43-339B-CD3E-673BB8F2C5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00" y="2590800"/>
            <a:ext cx="5715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5" name="Picture 7" descr="F:\cse326\images\race5.2.gif">
            <a:extLst>
              <a:ext uri="{FF2B5EF4-FFF2-40B4-BE49-F238E27FC236}">
                <a16:creationId xmlns:a16="http://schemas.microsoft.com/office/drawing/2014/main" id="{4E01DC93-109E-FDCA-1099-B192FB98C3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3000" y="2590800"/>
            <a:ext cx="5715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13B24E62-6E79-820B-3E5B-D075F45FCC39}"/>
              </a:ext>
            </a:extLst>
          </p:cNvPr>
          <p:cNvSpPr>
            <a:spLocks noGrp="1"/>
          </p:cNvSpPr>
          <p:nvPr>
            <p:ph type="title"/>
          </p:nvPr>
        </p:nvSpPr>
        <p:spPr>
          <a:xfrm>
            <a:off x="577851" y="1"/>
            <a:ext cx="10972800" cy="683684"/>
          </a:xfrm>
        </p:spPr>
        <p:txBody>
          <a:bodyPr/>
          <a:lstStyle/>
          <a:p>
            <a:pPr eaLnBrk="1" hangingPunct="1"/>
            <a:r>
              <a:rPr lang="en-US" altLang="en-US"/>
              <a:t>Race VI</a:t>
            </a:r>
          </a:p>
        </p:txBody>
      </p:sp>
      <p:sp>
        <p:nvSpPr>
          <p:cNvPr id="34819" name="Text Box 3">
            <a:extLst>
              <a:ext uri="{FF2B5EF4-FFF2-40B4-BE49-F238E27FC236}">
                <a16:creationId xmlns:a16="http://schemas.microsoft.com/office/drawing/2014/main" id="{C8CD27E2-48DE-0608-204A-FE01FF078442}"/>
              </a:ext>
            </a:extLst>
          </p:cNvPr>
          <p:cNvSpPr txBox="1">
            <a:spLocks noChangeArrowheads="1"/>
          </p:cNvSpPr>
          <p:nvPr/>
        </p:nvSpPr>
        <p:spPr bwMode="auto">
          <a:xfrm>
            <a:off x="455084" y="1119718"/>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800" b="1">
                <a:solidFill>
                  <a:srgbClr val="FF0000"/>
                </a:solidFill>
                <a:latin typeface="Courier New" panose="02070309020205020404" pitchFamily="49" charset="0"/>
              </a:rPr>
              <a:t>8</a:t>
            </a:r>
            <a:r>
              <a:rPr lang="en-US" altLang="en-US" sz="4800" b="1" baseline="30000">
                <a:solidFill>
                  <a:srgbClr val="FF0000"/>
                </a:solidFill>
                <a:latin typeface="Courier New" panose="02070309020205020404" pitchFamily="49" charset="0"/>
              </a:rPr>
              <a:t>2log(n)</a:t>
            </a:r>
            <a:endParaRPr lang="en-US" altLang="en-US" sz="4800" b="1">
              <a:solidFill>
                <a:srgbClr val="FF0000"/>
              </a:solidFill>
              <a:latin typeface="Courier New" panose="02070309020205020404" pitchFamily="49" charset="0"/>
            </a:endParaRPr>
          </a:p>
        </p:txBody>
      </p:sp>
      <p:sp>
        <p:nvSpPr>
          <p:cNvPr id="34820" name="Rectangle 4">
            <a:extLst>
              <a:ext uri="{FF2B5EF4-FFF2-40B4-BE49-F238E27FC236}">
                <a16:creationId xmlns:a16="http://schemas.microsoft.com/office/drawing/2014/main" id="{DF375E28-0998-9EC2-9632-0DB86721F5CC}"/>
              </a:ext>
            </a:extLst>
          </p:cNvPr>
          <p:cNvSpPr>
            <a:spLocks noChangeArrowheads="1"/>
          </p:cNvSpPr>
          <p:nvPr/>
        </p:nvSpPr>
        <p:spPr bwMode="auto">
          <a:xfrm>
            <a:off x="6504517" y="1140885"/>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800" b="1">
                <a:solidFill>
                  <a:schemeClr val="accent2"/>
                </a:solidFill>
                <a:latin typeface="Courier New" panose="02070309020205020404" pitchFamily="49" charset="0"/>
              </a:rPr>
              <a:t>3n</a:t>
            </a:r>
            <a:r>
              <a:rPr lang="en-US" altLang="en-US" sz="4800" b="1" baseline="30000">
                <a:solidFill>
                  <a:schemeClr val="accent2"/>
                </a:solidFill>
                <a:latin typeface="Courier New" panose="02070309020205020404" pitchFamily="49" charset="0"/>
              </a:rPr>
              <a:t>7</a:t>
            </a:r>
            <a:r>
              <a:rPr lang="en-US" altLang="en-US" sz="4800" b="1">
                <a:solidFill>
                  <a:schemeClr val="accent2"/>
                </a:solidFill>
                <a:latin typeface="Courier New" panose="02070309020205020404" pitchFamily="49" charset="0"/>
              </a:rPr>
              <a:t> + 7n</a:t>
            </a:r>
          </a:p>
        </p:txBody>
      </p:sp>
      <p:sp>
        <p:nvSpPr>
          <p:cNvPr id="34821" name="Rectangle 5">
            <a:extLst>
              <a:ext uri="{FF2B5EF4-FFF2-40B4-BE49-F238E27FC236}">
                <a16:creationId xmlns:a16="http://schemas.microsoft.com/office/drawing/2014/main" id="{1A6710D8-F33C-BB42-3ADC-39BE8EE1D68E}"/>
              </a:ext>
            </a:extLst>
          </p:cNvPr>
          <p:cNvSpPr>
            <a:spLocks noChangeArrowheads="1"/>
          </p:cNvSpPr>
          <p:nvPr/>
        </p:nvSpPr>
        <p:spPr bwMode="auto">
          <a:xfrm>
            <a:off x="5651501" y="1090085"/>
            <a:ext cx="88517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4800">
                <a:latin typeface="Times New Roman" panose="02020603050405020304" pitchFamily="18" charset="0"/>
              </a:rPr>
              <a:t>vs.</a:t>
            </a:r>
          </a:p>
        </p:txBody>
      </p:sp>
      <p:pic>
        <p:nvPicPr>
          <p:cNvPr id="34822" name="Picture 6" descr="F:\cse326\images\race6.1.gif">
            <a:extLst>
              <a:ext uri="{FF2B5EF4-FFF2-40B4-BE49-F238E27FC236}">
                <a16:creationId xmlns:a16="http://schemas.microsoft.com/office/drawing/2014/main" id="{11DE802A-7EF2-CA43-F1FA-88CC81780A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6800" y="2209800"/>
            <a:ext cx="7112000" cy="4030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4620B55C-61C7-4C05-EC40-513C6E59AFB7}"/>
              </a:ext>
            </a:extLst>
          </p:cNvPr>
          <p:cNvSpPr>
            <a:spLocks noGrp="1"/>
          </p:cNvSpPr>
          <p:nvPr>
            <p:ph type="title"/>
          </p:nvPr>
        </p:nvSpPr>
        <p:spPr>
          <a:xfrm>
            <a:off x="431800" y="0"/>
            <a:ext cx="10972800" cy="651933"/>
          </a:xfrm>
        </p:spPr>
        <p:txBody>
          <a:bodyPr/>
          <a:lstStyle/>
          <a:p>
            <a:pPr eaLnBrk="1" hangingPunct="1"/>
            <a:r>
              <a:rPr lang="en-US" altLang="en-US"/>
              <a:t>Big-O Winners</a:t>
            </a:r>
            <a:r>
              <a:rPr lang="en-US" altLang="en-US" sz="3733"/>
              <a:t> (i.e. losers)</a:t>
            </a:r>
          </a:p>
        </p:txBody>
      </p:sp>
      <p:sp>
        <p:nvSpPr>
          <p:cNvPr id="20485" name="Rectangle 3" descr="Rectangle: Click to edit Master text styles&#10;Second level&#10;Third level&#10;Fourth level&#10;Fifth level">
            <a:extLst>
              <a:ext uri="{FF2B5EF4-FFF2-40B4-BE49-F238E27FC236}">
                <a16:creationId xmlns:a16="http://schemas.microsoft.com/office/drawing/2014/main" id="{D882374B-D587-1947-9188-6724656C45CF}"/>
              </a:ext>
            </a:extLst>
          </p:cNvPr>
          <p:cNvSpPr>
            <a:spLocks noGrp="1" noChangeArrowheads="1"/>
          </p:cNvSpPr>
          <p:nvPr>
            <p:ph type="body" sz="half" idx="1"/>
          </p:nvPr>
        </p:nvSpPr>
        <p:spPr>
          <a:xfrm>
            <a:off x="1011767" y="1119718"/>
            <a:ext cx="3333751" cy="4912783"/>
          </a:xfrm>
          <a:solidFill>
            <a:schemeClr val="accent6">
              <a:lumMod val="60000"/>
              <a:lumOff val="40000"/>
              <a:alpha val="50195"/>
            </a:schemeClr>
          </a:solidFill>
        </p:spPr>
        <p:txBody>
          <a:bodyPr/>
          <a:lstStyle/>
          <a:p>
            <a:pPr algn="r">
              <a:lnSpc>
                <a:spcPct val="90000"/>
              </a:lnSpc>
              <a:spcBef>
                <a:spcPct val="0"/>
              </a:spcBef>
              <a:buFontTx/>
              <a:buNone/>
              <a:defRPr/>
            </a:pPr>
            <a:r>
              <a:rPr lang="en-US" sz="3200" b="1" dirty="0">
                <a:latin typeface="Times New Roman" pitchFamily="18" charset="0"/>
              </a:rPr>
              <a:t>Function A</a:t>
            </a:r>
          </a:p>
          <a:p>
            <a:pPr algn="r">
              <a:lnSpc>
                <a:spcPct val="90000"/>
              </a:lnSpc>
              <a:spcBef>
                <a:spcPct val="0"/>
              </a:spcBef>
              <a:buFontTx/>
              <a:buNone/>
              <a:defRPr/>
            </a:pPr>
            <a:endParaRPr lang="en-US" sz="3200" b="1" dirty="0">
              <a:latin typeface="Times New Roman" pitchFamily="18" charset="0"/>
            </a:endParaRPr>
          </a:p>
          <a:p>
            <a:pPr algn="r">
              <a:lnSpc>
                <a:spcPct val="90000"/>
              </a:lnSpc>
              <a:spcBef>
                <a:spcPct val="0"/>
              </a:spcBef>
              <a:buFontTx/>
              <a:buNone/>
              <a:defRPr/>
            </a:pPr>
            <a:r>
              <a:rPr lang="en-US" sz="2667" dirty="0">
                <a:latin typeface="Times New Roman" pitchFamily="18" charset="0"/>
              </a:rPr>
              <a:t>n</a:t>
            </a:r>
            <a:r>
              <a:rPr lang="en-US" sz="2667" baseline="30000" dirty="0">
                <a:latin typeface="Times New Roman" pitchFamily="18" charset="0"/>
              </a:rPr>
              <a:t>3</a:t>
            </a:r>
            <a:r>
              <a:rPr lang="en-US" sz="2667" dirty="0">
                <a:latin typeface="Times New Roman" pitchFamily="18" charset="0"/>
              </a:rPr>
              <a:t> + 2n</a:t>
            </a:r>
            <a:r>
              <a:rPr lang="en-US" sz="2667" baseline="30000" dirty="0">
                <a:latin typeface="Times New Roman" pitchFamily="18" charset="0"/>
              </a:rPr>
              <a:t>2</a:t>
            </a:r>
            <a:endParaRPr lang="en-US" sz="2667" dirty="0">
              <a:latin typeface="Times New Roman" pitchFamily="18" charset="0"/>
            </a:endParaRPr>
          </a:p>
          <a:p>
            <a:pPr algn="r">
              <a:lnSpc>
                <a:spcPct val="90000"/>
              </a:lnSpc>
              <a:spcBef>
                <a:spcPct val="0"/>
              </a:spcBef>
              <a:buFontTx/>
              <a:buNone/>
              <a:defRPr/>
            </a:pPr>
            <a:endParaRPr lang="en-US" sz="2667" dirty="0">
              <a:latin typeface="Times New Roman" pitchFamily="18" charset="0"/>
            </a:endParaRPr>
          </a:p>
          <a:p>
            <a:pPr algn="r">
              <a:lnSpc>
                <a:spcPct val="90000"/>
              </a:lnSpc>
              <a:spcBef>
                <a:spcPct val="0"/>
              </a:spcBef>
              <a:buFontTx/>
              <a:buNone/>
              <a:defRPr/>
            </a:pPr>
            <a:r>
              <a:rPr lang="en-US" sz="2667" dirty="0">
                <a:latin typeface="Times New Roman" pitchFamily="18" charset="0"/>
              </a:rPr>
              <a:t>n</a:t>
            </a:r>
            <a:r>
              <a:rPr lang="en-US" sz="2667" baseline="30000" dirty="0">
                <a:latin typeface="Times New Roman" pitchFamily="18" charset="0"/>
              </a:rPr>
              <a:t>0.1</a:t>
            </a:r>
            <a:endParaRPr lang="en-US" sz="2667" dirty="0">
              <a:latin typeface="Times New Roman" pitchFamily="18" charset="0"/>
            </a:endParaRPr>
          </a:p>
          <a:p>
            <a:pPr algn="r">
              <a:lnSpc>
                <a:spcPct val="90000"/>
              </a:lnSpc>
              <a:spcBef>
                <a:spcPct val="0"/>
              </a:spcBef>
              <a:buFontTx/>
              <a:buNone/>
              <a:defRPr/>
            </a:pPr>
            <a:endParaRPr lang="en-US" sz="2667" dirty="0">
              <a:latin typeface="Times New Roman" pitchFamily="18" charset="0"/>
            </a:endParaRPr>
          </a:p>
          <a:p>
            <a:pPr algn="r">
              <a:lnSpc>
                <a:spcPct val="90000"/>
              </a:lnSpc>
              <a:spcBef>
                <a:spcPct val="0"/>
              </a:spcBef>
              <a:buFontTx/>
              <a:buNone/>
              <a:defRPr/>
            </a:pPr>
            <a:r>
              <a:rPr lang="en-US" sz="2667" b="1" dirty="0">
                <a:solidFill>
                  <a:schemeClr val="hlink"/>
                </a:solidFill>
                <a:latin typeface="Times New Roman" pitchFamily="18" charset="0"/>
              </a:rPr>
              <a:t>n + 100n</a:t>
            </a:r>
            <a:r>
              <a:rPr lang="en-US" sz="2667" b="1" baseline="30000" dirty="0">
                <a:solidFill>
                  <a:schemeClr val="hlink"/>
                </a:solidFill>
                <a:latin typeface="Times New Roman" pitchFamily="18" charset="0"/>
              </a:rPr>
              <a:t>0.1</a:t>
            </a:r>
            <a:endParaRPr lang="en-US" sz="2667" b="1" dirty="0">
              <a:solidFill>
                <a:schemeClr val="hlink"/>
              </a:solidFill>
              <a:latin typeface="Times New Roman" pitchFamily="18" charset="0"/>
            </a:endParaRPr>
          </a:p>
          <a:p>
            <a:pPr algn="r">
              <a:lnSpc>
                <a:spcPct val="90000"/>
              </a:lnSpc>
              <a:spcBef>
                <a:spcPct val="0"/>
              </a:spcBef>
              <a:buFontTx/>
              <a:buNone/>
              <a:defRPr/>
            </a:pPr>
            <a:endParaRPr lang="en-US" sz="2667" b="1" dirty="0">
              <a:solidFill>
                <a:schemeClr val="hlink"/>
              </a:solidFill>
              <a:latin typeface="Times New Roman" pitchFamily="18" charset="0"/>
            </a:endParaRPr>
          </a:p>
          <a:p>
            <a:pPr algn="r">
              <a:lnSpc>
                <a:spcPct val="90000"/>
              </a:lnSpc>
              <a:spcBef>
                <a:spcPct val="0"/>
              </a:spcBef>
              <a:buFontTx/>
              <a:buNone/>
              <a:defRPr/>
            </a:pPr>
            <a:r>
              <a:rPr lang="en-US" sz="2667" b="1" dirty="0">
                <a:solidFill>
                  <a:schemeClr val="hlink"/>
                </a:solidFill>
                <a:latin typeface="Times New Roman" pitchFamily="18" charset="0"/>
              </a:rPr>
              <a:t>5n</a:t>
            </a:r>
            <a:r>
              <a:rPr lang="en-US" sz="2667" b="1" baseline="30000" dirty="0">
                <a:solidFill>
                  <a:schemeClr val="hlink"/>
                </a:solidFill>
                <a:latin typeface="Times New Roman" pitchFamily="18" charset="0"/>
              </a:rPr>
              <a:t>5</a:t>
            </a:r>
            <a:endParaRPr lang="en-US" sz="2667" b="1" dirty="0">
              <a:solidFill>
                <a:schemeClr val="hlink"/>
              </a:solidFill>
              <a:latin typeface="Times New Roman" pitchFamily="18" charset="0"/>
            </a:endParaRPr>
          </a:p>
          <a:p>
            <a:pPr algn="r">
              <a:lnSpc>
                <a:spcPct val="90000"/>
              </a:lnSpc>
              <a:spcBef>
                <a:spcPct val="0"/>
              </a:spcBef>
              <a:buFontTx/>
              <a:buNone/>
              <a:defRPr/>
            </a:pPr>
            <a:endParaRPr lang="en-US" sz="2667" b="1" dirty="0">
              <a:solidFill>
                <a:schemeClr val="hlink"/>
              </a:solidFill>
              <a:latin typeface="Times New Roman" pitchFamily="18" charset="0"/>
            </a:endParaRPr>
          </a:p>
          <a:p>
            <a:pPr algn="r">
              <a:lnSpc>
                <a:spcPct val="90000"/>
              </a:lnSpc>
              <a:spcBef>
                <a:spcPct val="0"/>
              </a:spcBef>
              <a:buFontTx/>
              <a:buNone/>
              <a:defRPr/>
            </a:pPr>
            <a:r>
              <a:rPr lang="en-US" sz="2667" dirty="0">
                <a:latin typeface="Times New Roman" pitchFamily="18" charset="0"/>
              </a:rPr>
              <a:t>n</a:t>
            </a:r>
            <a:r>
              <a:rPr lang="en-US" sz="2667" baseline="30000" dirty="0">
                <a:latin typeface="Times New Roman" pitchFamily="18" charset="0"/>
              </a:rPr>
              <a:t>-15</a:t>
            </a:r>
            <a:r>
              <a:rPr lang="en-US" sz="2667" dirty="0">
                <a:latin typeface="Times New Roman" pitchFamily="18" charset="0"/>
              </a:rPr>
              <a:t>2</a:t>
            </a:r>
            <a:r>
              <a:rPr lang="en-US" sz="2667" baseline="30000" dirty="0">
                <a:latin typeface="Times New Roman" pitchFamily="18" charset="0"/>
              </a:rPr>
              <a:t>n</a:t>
            </a:r>
            <a:r>
              <a:rPr lang="en-US" sz="2667" dirty="0">
                <a:latin typeface="Times New Roman" pitchFamily="18" charset="0"/>
              </a:rPr>
              <a:t>/100</a:t>
            </a:r>
          </a:p>
          <a:p>
            <a:pPr algn="r">
              <a:lnSpc>
                <a:spcPct val="90000"/>
              </a:lnSpc>
              <a:spcBef>
                <a:spcPct val="0"/>
              </a:spcBef>
              <a:buFontTx/>
              <a:buNone/>
              <a:defRPr/>
            </a:pPr>
            <a:endParaRPr lang="en-US" sz="2667" dirty="0">
              <a:latin typeface="Times New Roman" pitchFamily="18" charset="0"/>
            </a:endParaRPr>
          </a:p>
          <a:p>
            <a:pPr algn="r" eaLnBrk="1" hangingPunct="1">
              <a:lnSpc>
                <a:spcPct val="90000"/>
              </a:lnSpc>
              <a:defRPr/>
            </a:pPr>
            <a:endParaRPr lang="en-US" sz="3200" dirty="0"/>
          </a:p>
        </p:txBody>
      </p:sp>
      <p:sp>
        <p:nvSpPr>
          <p:cNvPr id="36868" name="Rectangle 4" descr="Rectangle: Click to edit Master text styles&#10;Second level&#10;Third level&#10;Fourth level&#10;Fifth level">
            <a:extLst>
              <a:ext uri="{FF2B5EF4-FFF2-40B4-BE49-F238E27FC236}">
                <a16:creationId xmlns:a16="http://schemas.microsoft.com/office/drawing/2014/main" id="{1DC78C65-9043-9BB3-46EC-A0E27D86625F}"/>
              </a:ext>
            </a:extLst>
          </p:cNvPr>
          <p:cNvSpPr>
            <a:spLocks noGrp="1"/>
          </p:cNvSpPr>
          <p:nvPr>
            <p:ph type="body" sz="half" idx="2"/>
          </p:nvPr>
        </p:nvSpPr>
        <p:spPr>
          <a:xfrm>
            <a:off x="4804833" y="1119718"/>
            <a:ext cx="3219451" cy="4933949"/>
          </a:xfrm>
          <a:solidFill>
            <a:schemeClr val="accent2">
              <a:alpha val="50195"/>
            </a:schemeClr>
          </a:solidFill>
        </p:spPr>
        <p:txBody>
          <a:bodyPr/>
          <a:lstStyle/>
          <a:p>
            <a:pPr>
              <a:lnSpc>
                <a:spcPct val="90000"/>
              </a:lnSpc>
              <a:spcBef>
                <a:spcPct val="0"/>
              </a:spcBef>
              <a:buFontTx/>
              <a:buNone/>
            </a:pPr>
            <a:r>
              <a:rPr lang="en-US" altLang="en-US" sz="3200" b="1">
                <a:latin typeface="Times New Roman" panose="02020603050405020304" pitchFamily="18" charset="0"/>
              </a:rPr>
              <a:t>Function #2</a:t>
            </a:r>
          </a:p>
          <a:p>
            <a:pPr>
              <a:lnSpc>
                <a:spcPct val="90000"/>
              </a:lnSpc>
              <a:spcBef>
                <a:spcPct val="0"/>
              </a:spcBef>
              <a:buFontTx/>
              <a:buNone/>
            </a:pPr>
            <a:endParaRPr lang="en-US" altLang="en-US" sz="3200" b="1">
              <a:latin typeface="Times New Roman" panose="02020603050405020304" pitchFamily="18" charset="0"/>
            </a:endParaRPr>
          </a:p>
          <a:p>
            <a:pPr>
              <a:lnSpc>
                <a:spcPct val="90000"/>
              </a:lnSpc>
              <a:spcBef>
                <a:spcPct val="0"/>
              </a:spcBef>
              <a:buFontTx/>
              <a:buNone/>
            </a:pPr>
            <a:r>
              <a:rPr lang="en-US" altLang="en-US" sz="2667" b="1">
                <a:solidFill>
                  <a:schemeClr val="hlink"/>
                </a:solidFill>
                <a:latin typeface="Times New Roman" panose="02020603050405020304" pitchFamily="18" charset="0"/>
              </a:rPr>
              <a:t>100n</a:t>
            </a:r>
            <a:r>
              <a:rPr lang="en-US" altLang="en-US" sz="2667" b="1" baseline="30000">
                <a:solidFill>
                  <a:schemeClr val="hlink"/>
                </a:solidFill>
                <a:latin typeface="Times New Roman" panose="02020603050405020304" pitchFamily="18" charset="0"/>
              </a:rPr>
              <a:t>2</a:t>
            </a:r>
            <a:r>
              <a:rPr lang="en-US" altLang="en-US" sz="2667" b="1">
                <a:solidFill>
                  <a:schemeClr val="hlink"/>
                </a:solidFill>
                <a:latin typeface="Times New Roman" panose="02020603050405020304" pitchFamily="18" charset="0"/>
              </a:rPr>
              <a:t> + 1000</a:t>
            </a:r>
          </a:p>
          <a:p>
            <a:pPr>
              <a:lnSpc>
                <a:spcPct val="90000"/>
              </a:lnSpc>
              <a:spcBef>
                <a:spcPct val="0"/>
              </a:spcBef>
              <a:buFontTx/>
              <a:buNone/>
            </a:pPr>
            <a:endParaRPr lang="en-US" altLang="en-US" sz="2667">
              <a:latin typeface="Times New Roman" panose="02020603050405020304" pitchFamily="18" charset="0"/>
            </a:endParaRPr>
          </a:p>
          <a:p>
            <a:pPr>
              <a:lnSpc>
                <a:spcPct val="90000"/>
              </a:lnSpc>
              <a:spcBef>
                <a:spcPct val="0"/>
              </a:spcBef>
              <a:buFontTx/>
              <a:buNone/>
            </a:pPr>
            <a:r>
              <a:rPr lang="en-US" altLang="en-US" sz="2667" b="1">
                <a:solidFill>
                  <a:schemeClr val="hlink"/>
                </a:solidFill>
                <a:latin typeface="Times New Roman" panose="02020603050405020304" pitchFamily="18" charset="0"/>
              </a:rPr>
              <a:t>log n</a:t>
            </a:r>
          </a:p>
          <a:p>
            <a:pPr>
              <a:lnSpc>
                <a:spcPct val="90000"/>
              </a:lnSpc>
              <a:spcBef>
                <a:spcPct val="0"/>
              </a:spcBef>
              <a:buFontTx/>
              <a:buNone/>
            </a:pPr>
            <a:endParaRPr lang="en-US" altLang="en-US" sz="2667" b="1">
              <a:solidFill>
                <a:schemeClr val="hlink"/>
              </a:solidFill>
              <a:latin typeface="Times New Roman" panose="02020603050405020304" pitchFamily="18" charset="0"/>
            </a:endParaRPr>
          </a:p>
          <a:p>
            <a:pPr>
              <a:lnSpc>
                <a:spcPct val="90000"/>
              </a:lnSpc>
              <a:spcBef>
                <a:spcPct val="0"/>
              </a:spcBef>
              <a:buFontTx/>
              <a:buNone/>
            </a:pPr>
            <a:r>
              <a:rPr lang="en-US" altLang="en-US" sz="2667" b="1">
                <a:solidFill>
                  <a:schemeClr val="hlink"/>
                </a:solidFill>
                <a:latin typeface="Times New Roman" panose="02020603050405020304" pitchFamily="18" charset="0"/>
              </a:rPr>
              <a:t>2n + 10 log n</a:t>
            </a:r>
          </a:p>
          <a:p>
            <a:pPr>
              <a:lnSpc>
                <a:spcPct val="90000"/>
              </a:lnSpc>
              <a:spcBef>
                <a:spcPct val="0"/>
              </a:spcBef>
              <a:buFontTx/>
              <a:buNone/>
            </a:pPr>
            <a:endParaRPr lang="en-US" altLang="en-US" sz="2667" b="1">
              <a:solidFill>
                <a:schemeClr val="hlink"/>
              </a:solidFill>
              <a:latin typeface="Times New Roman" panose="02020603050405020304" pitchFamily="18" charset="0"/>
            </a:endParaRPr>
          </a:p>
          <a:p>
            <a:pPr>
              <a:lnSpc>
                <a:spcPct val="90000"/>
              </a:lnSpc>
              <a:spcBef>
                <a:spcPct val="0"/>
              </a:spcBef>
              <a:buFontTx/>
              <a:buNone/>
            </a:pPr>
            <a:r>
              <a:rPr lang="en-US" altLang="en-US" sz="2667">
                <a:latin typeface="Times New Roman" panose="02020603050405020304" pitchFamily="18" charset="0"/>
              </a:rPr>
              <a:t>n!</a:t>
            </a:r>
          </a:p>
          <a:p>
            <a:pPr>
              <a:lnSpc>
                <a:spcPct val="90000"/>
              </a:lnSpc>
              <a:spcBef>
                <a:spcPct val="0"/>
              </a:spcBef>
              <a:buFontTx/>
              <a:buNone/>
            </a:pPr>
            <a:endParaRPr lang="en-US" altLang="en-US" sz="2667">
              <a:latin typeface="Times New Roman" panose="02020603050405020304" pitchFamily="18" charset="0"/>
            </a:endParaRPr>
          </a:p>
          <a:p>
            <a:pPr>
              <a:lnSpc>
                <a:spcPct val="90000"/>
              </a:lnSpc>
              <a:spcBef>
                <a:spcPct val="0"/>
              </a:spcBef>
              <a:buFontTx/>
              <a:buNone/>
            </a:pPr>
            <a:r>
              <a:rPr lang="en-US" altLang="en-US" sz="2667" b="1">
                <a:solidFill>
                  <a:schemeClr val="hlink"/>
                </a:solidFill>
                <a:latin typeface="Times New Roman" panose="02020603050405020304" pitchFamily="18" charset="0"/>
              </a:rPr>
              <a:t>1000n</a:t>
            </a:r>
            <a:r>
              <a:rPr lang="en-US" altLang="en-US" sz="2667" b="1" baseline="30000">
                <a:solidFill>
                  <a:schemeClr val="hlink"/>
                </a:solidFill>
                <a:latin typeface="Times New Roman" panose="02020603050405020304" pitchFamily="18" charset="0"/>
              </a:rPr>
              <a:t>15</a:t>
            </a:r>
            <a:endParaRPr lang="en-US" altLang="en-US" sz="2667" b="1">
              <a:solidFill>
                <a:schemeClr val="hlink"/>
              </a:solidFill>
              <a:latin typeface="Times New Roman" panose="02020603050405020304" pitchFamily="18" charset="0"/>
            </a:endParaRPr>
          </a:p>
          <a:p>
            <a:pPr>
              <a:lnSpc>
                <a:spcPct val="90000"/>
              </a:lnSpc>
              <a:spcBef>
                <a:spcPct val="0"/>
              </a:spcBef>
              <a:buFontTx/>
              <a:buNone/>
            </a:pPr>
            <a:endParaRPr lang="en-US" altLang="en-US" sz="2667" b="1">
              <a:solidFill>
                <a:schemeClr val="hlink"/>
              </a:solidFill>
              <a:latin typeface="Times New Roman" panose="02020603050405020304" pitchFamily="18" charset="0"/>
            </a:endParaRPr>
          </a:p>
          <a:p>
            <a:pPr eaLnBrk="1" hangingPunct="1">
              <a:lnSpc>
                <a:spcPct val="90000"/>
              </a:lnSpc>
            </a:pPr>
            <a:endParaRPr lang="en-US" altLang="en-US" sz="2667">
              <a:latin typeface="Times New Roman" panose="02020603050405020304" pitchFamily="18" charset="0"/>
            </a:endParaRPr>
          </a:p>
        </p:txBody>
      </p:sp>
      <p:sp>
        <p:nvSpPr>
          <p:cNvPr id="36869" name="Text Box 5">
            <a:extLst>
              <a:ext uri="{FF2B5EF4-FFF2-40B4-BE49-F238E27FC236}">
                <a16:creationId xmlns:a16="http://schemas.microsoft.com/office/drawing/2014/main" id="{96774ECA-7B43-E270-797A-F61BEA77D7E8}"/>
              </a:ext>
            </a:extLst>
          </p:cNvPr>
          <p:cNvSpPr txBox="1">
            <a:spLocks noChangeArrowheads="1"/>
          </p:cNvSpPr>
          <p:nvPr/>
        </p:nvSpPr>
        <p:spPr bwMode="auto">
          <a:xfrm>
            <a:off x="4123267" y="3221568"/>
            <a:ext cx="1016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2400">
                <a:latin typeface="Arial" panose="020B0604020202020204" pitchFamily="34" charset="0"/>
              </a:rPr>
              <a:t>vs.</a:t>
            </a:r>
          </a:p>
        </p:txBody>
      </p:sp>
      <p:sp>
        <p:nvSpPr>
          <p:cNvPr id="36870" name="Rectangle 6" descr="Rectangle: Click to edit Master text styles&#10;Second level&#10;Third level&#10;Fourth level&#10;Fifth level">
            <a:extLst>
              <a:ext uri="{FF2B5EF4-FFF2-40B4-BE49-F238E27FC236}">
                <a16:creationId xmlns:a16="http://schemas.microsoft.com/office/drawing/2014/main" id="{1E9C0A0D-4AD2-6D90-CDEF-2A376D6105AE}"/>
              </a:ext>
            </a:extLst>
          </p:cNvPr>
          <p:cNvSpPr>
            <a:spLocks noChangeArrowheads="1"/>
          </p:cNvSpPr>
          <p:nvPr/>
        </p:nvSpPr>
        <p:spPr bwMode="auto">
          <a:xfrm>
            <a:off x="8481484" y="1130300"/>
            <a:ext cx="304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90000"/>
              </a:lnSpc>
              <a:spcBef>
                <a:spcPct val="0"/>
              </a:spcBef>
              <a:buFontTx/>
              <a:buNone/>
            </a:pPr>
            <a:r>
              <a:rPr lang="en-US" altLang="en-US" b="1">
                <a:latin typeface="Times New Roman" panose="02020603050405020304" pitchFamily="18" charset="0"/>
              </a:rPr>
              <a:t>Winner</a:t>
            </a:r>
            <a:endParaRPr lang="en-US" altLang="en-US" sz="2667" b="1">
              <a:latin typeface="Times New Roman" panose="02020603050405020304" pitchFamily="18" charset="0"/>
            </a:endParaRPr>
          </a:p>
          <a:p>
            <a:pPr>
              <a:lnSpc>
                <a:spcPct val="90000"/>
              </a:lnSpc>
              <a:spcBef>
                <a:spcPct val="0"/>
              </a:spcBef>
              <a:buFontTx/>
              <a:buNone/>
            </a:pPr>
            <a:endParaRPr lang="en-US" altLang="en-US" b="1">
              <a:latin typeface="Times New Roman" panose="02020603050405020304" pitchFamily="18" charset="0"/>
            </a:endParaRPr>
          </a:p>
          <a:p>
            <a:pPr>
              <a:lnSpc>
                <a:spcPct val="90000"/>
              </a:lnSpc>
              <a:spcBef>
                <a:spcPct val="0"/>
              </a:spcBef>
              <a:buFontTx/>
              <a:buNone/>
            </a:pPr>
            <a:r>
              <a:rPr lang="en-US" altLang="en-US" sz="2667" b="1">
                <a:latin typeface="Times New Roman" panose="02020603050405020304" pitchFamily="18" charset="0"/>
              </a:rPr>
              <a:t>O(n</a:t>
            </a:r>
            <a:r>
              <a:rPr lang="en-US" altLang="en-US" sz="2667" b="1" baseline="30000">
                <a:latin typeface="Times New Roman" panose="02020603050405020304" pitchFamily="18" charset="0"/>
              </a:rPr>
              <a:t>2</a:t>
            </a:r>
            <a:r>
              <a:rPr lang="en-US" altLang="en-US" sz="2667" b="1">
                <a:latin typeface="Times New Roman" panose="02020603050405020304" pitchFamily="18" charset="0"/>
              </a:rPr>
              <a:t>)</a:t>
            </a:r>
          </a:p>
          <a:p>
            <a:pPr>
              <a:lnSpc>
                <a:spcPct val="90000"/>
              </a:lnSpc>
              <a:spcBef>
                <a:spcPct val="0"/>
              </a:spcBef>
              <a:buFontTx/>
              <a:buNone/>
            </a:pPr>
            <a:endParaRPr lang="en-US" altLang="en-US" sz="2667" b="1">
              <a:latin typeface="Times New Roman" panose="02020603050405020304" pitchFamily="18" charset="0"/>
            </a:endParaRPr>
          </a:p>
          <a:p>
            <a:pPr>
              <a:lnSpc>
                <a:spcPct val="90000"/>
              </a:lnSpc>
              <a:spcBef>
                <a:spcPct val="0"/>
              </a:spcBef>
              <a:buFontTx/>
              <a:buNone/>
            </a:pPr>
            <a:r>
              <a:rPr lang="en-US" altLang="en-US" sz="2667" b="1">
                <a:latin typeface="Times New Roman" panose="02020603050405020304" pitchFamily="18" charset="0"/>
              </a:rPr>
              <a:t>O(log n)</a:t>
            </a:r>
          </a:p>
          <a:p>
            <a:pPr>
              <a:lnSpc>
                <a:spcPct val="90000"/>
              </a:lnSpc>
              <a:spcBef>
                <a:spcPct val="0"/>
              </a:spcBef>
              <a:buFontTx/>
              <a:buNone/>
            </a:pPr>
            <a:endParaRPr lang="en-US" altLang="en-US" sz="2667" b="1">
              <a:latin typeface="Times New Roman" panose="02020603050405020304" pitchFamily="18" charset="0"/>
            </a:endParaRPr>
          </a:p>
          <a:p>
            <a:pPr>
              <a:lnSpc>
                <a:spcPct val="90000"/>
              </a:lnSpc>
              <a:spcBef>
                <a:spcPct val="0"/>
              </a:spcBef>
              <a:buFontTx/>
              <a:buNone/>
            </a:pPr>
            <a:r>
              <a:rPr lang="en-US" altLang="en-US" sz="2667" b="1">
                <a:latin typeface="Times New Roman" panose="02020603050405020304" pitchFamily="18" charset="0"/>
              </a:rPr>
              <a:t>O(n) TIE</a:t>
            </a:r>
          </a:p>
          <a:p>
            <a:pPr>
              <a:lnSpc>
                <a:spcPct val="90000"/>
              </a:lnSpc>
              <a:spcBef>
                <a:spcPct val="0"/>
              </a:spcBef>
              <a:buFontTx/>
              <a:buNone/>
            </a:pPr>
            <a:endParaRPr lang="en-US" altLang="en-US" sz="2667" b="1">
              <a:latin typeface="Times New Roman" panose="02020603050405020304" pitchFamily="18" charset="0"/>
            </a:endParaRPr>
          </a:p>
          <a:p>
            <a:pPr>
              <a:lnSpc>
                <a:spcPct val="90000"/>
              </a:lnSpc>
              <a:spcBef>
                <a:spcPct val="0"/>
              </a:spcBef>
              <a:buFontTx/>
              <a:buNone/>
            </a:pPr>
            <a:r>
              <a:rPr lang="en-US" altLang="en-US" sz="2667" b="1">
                <a:latin typeface="Times New Roman" panose="02020603050405020304" pitchFamily="18" charset="0"/>
              </a:rPr>
              <a:t>O(n</a:t>
            </a:r>
            <a:r>
              <a:rPr lang="en-US" altLang="en-US" sz="2667" b="1" baseline="30000">
                <a:latin typeface="Times New Roman" panose="02020603050405020304" pitchFamily="18" charset="0"/>
              </a:rPr>
              <a:t>5</a:t>
            </a:r>
            <a:r>
              <a:rPr lang="en-US" altLang="en-US" sz="2667" b="1">
                <a:latin typeface="Times New Roman" panose="02020603050405020304" pitchFamily="18" charset="0"/>
              </a:rPr>
              <a:t>)</a:t>
            </a:r>
          </a:p>
          <a:p>
            <a:pPr>
              <a:lnSpc>
                <a:spcPct val="90000"/>
              </a:lnSpc>
              <a:spcBef>
                <a:spcPct val="0"/>
              </a:spcBef>
              <a:buFontTx/>
              <a:buNone/>
            </a:pPr>
            <a:endParaRPr lang="en-US" altLang="en-US" sz="2667" b="1">
              <a:latin typeface="Times New Roman" panose="02020603050405020304" pitchFamily="18" charset="0"/>
            </a:endParaRPr>
          </a:p>
          <a:p>
            <a:pPr>
              <a:lnSpc>
                <a:spcPct val="90000"/>
              </a:lnSpc>
              <a:spcBef>
                <a:spcPct val="0"/>
              </a:spcBef>
              <a:buFontTx/>
              <a:buNone/>
            </a:pPr>
            <a:r>
              <a:rPr lang="en-US" altLang="en-US" sz="2667" b="1">
                <a:latin typeface="Times New Roman" panose="02020603050405020304" pitchFamily="18" charset="0"/>
              </a:rPr>
              <a:t>O(n</a:t>
            </a:r>
            <a:r>
              <a:rPr lang="en-US" altLang="en-US" sz="2667" b="1" baseline="30000">
                <a:latin typeface="Times New Roman" panose="02020603050405020304" pitchFamily="18" charset="0"/>
              </a:rPr>
              <a:t>15</a:t>
            </a:r>
            <a:r>
              <a:rPr lang="en-US" altLang="en-US" sz="2667" b="1">
                <a:latin typeface="Times New Roman" panose="02020603050405020304" pitchFamily="18" charset="0"/>
              </a:rPr>
              <a:t>)</a:t>
            </a:r>
          </a:p>
          <a:p>
            <a:pPr>
              <a:lnSpc>
                <a:spcPct val="90000"/>
              </a:lnSpc>
              <a:spcBef>
                <a:spcPct val="0"/>
              </a:spcBef>
              <a:buFontTx/>
              <a:buNone/>
            </a:pPr>
            <a:endParaRPr lang="en-US" altLang="en-US" sz="2667" b="1">
              <a:latin typeface="Times New Roman" panose="02020603050405020304" pitchFamily="18" charset="0"/>
            </a:endParaRPr>
          </a:p>
          <a:p>
            <a:pPr eaLnBrk="1" hangingPunct="1">
              <a:lnSpc>
                <a:spcPct val="90000"/>
              </a:lnSpc>
              <a:buClr>
                <a:schemeClr val="hlink"/>
              </a:buClr>
              <a:buSzPct val="110000"/>
              <a:buFont typeface="Wingdings" panose="05000000000000000000" pitchFamily="2" charset="2"/>
              <a:buChar char="§"/>
            </a:pPr>
            <a:endParaRPr lang="en-US" altLang="en-US" b="1">
              <a:latin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EC90B8-18AF-2B77-6C39-C2BA3EF40D11}"/>
              </a:ext>
            </a:extLst>
          </p:cNvPr>
          <p:cNvSpPr>
            <a:spLocks noGrp="1"/>
          </p:cNvSpPr>
          <p:nvPr>
            <p:ph type="title"/>
          </p:nvPr>
        </p:nvSpPr>
        <p:spPr>
          <a:xfrm>
            <a:off x="789517" y="1"/>
            <a:ext cx="10363200" cy="599017"/>
          </a:xfrm>
        </p:spPr>
        <p:txBody>
          <a:bodyPr/>
          <a:lstStyle/>
          <a:p>
            <a:pPr eaLnBrk="1" hangingPunct="1"/>
            <a:r>
              <a:rPr lang="en-US" altLang="en-US"/>
              <a:t>Big-O Common Names</a:t>
            </a:r>
          </a:p>
        </p:txBody>
      </p:sp>
      <p:sp>
        <p:nvSpPr>
          <p:cNvPr id="37891" name="Rectangle 3" descr="Rectangle: Click to edit Master text styles&#10;Second level&#10;Third level&#10;Fourth level&#10;Fifth level">
            <a:extLst>
              <a:ext uri="{FF2B5EF4-FFF2-40B4-BE49-F238E27FC236}">
                <a16:creationId xmlns:a16="http://schemas.microsoft.com/office/drawing/2014/main" id="{FFA7BBA1-8A3C-7522-5269-260FF8DA8EBB}"/>
              </a:ext>
            </a:extLst>
          </p:cNvPr>
          <p:cNvSpPr>
            <a:spLocks noGrp="1"/>
          </p:cNvSpPr>
          <p:nvPr>
            <p:ph type="body" idx="1"/>
          </p:nvPr>
        </p:nvSpPr>
        <p:spPr>
          <a:xfrm>
            <a:off x="421217" y="891118"/>
            <a:ext cx="10972800" cy="4525433"/>
          </a:xfrm>
        </p:spPr>
        <p:txBody>
          <a:bodyPr/>
          <a:lstStyle/>
          <a:p>
            <a:pPr lvl="1">
              <a:lnSpc>
                <a:spcPct val="150000"/>
              </a:lnSpc>
              <a:buNone/>
              <a:tabLst>
                <a:tab pos="3661742" algn="l"/>
              </a:tabLst>
            </a:pPr>
            <a:endParaRPr lang="en-US" altLang="en-US" dirty="0"/>
          </a:p>
          <a:p>
            <a:pPr lvl="1">
              <a:lnSpc>
                <a:spcPct val="150000"/>
              </a:lnSpc>
              <a:buNone/>
              <a:tabLst>
                <a:tab pos="3661742" algn="l"/>
              </a:tabLst>
            </a:pPr>
            <a:r>
              <a:rPr lang="en-US" altLang="en-US" dirty="0"/>
              <a:t>constant:	O(1)</a:t>
            </a:r>
          </a:p>
          <a:p>
            <a:pPr lvl="1">
              <a:lnSpc>
                <a:spcPct val="150000"/>
              </a:lnSpc>
              <a:buNone/>
              <a:tabLst>
                <a:tab pos="3661742" algn="l"/>
              </a:tabLst>
            </a:pPr>
            <a:r>
              <a:rPr lang="en-US" altLang="en-US" dirty="0"/>
              <a:t>logarithmic:	O(log n) </a:t>
            </a:r>
          </a:p>
          <a:p>
            <a:pPr lvl="1">
              <a:lnSpc>
                <a:spcPct val="150000"/>
              </a:lnSpc>
              <a:buNone/>
              <a:tabLst>
                <a:tab pos="3661742" algn="l"/>
              </a:tabLst>
            </a:pPr>
            <a:r>
              <a:rPr lang="en-US" altLang="en-US" dirty="0"/>
              <a:t>linear:	O(n)</a:t>
            </a:r>
          </a:p>
          <a:p>
            <a:pPr lvl="1">
              <a:lnSpc>
                <a:spcPct val="150000"/>
              </a:lnSpc>
              <a:buNone/>
              <a:tabLst>
                <a:tab pos="3661742" algn="l"/>
              </a:tabLst>
            </a:pPr>
            <a:r>
              <a:rPr lang="en-US" altLang="en-US" dirty="0"/>
              <a:t>log-linear:	O(n log n)</a:t>
            </a:r>
          </a:p>
          <a:p>
            <a:pPr lvl="1">
              <a:lnSpc>
                <a:spcPct val="150000"/>
              </a:lnSpc>
              <a:buNone/>
              <a:tabLst>
                <a:tab pos="3661742" algn="l"/>
              </a:tabLst>
            </a:pPr>
            <a:r>
              <a:rPr lang="en-US" altLang="en-US" dirty="0" err="1"/>
              <a:t>superlinear</a:t>
            </a:r>
            <a:r>
              <a:rPr lang="en-US" altLang="en-US" dirty="0"/>
              <a:t>:	O(n</a:t>
            </a:r>
            <a:r>
              <a:rPr lang="en-US" altLang="en-US" baseline="30000" dirty="0"/>
              <a:t>1+c</a:t>
            </a:r>
            <a:r>
              <a:rPr lang="en-US" altLang="en-US" dirty="0"/>
              <a:t>)	(c is a constant &gt; 0)</a:t>
            </a:r>
          </a:p>
          <a:p>
            <a:pPr lvl="1">
              <a:lnSpc>
                <a:spcPct val="150000"/>
              </a:lnSpc>
              <a:buNone/>
              <a:tabLst>
                <a:tab pos="3661742" algn="l"/>
              </a:tabLst>
            </a:pPr>
            <a:r>
              <a:rPr lang="en-US" altLang="en-US" dirty="0"/>
              <a:t>quadratic:	O(n</a:t>
            </a:r>
            <a:r>
              <a:rPr lang="en-US" altLang="en-US" baseline="30000" dirty="0"/>
              <a:t>2</a:t>
            </a:r>
            <a:r>
              <a:rPr lang="en-US" altLang="en-US" dirty="0"/>
              <a:t>)</a:t>
            </a:r>
          </a:p>
          <a:p>
            <a:pPr lvl="1">
              <a:lnSpc>
                <a:spcPct val="150000"/>
              </a:lnSpc>
              <a:buNone/>
              <a:tabLst>
                <a:tab pos="3661742" algn="l"/>
              </a:tabLst>
            </a:pPr>
            <a:r>
              <a:rPr lang="en-US" altLang="en-US" dirty="0"/>
              <a:t>polynomial:	O(</a:t>
            </a:r>
            <a:r>
              <a:rPr lang="en-US" altLang="en-US" dirty="0" err="1"/>
              <a:t>n</a:t>
            </a:r>
            <a:r>
              <a:rPr lang="en-US" altLang="en-US" baseline="30000" dirty="0" err="1"/>
              <a:t>k</a:t>
            </a:r>
            <a:r>
              <a:rPr lang="en-US" altLang="en-US" dirty="0"/>
              <a:t>)		(k is a constant)</a:t>
            </a:r>
          </a:p>
          <a:p>
            <a:pPr lvl="1">
              <a:lnSpc>
                <a:spcPct val="150000"/>
              </a:lnSpc>
              <a:buNone/>
              <a:tabLst>
                <a:tab pos="3661742" algn="l"/>
              </a:tabLst>
            </a:pPr>
            <a:r>
              <a:rPr lang="en-US" altLang="en-US" dirty="0"/>
              <a:t>exponential:	O(</a:t>
            </a:r>
            <a:r>
              <a:rPr lang="en-US" altLang="en-US" dirty="0" err="1"/>
              <a:t>c</a:t>
            </a:r>
            <a:r>
              <a:rPr lang="en-US" altLang="en-US" baseline="30000" dirty="0" err="1"/>
              <a:t>n</a:t>
            </a:r>
            <a:r>
              <a:rPr lang="en-US" altLang="en-US" dirty="0"/>
              <a:t>)		(c is a constant &gt; 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1638403-9187-D620-D54A-0499050098CB}"/>
              </a:ext>
            </a:extLst>
          </p:cNvPr>
          <p:cNvSpPr>
            <a:spLocks noGrp="1"/>
          </p:cNvSpPr>
          <p:nvPr>
            <p:ph type="subTitle" idx="1"/>
          </p:nvPr>
        </p:nvSpPr>
        <p:spPr>
          <a:xfrm>
            <a:off x="285751" y="1338942"/>
            <a:ext cx="11715749" cy="5377241"/>
          </a:xfrm>
        </p:spPr>
        <p:txBody>
          <a:bodyPr rtlCol="0">
            <a:normAutofit fontScale="62500" lnSpcReduction="20000"/>
          </a:bodyPr>
          <a:lstStyle/>
          <a:p>
            <a:pPr algn="just">
              <a:lnSpc>
                <a:spcPts val="4000"/>
              </a:lnSpc>
              <a:spcBef>
                <a:spcPts val="0"/>
              </a:spcBef>
              <a:buFont typeface="Wingdings" pitchFamily="2" charset="2"/>
              <a:buChar char="§"/>
              <a:defRPr/>
            </a:pPr>
            <a:r>
              <a:rPr lang="en-GB" sz="2933" b="1" dirty="0"/>
              <a:t> An algorithm is said to run in </a:t>
            </a:r>
            <a:r>
              <a:rPr lang="en-GB" sz="2933" b="1" dirty="0">
                <a:solidFill>
                  <a:srgbClr val="FF0000"/>
                </a:solidFill>
              </a:rPr>
              <a:t>polylogarithmic time</a:t>
            </a:r>
            <a:r>
              <a:rPr lang="en-GB" sz="2933" b="1" dirty="0"/>
              <a:t> if </a:t>
            </a:r>
            <a:r>
              <a:rPr lang="en-GB" sz="2933" b="1" i="1" dirty="0"/>
              <a:t>T</a:t>
            </a:r>
            <a:r>
              <a:rPr lang="en-GB" sz="2933" b="1" dirty="0"/>
              <a:t>(</a:t>
            </a:r>
            <a:r>
              <a:rPr lang="en-GB" sz="2933" b="1" i="1" dirty="0"/>
              <a:t>n</a:t>
            </a:r>
            <a:r>
              <a:rPr lang="en-GB" sz="2933" b="1" dirty="0"/>
              <a:t>) = O((log </a:t>
            </a:r>
            <a:r>
              <a:rPr lang="en-GB" sz="2933" b="1" i="1" dirty="0"/>
              <a:t>n</a:t>
            </a:r>
            <a:r>
              <a:rPr lang="en-GB" sz="2933" b="1" dirty="0"/>
              <a:t>)</a:t>
            </a:r>
            <a:r>
              <a:rPr lang="en-GB" sz="2933" b="1" i="1" baseline="30000" dirty="0"/>
              <a:t>k</a:t>
            </a:r>
            <a:r>
              <a:rPr lang="en-GB" sz="2933" b="1" dirty="0"/>
              <a:t>), for some constant </a:t>
            </a:r>
            <a:r>
              <a:rPr lang="en-GB" sz="2933" b="1" i="1" dirty="0"/>
              <a:t>k</a:t>
            </a:r>
            <a:r>
              <a:rPr lang="en-GB" sz="2933" b="1" dirty="0"/>
              <a:t>. For example, matrix chain ordering can be solved in polylogarithmic time on a Parallel Random Access Machine</a:t>
            </a:r>
          </a:p>
          <a:p>
            <a:pPr algn="just">
              <a:lnSpc>
                <a:spcPts val="4000"/>
              </a:lnSpc>
              <a:spcBef>
                <a:spcPts val="0"/>
              </a:spcBef>
              <a:buFont typeface="Wingdings" pitchFamily="2" charset="2"/>
              <a:buChar char="§"/>
              <a:defRPr/>
            </a:pPr>
            <a:r>
              <a:rPr lang="en-GB" sz="2933" b="1" dirty="0">
                <a:solidFill>
                  <a:srgbClr val="FF0000"/>
                </a:solidFill>
              </a:rPr>
              <a:t> Sub-linear time</a:t>
            </a:r>
            <a:r>
              <a:rPr lang="en-GB" sz="2933" b="1" dirty="0"/>
              <a:t> if </a:t>
            </a:r>
            <a:r>
              <a:rPr lang="en-GB" sz="2933" b="1" i="1" dirty="0"/>
              <a:t>T</a:t>
            </a:r>
            <a:r>
              <a:rPr lang="en-GB" sz="2933" b="1" dirty="0"/>
              <a:t>(</a:t>
            </a:r>
            <a:r>
              <a:rPr lang="en-GB" sz="2933" b="1" i="1" dirty="0"/>
              <a:t>n</a:t>
            </a:r>
            <a:r>
              <a:rPr lang="en-GB" sz="2933" b="1" dirty="0"/>
              <a:t>) = o(</a:t>
            </a:r>
            <a:r>
              <a:rPr lang="en-GB" sz="2933" b="1" i="1" dirty="0"/>
              <a:t>n</a:t>
            </a:r>
            <a:r>
              <a:rPr lang="en-GB" sz="2933" b="1" dirty="0"/>
              <a:t>). includes algorithms with the time complexities defined above, as well as others such as the O(</a:t>
            </a:r>
            <a:r>
              <a:rPr lang="en-GB" sz="2933" b="1" i="1" dirty="0"/>
              <a:t>n</a:t>
            </a:r>
            <a:r>
              <a:rPr lang="en-GB" sz="2933" b="1" baseline="30000" dirty="0"/>
              <a:t>½</a:t>
            </a:r>
            <a:r>
              <a:rPr lang="en-GB" sz="2933" b="1" dirty="0"/>
              <a:t>). Sub-linear time algorithms are typically randomized, and provide only approximate solutions.  </a:t>
            </a:r>
          </a:p>
          <a:p>
            <a:pPr algn="just">
              <a:lnSpc>
                <a:spcPts val="4000"/>
              </a:lnSpc>
              <a:spcBef>
                <a:spcPts val="0"/>
              </a:spcBef>
              <a:buFont typeface="Wingdings" pitchFamily="2" charset="2"/>
              <a:buChar char="§"/>
              <a:defRPr/>
            </a:pPr>
            <a:r>
              <a:rPr lang="en-GB" sz="2933" b="1" dirty="0">
                <a:solidFill>
                  <a:srgbClr val="FF0000"/>
                </a:solidFill>
              </a:rPr>
              <a:t> Linear time</a:t>
            </a:r>
            <a:r>
              <a:rPr lang="en-GB" sz="2933" b="1" dirty="0"/>
              <a:t>, time complexity is O(</a:t>
            </a:r>
            <a:r>
              <a:rPr lang="en-GB" sz="2933" b="1" i="1" dirty="0"/>
              <a:t>n</a:t>
            </a:r>
            <a:r>
              <a:rPr lang="en-GB" sz="2933" b="1" dirty="0"/>
              <a:t>). For large enough input sizes the running time increases linearly with the size of the input. </a:t>
            </a:r>
          </a:p>
          <a:p>
            <a:pPr algn="just">
              <a:lnSpc>
                <a:spcPts val="4000"/>
              </a:lnSpc>
              <a:spcBef>
                <a:spcPts val="0"/>
              </a:spcBef>
              <a:buFont typeface="Wingdings" pitchFamily="2" charset="2"/>
              <a:buChar char="§"/>
              <a:defRPr/>
            </a:pPr>
            <a:r>
              <a:rPr lang="en-GB" sz="2933" b="1" dirty="0">
                <a:solidFill>
                  <a:srgbClr val="FF0000"/>
                </a:solidFill>
              </a:rPr>
              <a:t> Quasi linear time </a:t>
            </a:r>
            <a:r>
              <a:rPr lang="en-GB" sz="2933" b="1" dirty="0"/>
              <a:t>if </a:t>
            </a:r>
            <a:r>
              <a:rPr lang="en-GB" sz="2933" b="1" i="1" dirty="0"/>
              <a:t>T</a:t>
            </a:r>
            <a:r>
              <a:rPr lang="en-GB" sz="2933" b="1" dirty="0"/>
              <a:t>(</a:t>
            </a:r>
            <a:r>
              <a:rPr lang="en-GB" sz="2933" b="1" i="1" dirty="0"/>
              <a:t>n</a:t>
            </a:r>
            <a:r>
              <a:rPr lang="en-GB" sz="2933" b="1" dirty="0"/>
              <a:t>) = O(</a:t>
            </a:r>
            <a:r>
              <a:rPr lang="en-GB" sz="2933" b="1" i="1" dirty="0"/>
              <a:t>n</a:t>
            </a:r>
            <a:r>
              <a:rPr lang="en-GB" sz="2933" b="1" dirty="0"/>
              <a:t> </a:t>
            </a:r>
            <a:r>
              <a:rPr lang="en-GB" sz="2933" b="1" dirty="0" err="1"/>
              <a:t>log</a:t>
            </a:r>
            <a:r>
              <a:rPr lang="en-GB" sz="2933" b="1" i="1" baseline="30000" dirty="0" err="1"/>
              <a:t>k</a:t>
            </a:r>
            <a:r>
              <a:rPr lang="en-GB" sz="2933" b="1" dirty="0"/>
              <a:t> </a:t>
            </a:r>
            <a:r>
              <a:rPr lang="en-GB" sz="2933" b="1" i="1" dirty="0"/>
              <a:t>n</a:t>
            </a:r>
            <a:r>
              <a:rPr lang="en-GB" sz="2933" b="1" dirty="0"/>
              <a:t>) for any constant </a:t>
            </a:r>
            <a:r>
              <a:rPr lang="en-GB" sz="2933" b="1" i="1" dirty="0"/>
              <a:t>k</a:t>
            </a:r>
            <a:r>
              <a:rPr lang="en-GB" sz="2933" b="1" dirty="0"/>
              <a:t>; </a:t>
            </a:r>
            <a:r>
              <a:rPr lang="en-GB" sz="2933" b="1" dirty="0" err="1"/>
              <a:t>linearithmic</a:t>
            </a:r>
            <a:r>
              <a:rPr lang="en-GB" sz="2933" b="1" dirty="0"/>
              <a:t> time is the case </a:t>
            </a:r>
            <a:r>
              <a:rPr lang="en-GB" sz="2933" b="1" i="1" dirty="0"/>
              <a:t>k</a:t>
            </a:r>
            <a:r>
              <a:rPr lang="en-GB" sz="2933" b="1" dirty="0"/>
              <a:t> = 1. Using soft-O notation these algorithms are Õ(</a:t>
            </a:r>
            <a:r>
              <a:rPr lang="en-GB" sz="2933" b="1" i="1" dirty="0"/>
              <a:t>n</a:t>
            </a:r>
            <a:r>
              <a:rPr lang="en-GB" sz="2933" b="1" dirty="0"/>
              <a:t>). Quasilinear time algorithms are also o(</a:t>
            </a:r>
            <a:r>
              <a:rPr lang="en-GB" sz="2933" b="1" i="1" dirty="0"/>
              <a:t>n</a:t>
            </a:r>
            <a:r>
              <a:rPr lang="en-GB" sz="2933" b="1" baseline="30000" dirty="0"/>
              <a:t>1+ε</a:t>
            </a:r>
            <a:r>
              <a:rPr lang="en-GB" sz="2933" b="1" dirty="0"/>
              <a:t>) for every ε &gt; 0, and thus run faster than any polynomial in </a:t>
            </a:r>
            <a:r>
              <a:rPr lang="en-GB" sz="2933" b="1" i="1" dirty="0"/>
              <a:t>n</a:t>
            </a:r>
            <a:r>
              <a:rPr lang="en-GB" sz="2933" b="1" dirty="0"/>
              <a:t> with exponent strictly greater than 1.</a:t>
            </a:r>
          </a:p>
          <a:p>
            <a:pPr algn="just">
              <a:lnSpc>
                <a:spcPts val="4000"/>
              </a:lnSpc>
              <a:spcBef>
                <a:spcPts val="0"/>
              </a:spcBef>
              <a:buFont typeface="Wingdings" pitchFamily="2" charset="2"/>
              <a:buChar char="§"/>
              <a:defRPr/>
            </a:pPr>
            <a:r>
              <a:rPr lang="en-GB" sz="2933" b="1" dirty="0"/>
              <a:t> </a:t>
            </a:r>
            <a:r>
              <a:rPr lang="en-GB" sz="2933" b="1" dirty="0">
                <a:solidFill>
                  <a:srgbClr val="FF0000"/>
                </a:solidFill>
              </a:rPr>
              <a:t>Linearithmic time </a:t>
            </a:r>
            <a:r>
              <a:rPr lang="en-GB" sz="2933" b="1" dirty="0"/>
              <a:t>is a special case of quasilinear time where the exponent, </a:t>
            </a:r>
            <a:r>
              <a:rPr lang="en-GB" sz="2933" b="1" i="1" dirty="0"/>
              <a:t>k</a:t>
            </a:r>
            <a:r>
              <a:rPr lang="en-GB" sz="2933" b="1" dirty="0"/>
              <a:t> = 1 on the logarithmic term.</a:t>
            </a:r>
          </a:p>
          <a:p>
            <a:pPr algn="just">
              <a:lnSpc>
                <a:spcPts val="4000"/>
              </a:lnSpc>
              <a:spcBef>
                <a:spcPts val="0"/>
              </a:spcBef>
              <a:defRPr/>
            </a:pPr>
            <a:endParaRPr lang="en-GB" sz="2933" b="1" dirty="0"/>
          </a:p>
          <a:p>
            <a:pPr algn="just">
              <a:defRPr/>
            </a:pPr>
            <a:endParaRPr lang="en-GB" sz="2667" dirty="0"/>
          </a:p>
          <a:p>
            <a:pPr algn="l">
              <a:defRPr/>
            </a:pPr>
            <a:endParaRPr lang="en-GB"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ubtitle 2">
            <a:extLst>
              <a:ext uri="{FF2B5EF4-FFF2-40B4-BE49-F238E27FC236}">
                <a16:creationId xmlns:a16="http://schemas.microsoft.com/office/drawing/2014/main" id="{1B271CA3-43EE-932F-816F-607BA4EF79E4}"/>
              </a:ext>
            </a:extLst>
          </p:cNvPr>
          <p:cNvSpPr>
            <a:spLocks noGrp="1"/>
          </p:cNvSpPr>
          <p:nvPr>
            <p:ph type="subTitle" idx="1"/>
          </p:nvPr>
        </p:nvSpPr>
        <p:spPr>
          <a:xfrm>
            <a:off x="190501" y="143934"/>
            <a:ext cx="11715751" cy="6500284"/>
          </a:xfrm>
        </p:spPr>
        <p:txBody>
          <a:bodyPr/>
          <a:lstStyle/>
          <a:p>
            <a:pPr algn="just">
              <a:lnSpc>
                <a:spcPts val="4000"/>
              </a:lnSpc>
              <a:spcBef>
                <a:spcPct val="0"/>
              </a:spcBef>
              <a:buFont typeface="Wingdings" panose="05000000000000000000" pitchFamily="2" charset="2"/>
              <a:buChar char="§"/>
            </a:pPr>
            <a:r>
              <a:rPr lang="en-GB" altLang="en-US" sz="2667" b="1">
                <a:solidFill>
                  <a:srgbClr val="FF0000"/>
                </a:solidFill>
              </a:rPr>
              <a:t>Subquadratic time</a:t>
            </a:r>
            <a:r>
              <a:rPr lang="en-GB" altLang="en-US" sz="2667" b="1"/>
              <a:t> if </a:t>
            </a:r>
            <a:r>
              <a:rPr lang="en-GB" altLang="en-US" sz="2667" b="1" i="1"/>
              <a:t>T</a:t>
            </a:r>
            <a:r>
              <a:rPr lang="en-GB" altLang="en-US" sz="2667" b="1"/>
              <a:t>(</a:t>
            </a:r>
            <a:r>
              <a:rPr lang="en-GB" altLang="en-US" sz="2667" b="1" i="1"/>
              <a:t>n</a:t>
            </a:r>
            <a:r>
              <a:rPr lang="en-GB" altLang="en-US" sz="2667" b="1"/>
              <a:t>) = o(</a:t>
            </a:r>
            <a:r>
              <a:rPr lang="en-GB" altLang="en-US" sz="2667" b="1" i="1"/>
              <a:t>n</a:t>
            </a:r>
            <a:r>
              <a:rPr lang="en-GB" altLang="en-US" sz="2667" b="1" baseline="30000"/>
              <a:t>2</a:t>
            </a:r>
            <a:r>
              <a:rPr lang="en-GB" altLang="en-US" sz="2667" b="1"/>
              <a:t>).</a:t>
            </a:r>
          </a:p>
          <a:p>
            <a:pPr algn="just">
              <a:lnSpc>
                <a:spcPts val="4000"/>
              </a:lnSpc>
              <a:spcBef>
                <a:spcPct val="0"/>
              </a:spcBef>
            </a:pPr>
            <a:r>
              <a:rPr lang="en-GB" altLang="en-US" sz="2667" b="1"/>
              <a:t>For example, simple, comparison-based sorting algorithms are quadratic (e.g. insertion sort), but more advanced algorithms can be found that are subquadratic (e.g. Shell sort). No general-purpose sorts run in linear time, but the change from quadratic to sub-quadratic is of great practical importance.</a:t>
            </a:r>
          </a:p>
          <a:p>
            <a:pPr algn="just">
              <a:lnSpc>
                <a:spcPts val="4000"/>
              </a:lnSpc>
              <a:spcBef>
                <a:spcPct val="0"/>
              </a:spcBef>
              <a:buFont typeface="Wingdings" panose="05000000000000000000" pitchFamily="2" charset="2"/>
              <a:buChar char="§"/>
            </a:pPr>
            <a:r>
              <a:rPr lang="en-GB" altLang="en-US" sz="2667" b="1">
                <a:solidFill>
                  <a:srgbClr val="FF0000"/>
                </a:solidFill>
              </a:rPr>
              <a:t> Polynomial time</a:t>
            </a:r>
            <a:r>
              <a:rPr lang="en-GB" altLang="en-US" sz="2667" b="1"/>
              <a:t> if its running time is upper bounded by a polynomial expression in the size of the input for the algorithm, i.e., </a:t>
            </a:r>
            <a:r>
              <a:rPr lang="en-GB" altLang="en-US" sz="2667" b="1" i="1"/>
              <a:t>T</a:t>
            </a:r>
            <a:r>
              <a:rPr lang="en-GB" altLang="en-US" sz="2667" b="1"/>
              <a:t>(</a:t>
            </a:r>
            <a:r>
              <a:rPr lang="en-GB" altLang="en-US" sz="2667" b="1" i="1"/>
              <a:t>n</a:t>
            </a:r>
            <a:r>
              <a:rPr lang="en-GB" altLang="en-US" sz="2667" b="1"/>
              <a:t>) = O(</a:t>
            </a:r>
            <a:r>
              <a:rPr lang="en-GB" altLang="en-US" sz="2667" b="1" i="1"/>
              <a:t>n</a:t>
            </a:r>
            <a:r>
              <a:rPr lang="en-GB" altLang="en-US" sz="2667" b="1" i="1" baseline="30000"/>
              <a:t>k</a:t>
            </a:r>
            <a:r>
              <a:rPr lang="en-GB" altLang="en-US" sz="2667" b="1"/>
              <a:t>) for some constant </a:t>
            </a:r>
            <a:r>
              <a:rPr lang="en-GB" altLang="en-US" sz="2667" b="1" i="1"/>
              <a:t>k</a:t>
            </a:r>
            <a:r>
              <a:rPr lang="en-GB" altLang="en-US" sz="2667" b="1"/>
              <a:t>.  Problems for which a deterministic polynomial time algorithm exists belong to the complexity class </a:t>
            </a:r>
            <a:r>
              <a:rPr lang="en-GB" altLang="en-US" sz="2667" b="1">
                <a:hlinkClick r:id="rId2" tooltip="P (complexity)"/>
              </a:rPr>
              <a:t>P</a:t>
            </a:r>
            <a:endParaRPr lang="en-GB" altLang="en-US" sz="2667" b="1"/>
          </a:p>
          <a:p>
            <a:pPr algn="just" eaLnBrk="1" hangingPunct="1">
              <a:buFont typeface="Wingdings" panose="05000000000000000000" pitchFamily="2" charset="2"/>
              <a:buChar char="§"/>
            </a:pPr>
            <a:r>
              <a:rPr lang="en-GB" altLang="en-US" sz="2667" b="1"/>
              <a:t> </a:t>
            </a:r>
            <a:r>
              <a:rPr lang="en-GB" altLang="en-US" sz="2667" b="1">
                <a:solidFill>
                  <a:srgbClr val="FF0000"/>
                </a:solidFill>
              </a:rPr>
              <a:t>superpolynomial time</a:t>
            </a:r>
            <a:r>
              <a:rPr lang="en-GB" altLang="en-US" sz="2667" b="1"/>
              <a:t> if </a:t>
            </a:r>
            <a:r>
              <a:rPr lang="en-GB" altLang="en-US" sz="2667" b="1" i="1"/>
              <a:t>T</a:t>
            </a:r>
            <a:r>
              <a:rPr lang="en-GB" altLang="en-US" sz="2667" b="1"/>
              <a:t>(</a:t>
            </a:r>
            <a:r>
              <a:rPr lang="en-GB" altLang="en-US" sz="2667" b="1" i="1"/>
              <a:t>n</a:t>
            </a:r>
            <a:r>
              <a:rPr lang="en-GB" altLang="en-US" sz="2667" b="1"/>
              <a:t>) is not bounded above by any polynomial. It is ω(</a:t>
            </a:r>
            <a:r>
              <a:rPr lang="en-GB" altLang="en-US" sz="2667" b="1" i="1"/>
              <a:t>n</a:t>
            </a:r>
            <a:r>
              <a:rPr lang="en-GB" altLang="en-US" sz="2667" b="1" i="1" baseline="30000"/>
              <a:t>c</a:t>
            </a:r>
            <a:r>
              <a:rPr lang="en-GB" altLang="en-US" sz="2667" b="1"/>
              <a:t>) time for all constants </a:t>
            </a:r>
            <a:r>
              <a:rPr lang="en-GB" altLang="en-US" sz="2667" b="1" i="1"/>
              <a:t>c</a:t>
            </a:r>
            <a:r>
              <a:rPr lang="en-GB" altLang="en-US" sz="2667" b="1"/>
              <a:t>, where </a:t>
            </a:r>
            <a:r>
              <a:rPr lang="en-GB" altLang="en-US" sz="2667" b="1" i="1"/>
              <a:t>n</a:t>
            </a:r>
            <a:r>
              <a:rPr lang="en-GB" altLang="en-US" sz="2667" b="1"/>
              <a:t> is the input parameter, typically the number of bits in the input.</a:t>
            </a:r>
          </a:p>
          <a:p>
            <a:pPr algn="just" eaLnBrk="1" hangingPunct="1"/>
            <a:r>
              <a:rPr lang="en-GB" altLang="en-US" sz="2667" b="1"/>
              <a:t>For example, an algorithm that runs for 2</a:t>
            </a:r>
            <a:r>
              <a:rPr lang="en-GB" altLang="en-US" sz="2667" b="1" i="1" baseline="30000"/>
              <a:t>n</a:t>
            </a:r>
            <a:r>
              <a:rPr lang="en-GB" altLang="en-US" sz="2667" b="1"/>
              <a:t> steps on an input of size </a:t>
            </a:r>
            <a:r>
              <a:rPr lang="en-GB" altLang="en-US" sz="2667" b="1" i="1"/>
              <a:t>n</a:t>
            </a:r>
            <a:r>
              <a:rPr lang="en-GB" altLang="en-US" sz="2667" b="1"/>
              <a:t> requires superpolynomial time.</a:t>
            </a:r>
          </a:p>
          <a:p>
            <a:pPr algn="just" eaLnBrk="1" hangingPunct="1">
              <a:buFont typeface="Wingdings" panose="05000000000000000000" pitchFamily="2" charset="2"/>
              <a:buChar char="§"/>
            </a:pPr>
            <a:r>
              <a:rPr lang="en-GB" altLang="en-US" sz="2667" b="1"/>
              <a:t>  </a:t>
            </a:r>
            <a:r>
              <a:rPr lang="en-GB" altLang="en-US" sz="2667" b="1">
                <a:solidFill>
                  <a:srgbClr val="FF0000"/>
                </a:solidFill>
              </a:rPr>
              <a:t>Quasi-polynomial time</a:t>
            </a:r>
            <a:r>
              <a:rPr lang="en-GB" altLang="en-US" sz="2667" b="1"/>
              <a:t> : run slower than polynomial time, yet not so slow as to be exponential time. The worst case running time of a quasi-polynomial time algorithm is  		for some fixed </a:t>
            </a:r>
            <a:r>
              <a:rPr lang="en-GB" altLang="en-US" sz="2667" b="1" i="1"/>
              <a:t>c</a:t>
            </a:r>
            <a:r>
              <a:rPr lang="en-GB" altLang="en-US" sz="2667" b="1"/>
              <a:t>. The best-known classical algorithm for integer factorization</a:t>
            </a:r>
          </a:p>
          <a:p>
            <a:pPr algn="just" eaLnBrk="1" hangingPunct="1"/>
            <a:endParaRPr lang="en-GB" altLang="en-US" sz="2667" b="1"/>
          </a:p>
        </p:txBody>
      </p:sp>
      <p:pic>
        <p:nvPicPr>
          <p:cNvPr id="40963" name="Picture 3" descr="2^{O((\log n)^c)}">
            <a:extLst>
              <a:ext uri="{FF2B5EF4-FFF2-40B4-BE49-F238E27FC236}">
                <a16:creationId xmlns:a16="http://schemas.microsoft.com/office/drawing/2014/main" id="{7894EE4A-01BF-C7DB-1E77-EB9E87E05C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5928784"/>
            <a:ext cx="1238251" cy="285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descr="https://qph.ec.quoracdn.net/main-qimg-95eba275e86a62b3d29a80514631bccc">
            <a:extLst>
              <a:ext uri="{FF2B5EF4-FFF2-40B4-BE49-F238E27FC236}">
                <a16:creationId xmlns:a16="http://schemas.microsoft.com/office/drawing/2014/main" id="{7CFE0FD1-06F4-AE36-67C2-4AAF6D1627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585" y="116418"/>
            <a:ext cx="11916833" cy="674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0B24B4C5-F2CE-021A-498A-EE4259FC5B24}"/>
              </a:ext>
            </a:extLst>
          </p:cNvPr>
          <p:cNvSpPr>
            <a:spLocks noGrp="1"/>
          </p:cNvSpPr>
          <p:nvPr>
            <p:ph type="title"/>
          </p:nvPr>
        </p:nvSpPr>
        <p:spPr/>
        <p:txBody>
          <a:bodyPr/>
          <a:lstStyle/>
          <a:p>
            <a:r>
              <a:rPr lang="en-US" altLang="en-US"/>
              <a:t>Insertion Sort Example</a:t>
            </a:r>
          </a:p>
        </p:txBody>
      </p:sp>
      <p:sp>
        <p:nvSpPr>
          <p:cNvPr id="43011" name="Rectangle 3">
            <a:extLst>
              <a:ext uri="{FF2B5EF4-FFF2-40B4-BE49-F238E27FC236}">
                <a16:creationId xmlns:a16="http://schemas.microsoft.com/office/drawing/2014/main" id="{16E5CC94-D224-AD88-27CB-886953157094}"/>
              </a:ext>
            </a:extLst>
          </p:cNvPr>
          <p:cNvSpPr>
            <a:spLocks noGrp="1"/>
          </p:cNvSpPr>
          <p:nvPr>
            <p:ph type="body" idx="1"/>
          </p:nvPr>
        </p:nvSpPr>
        <p:spPr/>
        <p:txBody>
          <a:bodyPr/>
          <a:lstStyle/>
          <a:p>
            <a:pPr>
              <a:buFontTx/>
              <a:buNone/>
            </a:pPr>
            <a:r>
              <a:rPr lang="en-US" altLang="en-US" sz="3200" b="1">
                <a:latin typeface="Courier New" panose="02070309020205020404" pitchFamily="49" charset="0"/>
              </a:rPr>
              <a:t>InsertionSort(A, n) {</a:t>
            </a:r>
            <a:br>
              <a:rPr lang="en-US" altLang="en-US" sz="3200" b="1">
                <a:latin typeface="Courier New" panose="02070309020205020404" pitchFamily="49" charset="0"/>
              </a:rPr>
            </a:br>
            <a:r>
              <a:rPr lang="en-US" altLang="en-US" sz="3200" b="1">
                <a:latin typeface="Courier New" panose="02070309020205020404" pitchFamily="49" charset="0"/>
              </a:rPr>
              <a:t>for i = 2 to n {</a:t>
            </a:r>
            <a:br>
              <a:rPr lang="en-US" altLang="en-US" sz="3200" b="1">
                <a:latin typeface="Courier New" panose="02070309020205020404" pitchFamily="49" charset="0"/>
              </a:rPr>
            </a:br>
            <a:r>
              <a:rPr lang="en-US" altLang="en-US" sz="3200" b="1">
                <a:latin typeface="Courier New" panose="02070309020205020404" pitchFamily="49" charset="0"/>
              </a:rPr>
              <a:t>	key = A[i]</a:t>
            </a:r>
            <a:br>
              <a:rPr lang="en-US" altLang="en-US" sz="3200" b="1">
                <a:latin typeface="Courier New" panose="02070309020205020404" pitchFamily="49" charset="0"/>
              </a:rPr>
            </a:br>
            <a:r>
              <a:rPr lang="en-US" altLang="en-US" sz="3200" b="1">
                <a:latin typeface="Courier New" panose="02070309020205020404" pitchFamily="49" charset="0"/>
              </a:rPr>
              <a:t>	j = i - 1;</a:t>
            </a:r>
            <a:br>
              <a:rPr lang="en-US" altLang="en-US" sz="3200" b="1">
                <a:latin typeface="Courier New" panose="02070309020205020404" pitchFamily="49" charset="0"/>
              </a:rPr>
            </a:br>
            <a:r>
              <a:rPr lang="en-US" altLang="en-US" sz="3200" b="1">
                <a:latin typeface="Courier New" panose="02070309020205020404" pitchFamily="49" charset="0"/>
              </a:rPr>
              <a:t>	while (j &gt; 0) and (A[j] &gt; key) {</a:t>
            </a:r>
            <a:br>
              <a:rPr lang="en-US" altLang="en-US" sz="3200" b="1">
                <a:latin typeface="Courier New" panose="02070309020205020404" pitchFamily="49" charset="0"/>
              </a:rPr>
            </a:br>
            <a:r>
              <a:rPr lang="en-US" altLang="en-US" sz="3200" b="1">
                <a:latin typeface="Courier New" panose="02070309020205020404" pitchFamily="49" charset="0"/>
              </a:rPr>
              <a:t>		A[j+1] = A[j]</a:t>
            </a:r>
            <a:br>
              <a:rPr lang="en-US" altLang="en-US" sz="3200" b="1">
                <a:latin typeface="Courier New" panose="02070309020205020404" pitchFamily="49" charset="0"/>
              </a:rPr>
            </a:br>
            <a:r>
              <a:rPr lang="en-US" altLang="en-US" sz="3200" b="1">
                <a:latin typeface="Courier New" panose="02070309020205020404" pitchFamily="49" charset="0"/>
              </a:rPr>
              <a:t>		j = j - 1</a:t>
            </a:r>
            <a:br>
              <a:rPr lang="en-US" altLang="en-US" sz="3200" b="1">
                <a:latin typeface="Courier New" panose="02070309020205020404" pitchFamily="49" charset="0"/>
              </a:rPr>
            </a:br>
            <a:r>
              <a:rPr lang="en-US" altLang="en-US" sz="3200" b="1">
                <a:latin typeface="Courier New" panose="02070309020205020404" pitchFamily="49" charset="0"/>
              </a:rPr>
              <a:t>	}	</a:t>
            </a:r>
            <a:br>
              <a:rPr lang="en-US" altLang="en-US" sz="3200" b="1">
                <a:latin typeface="Courier New" panose="02070309020205020404" pitchFamily="49" charset="0"/>
              </a:rPr>
            </a:br>
            <a:r>
              <a:rPr lang="en-US" altLang="en-US" sz="3200" b="1">
                <a:latin typeface="Courier New" panose="02070309020205020404" pitchFamily="49" charset="0"/>
              </a:rPr>
              <a:t>	A[j+1] = key</a:t>
            </a:r>
            <a:br>
              <a:rPr lang="en-US" altLang="en-US" sz="3200" b="1">
                <a:latin typeface="Courier New" panose="02070309020205020404" pitchFamily="49" charset="0"/>
              </a:rPr>
            </a:br>
            <a:r>
              <a:rPr lang="en-US" altLang="en-US" sz="3200" b="1">
                <a:latin typeface="Courier New" panose="02070309020205020404" pitchFamily="49" charset="0"/>
              </a:rPr>
              <a:t>}		</a:t>
            </a:r>
          </a:p>
          <a:p>
            <a:pPr>
              <a:buFontTx/>
              <a:buNone/>
            </a:pPr>
            <a:r>
              <a:rPr lang="en-US" altLang="en-US" sz="3200" b="1">
                <a:latin typeface="Courier New" panose="02070309020205020404" pitchFamily="49" charset="0"/>
              </a:rPr>
              <a:t>}</a:t>
            </a:r>
          </a:p>
        </p:txBody>
      </p:sp>
      <p:sp>
        <p:nvSpPr>
          <p:cNvPr id="43012" name="Text Box 4">
            <a:extLst>
              <a:ext uri="{FF2B5EF4-FFF2-40B4-BE49-F238E27FC236}">
                <a16:creationId xmlns:a16="http://schemas.microsoft.com/office/drawing/2014/main" id="{3FB27032-EC4E-2559-4E40-3F1EA077C514}"/>
              </a:ext>
            </a:extLst>
          </p:cNvPr>
          <p:cNvSpPr txBox="1">
            <a:spLocks noChangeArrowheads="1"/>
          </p:cNvSpPr>
          <p:nvPr/>
        </p:nvSpPr>
        <p:spPr bwMode="auto">
          <a:xfrm>
            <a:off x="6807201" y="4749883"/>
            <a:ext cx="401263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a:latin typeface="Arial" panose="020B0604020202020204" pitchFamily="34" charset="0"/>
              </a:rPr>
              <a:t>How many times will </a:t>
            </a:r>
            <a:br>
              <a:rPr lang="en-US" altLang="en-US">
                <a:latin typeface="Arial" panose="020B0604020202020204" pitchFamily="34" charset="0"/>
              </a:rPr>
            </a:br>
            <a:r>
              <a:rPr lang="en-US" altLang="en-US">
                <a:latin typeface="Arial" panose="020B0604020202020204" pitchFamily="34" charset="0"/>
              </a:rPr>
              <a:t>this loop execute?</a:t>
            </a:r>
          </a:p>
        </p:txBody>
      </p:sp>
      <p:sp>
        <p:nvSpPr>
          <p:cNvPr id="43013" name="Freeform 5">
            <a:extLst>
              <a:ext uri="{FF2B5EF4-FFF2-40B4-BE49-F238E27FC236}">
                <a16:creationId xmlns:a16="http://schemas.microsoft.com/office/drawing/2014/main" id="{DD80729E-0944-E13D-71F4-CDAD7E7E6B83}"/>
              </a:ext>
            </a:extLst>
          </p:cNvPr>
          <p:cNvSpPr>
            <a:spLocks/>
          </p:cNvSpPr>
          <p:nvPr/>
        </p:nvSpPr>
        <p:spPr bwMode="auto">
          <a:xfrm>
            <a:off x="2573867" y="3418418"/>
            <a:ext cx="4254500" cy="1763183"/>
          </a:xfrm>
          <a:custGeom>
            <a:avLst/>
            <a:gdLst>
              <a:gd name="T0" fmla="*/ 2147483646 w 2010"/>
              <a:gd name="T1" fmla="*/ 2147483646 h 1111"/>
              <a:gd name="T2" fmla="*/ 0 w 2010"/>
              <a:gd name="T3" fmla="*/ 0 h 1111"/>
              <a:gd name="T4" fmla="*/ 0 60000 65536"/>
              <a:gd name="T5" fmla="*/ 0 60000 65536"/>
              <a:gd name="T6" fmla="*/ 0 w 2010"/>
              <a:gd name="T7" fmla="*/ 0 h 1111"/>
              <a:gd name="T8" fmla="*/ 2010 w 2010"/>
              <a:gd name="T9" fmla="*/ 1111 h 1111"/>
            </a:gdLst>
            <a:ahLst/>
            <a:cxnLst>
              <a:cxn ang="T4">
                <a:pos x="T0" y="T1"/>
              </a:cxn>
              <a:cxn ang="T5">
                <a:pos x="T2" y="T3"/>
              </a:cxn>
            </a:cxnLst>
            <a:rect l="T6" t="T7" r="T8" b="T9"/>
            <a:pathLst>
              <a:path w="2010" h="1111">
                <a:moveTo>
                  <a:pt x="2010" y="1111"/>
                </a:moveTo>
                <a:lnTo>
                  <a:pt x="0" y="0"/>
                </a:lnTo>
              </a:path>
            </a:pathLst>
          </a:custGeom>
          <a:noFill/>
          <a:ln w="38100" cap="flat" cmpd="sng">
            <a:solidFill>
              <a:schemeClr val="accent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IN" sz="2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CEA57A85-6B10-270F-3BE1-34C7A3F40091}"/>
              </a:ext>
            </a:extLst>
          </p:cNvPr>
          <p:cNvSpPr>
            <a:spLocks noGrp="1"/>
          </p:cNvSpPr>
          <p:nvPr>
            <p:ph type="title"/>
          </p:nvPr>
        </p:nvSpPr>
        <p:spPr>
          <a:xfrm>
            <a:off x="609600" y="275167"/>
            <a:ext cx="10972800" cy="560917"/>
          </a:xfrm>
        </p:spPr>
        <p:txBody>
          <a:bodyPr/>
          <a:lstStyle/>
          <a:p>
            <a:r>
              <a:rPr lang="en-US" altLang="en-US"/>
              <a:t>Insertion Sort</a:t>
            </a:r>
          </a:p>
        </p:txBody>
      </p:sp>
      <p:sp>
        <p:nvSpPr>
          <p:cNvPr id="44035" name="Rectangle 3">
            <a:extLst>
              <a:ext uri="{FF2B5EF4-FFF2-40B4-BE49-F238E27FC236}">
                <a16:creationId xmlns:a16="http://schemas.microsoft.com/office/drawing/2014/main" id="{5E89C708-6215-6843-858D-5F4306592093}"/>
              </a:ext>
            </a:extLst>
          </p:cNvPr>
          <p:cNvSpPr>
            <a:spLocks noGrp="1"/>
          </p:cNvSpPr>
          <p:nvPr>
            <p:ph type="body" idx="1"/>
          </p:nvPr>
        </p:nvSpPr>
        <p:spPr>
          <a:xfrm>
            <a:off x="527051" y="1126067"/>
            <a:ext cx="11055349" cy="5456767"/>
          </a:xfrm>
        </p:spPr>
        <p:txBody>
          <a:bodyPr/>
          <a:lstStyle/>
          <a:p>
            <a:pPr>
              <a:buFontTx/>
              <a:buNone/>
            </a:pPr>
            <a:r>
              <a:rPr lang="en-US" altLang="en-US" sz="3200" u="sng"/>
              <a:t>	Statement 						Effort</a:t>
            </a:r>
          </a:p>
          <a:p>
            <a:pPr>
              <a:buFontTx/>
              <a:buNone/>
            </a:pPr>
            <a:r>
              <a:rPr lang="en-US" altLang="en-US" sz="2667" b="1">
                <a:latin typeface="Courier New" panose="02070309020205020404" pitchFamily="49" charset="0"/>
              </a:rPr>
              <a:t>InsertionSort(A, n) {				</a:t>
            </a:r>
          </a:p>
          <a:p>
            <a:pPr>
              <a:buFontTx/>
              <a:buNone/>
            </a:pPr>
            <a:r>
              <a:rPr lang="en-US" altLang="en-US" sz="2667" b="1">
                <a:latin typeface="Courier New" panose="02070309020205020404" pitchFamily="49" charset="0"/>
              </a:rPr>
              <a:t>	for i = 2 to n { 				</a:t>
            </a:r>
            <a:r>
              <a:rPr lang="en-US" altLang="en-US" sz="2667"/>
              <a:t>c</a:t>
            </a:r>
            <a:r>
              <a:rPr lang="en-US" altLang="en-US" sz="2667" baseline="-25000"/>
              <a:t>1</a:t>
            </a:r>
            <a:r>
              <a:rPr lang="en-US" altLang="en-US" sz="2667"/>
              <a:t>n</a:t>
            </a:r>
            <a:endParaRPr lang="en-US" altLang="en-US" sz="2667" b="1">
              <a:latin typeface="Courier New" panose="02070309020205020404" pitchFamily="49" charset="0"/>
            </a:endParaRPr>
          </a:p>
          <a:p>
            <a:pPr>
              <a:buFontTx/>
              <a:buNone/>
            </a:pPr>
            <a:r>
              <a:rPr lang="en-US" altLang="en-US" sz="2667" b="1">
                <a:latin typeface="Courier New" panose="02070309020205020404" pitchFamily="49" charset="0"/>
              </a:rPr>
              <a:t>		key = A[i]					</a:t>
            </a:r>
            <a:r>
              <a:rPr lang="en-US" altLang="en-US" sz="2667"/>
              <a:t>c</a:t>
            </a:r>
            <a:r>
              <a:rPr lang="en-US" altLang="en-US" sz="2667" baseline="-25000"/>
              <a:t>2</a:t>
            </a:r>
            <a:r>
              <a:rPr lang="en-US" altLang="en-US" sz="2667"/>
              <a:t>(n-1)</a:t>
            </a:r>
            <a:endParaRPr lang="en-US" altLang="en-US" sz="2667" b="1">
              <a:latin typeface="Courier New" panose="02070309020205020404" pitchFamily="49" charset="0"/>
            </a:endParaRPr>
          </a:p>
          <a:p>
            <a:pPr>
              <a:buFontTx/>
              <a:buNone/>
            </a:pPr>
            <a:r>
              <a:rPr lang="en-US" altLang="en-US" sz="2667" b="1">
                <a:latin typeface="Courier New" panose="02070309020205020404" pitchFamily="49" charset="0"/>
              </a:rPr>
              <a:t>		j = i - 1;					</a:t>
            </a:r>
            <a:r>
              <a:rPr lang="en-US" altLang="en-US" sz="2667"/>
              <a:t>c</a:t>
            </a:r>
            <a:r>
              <a:rPr lang="en-US" altLang="en-US" sz="2667" baseline="-25000"/>
              <a:t>3</a:t>
            </a:r>
            <a:r>
              <a:rPr lang="en-US" altLang="en-US" sz="2667"/>
              <a:t>(n-1)</a:t>
            </a:r>
            <a:endParaRPr lang="en-US" altLang="en-US" sz="2667" b="1">
              <a:latin typeface="Courier New" panose="02070309020205020404" pitchFamily="49" charset="0"/>
            </a:endParaRPr>
          </a:p>
          <a:p>
            <a:pPr>
              <a:buFontTx/>
              <a:buNone/>
            </a:pPr>
            <a:r>
              <a:rPr lang="en-US" altLang="en-US" sz="2667" b="1">
                <a:latin typeface="Courier New" panose="02070309020205020404" pitchFamily="49" charset="0"/>
              </a:rPr>
              <a:t>		while (j &gt; 0) and (A[j] &gt; key) {	</a:t>
            </a:r>
            <a:r>
              <a:rPr lang="en-US" altLang="en-US" sz="2667"/>
              <a:t>c</a:t>
            </a:r>
            <a:r>
              <a:rPr lang="en-US" altLang="en-US" sz="2667" baseline="-25000"/>
              <a:t>4</a:t>
            </a:r>
            <a:r>
              <a:rPr lang="en-US" altLang="en-US" sz="2667"/>
              <a:t>T</a:t>
            </a:r>
            <a:endParaRPr lang="en-US" altLang="en-US" sz="2667" b="1">
              <a:latin typeface="Courier New" panose="02070309020205020404" pitchFamily="49" charset="0"/>
            </a:endParaRPr>
          </a:p>
          <a:p>
            <a:pPr>
              <a:buFontTx/>
              <a:buNone/>
            </a:pPr>
            <a:r>
              <a:rPr lang="en-US" altLang="en-US" sz="2667" b="1">
                <a:latin typeface="Courier New" panose="02070309020205020404" pitchFamily="49" charset="0"/>
              </a:rPr>
              <a:t>			A[j+1] = A[j]			</a:t>
            </a:r>
            <a:r>
              <a:rPr lang="en-US" altLang="en-US" sz="2667"/>
              <a:t>c</a:t>
            </a:r>
            <a:r>
              <a:rPr lang="en-US" altLang="en-US" sz="2667" baseline="-25000"/>
              <a:t>5</a:t>
            </a:r>
            <a:r>
              <a:rPr lang="en-US" altLang="en-US" sz="2667"/>
              <a:t>(T-(n-1))</a:t>
            </a:r>
            <a:endParaRPr lang="en-US" altLang="en-US" sz="2667" b="1">
              <a:latin typeface="Courier New" panose="02070309020205020404" pitchFamily="49" charset="0"/>
            </a:endParaRPr>
          </a:p>
          <a:p>
            <a:pPr>
              <a:buFontTx/>
              <a:buNone/>
            </a:pPr>
            <a:r>
              <a:rPr lang="en-US" altLang="en-US" sz="2667" b="1">
                <a:latin typeface="Courier New" panose="02070309020205020404" pitchFamily="49" charset="0"/>
              </a:rPr>
              <a:t>			j = j - 1				</a:t>
            </a:r>
            <a:r>
              <a:rPr lang="en-US" altLang="en-US" sz="2667"/>
              <a:t>c</a:t>
            </a:r>
            <a:r>
              <a:rPr lang="en-US" altLang="en-US" sz="2667" baseline="-25000"/>
              <a:t>6</a:t>
            </a:r>
            <a:r>
              <a:rPr lang="en-US" altLang="en-US" sz="2667"/>
              <a:t>(T-(n-1))</a:t>
            </a:r>
            <a:endParaRPr lang="en-US" altLang="en-US" sz="2667" b="1">
              <a:latin typeface="Courier New" panose="02070309020205020404" pitchFamily="49" charset="0"/>
            </a:endParaRPr>
          </a:p>
          <a:p>
            <a:pPr>
              <a:buFontTx/>
              <a:buNone/>
            </a:pPr>
            <a:r>
              <a:rPr lang="en-US" altLang="en-US" sz="2667" b="1">
                <a:latin typeface="Courier New" panose="02070309020205020404" pitchFamily="49" charset="0"/>
              </a:rPr>
              <a:t>		}						</a:t>
            </a:r>
            <a:r>
              <a:rPr lang="en-US" altLang="en-US" sz="2667"/>
              <a:t>0</a:t>
            </a:r>
            <a:endParaRPr lang="en-US" altLang="en-US" sz="2667" b="1">
              <a:latin typeface="Courier New" panose="02070309020205020404" pitchFamily="49" charset="0"/>
            </a:endParaRPr>
          </a:p>
          <a:p>
            <a:pPr>
              <a:buFontTx/>
              <a:buNone/>
            </a:pPr>
            <a:r>
              <a:rPr lang="en-US" altLang="en-US" sz="2667" b="1">
                <a:latin typeface="Courier New" panose="02070309020205020404" pitchFamily="49" charset="0"/>
              </a:rPr>
              <a:t>		A[j+1] = key				</a:t>
            </a:r>
            <a:r>
              <a:rPr lang="en-US" altLang="en-US" sz="2667"/>
              <a:t>c</a:t>
            </a:r>
            <a:r>
              <a:rPr lang="en-US" altLang="en-US" sz="2667" baseline="-25000"/>
              <a:t>7</a:t>
            </a:r>
            <a:r>
              <a:rPr lang="en-US" altLang="en-US" sz="2667"/>
              <a:t>(n-1)</a:t>
            </a:r>
            <a:endParaRPr lang="en-US" altLang="en-US" sz="2667" b="1">
              <a:latin typeface="Courier New" panose="02070309020205020404" pitchFamily="49" charset="0"/>
            </a:endParaRPr>
          </a:p>
          <a:p>
            <a:pPr>
              <a:buFontTx/>
              <a:buNone/>
            </a:pPr>
            <a:r>
              <a:rPr lang="en-US" altLang="en-US" sz="2667" b="1">
                <a:latin typeface="Courier New" panose="02070309020205020404" pitchFamily="49" charset="0"/>
              </a:rPr>
              <a:t>	}							</a:t>
            </a:r>
            <a:r>
              <a:rPr lang="en-US" altLang="en-US" sz="2667"/>
              <a:t>0</a:t>
            </a:r>
            <a:endParaRPr lang="en-US" altLang="en-US" sz="2667" b="1">
              <a:latin typeface="Courier New" panose="02070309020205020404" pitchFamily="49" charset="0"/>
            </a:endParaRPr>
          </a:p>
          <a:p>
            <a:pPr>
              <a:buFontTx/>
              <a:buNone/>
            </a:pPr>
            <a:r>
              <a:rPr lang="en-US" altLang="en-US" sz="2667" b="1">
                <a:latin typeface="Courier New" panose="02070309020205020404" pitchFamily="49" charset="0"/>
              </a:rPr>
              <a:t>}</a:t>
            </a:r>
          </a:p>
          <a:p>
            <a:pPr>
              <a:buFontTx/>
              <a:buNone/>
            </a:pPr>
            <a:r>
              <a:rPr lang="en-US" altLang="en-US" sz="2667" b="1">
                <a:latin typeface="Courier New" panose="02070309020205020404" pitchFamily="49" charset="0"/>
              </a:rPr>
              <a:t>	</a:t>
            </a:r>
            <a:r>
              <a:rPr lang="en-US" altLang="en-US" sz="3200" b="1"/>
              <a:t>T = t</a:t>
            </a:r>
            <a:r>
              <a:rPr lang="en-US" altLang="en-US" sz="3200" b="1" baseline="-25000"/>
              <a:t>2</a:t>
            </a:r>
            <a:r>
              <a:rPr lang="en-US" altLang="en-US" sz="3200" b="1"/>
              <a:t> + t</a:t>
            </a:r>
            <a:r>
              <a:rPr lang="en-US" altLang="en-US" sz="3200" b="1" baseline="-25000"/>
              <a:t>3</a:t>
            </a:r>
            <a:r>
              <a:rPr lang="en-US" altLang="en-US" sz="3200" b="1"/>
              <a:t> + … + t</a:t>
            </a:r>
            <a:r>
              <a:rPr lang="en-US" altLang="en-US" sz="3200" b="1" baseline="-25000"/>
              <a:t>n</a:t>
            </a:r>
            <a:r>
              <a:rPr lang="en-US" altLang="en-US" sz="3200" b="1"/>
              <a:t> where t</a:t>
            </a:r>
            <a:r>
              <a:rPr lang="en-US" altLang="en-US" sz="3200" b="1" baseline="-25000"/>
              <a:t>i</a:t>
            </a:r>
            <a:r>
              <a:rPr lang="en-US" altLang="en-US" sz="3200" b="1"/>
              <a:t> is number of while expression evaluations for the  i</a:t>
            </a:r>
            <a:r>
              <a:rPr lang="en-US" altLang="en-US" sz="3200" b="1" baseline="30000"/>
              <a:t>th</a:t>
            </a:r>
            <a:r>
              <a:rPr lang="en-US" altLang="en-US" sz="3200" b="1"/>
              <a:t> for loop iteration</a:t>
            </a:r>
            <a:endParaRPr lang="en-US" altLang="en-US" sz="3200" b="1">
              <a:latin typeface="Courier New" panose="02070309020205020404" pitchFamily="49"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CFF9575D-92B4-4F22-CDC5-6C9C08132902}"/>
              </a:ext>
            </a:extLst>
          </p:cNvPr>
          <p:cNvSpPr>
            <a:spLocks noGrp="1"/>
          </p:cNvSpPr>
          <p:nvPr>
            <p:ph type="title"/>
          </p:nvPr>
        </p:nvSpPr>
        <p:spPr>
          <a:xfrm>
            <a:off x="609600" y="275168"/>
            <a:ext cx="10972800" cy="715433"/>
          </a:xfrm>
        </p:spPr>
        <p:txBody>
          <a:bodyPr/>
          <a:lstStyle/>
          <a:p>
            <a:r>
              <a:rPr lang="en-US" altLang="en-US"/>
              <a:t>Analyzing Insertion Sort</a:t>
            </a:r>
          </a:p>
        </p:txBody>
      </p:sp>
      <p:sp>
        <p:nvSpPr>
          <p:cNvPr id="739331" name="Rectangle 3">
            <a:extLst>
              <a:ext uri="{FF2B5EF4-FFF2-40B4-BE49-F238E27FC236}">
                <a16:creationId xmlns:a16="http://schemas.microsoft.com/office/drawing/2014/main" id="{7BB7173B-083B-3A5F-1570-DE0B70FBC006}"/>
              </a:ext>
            </a:extLst>
          </p:cNvPr>
          <p:cNvSpPr>
            <a:spLocks noGrp="1" noChangeArrowheads="1"/>
          </p:cNvSpPr>
          <p:nvPr>
            <p:ph type="body" idx="1"/>
          </p:nvPr>
        </p:nvSpPr>
        <p:spPr>
          <a:xfrm>
            <a:off x="239350" y="1052737"/>
            <a:ext cx="11713301" cy="5530627"/>
          </a:xfrm>
          <a:ln>
            <a:miter lim="800000"/>
            <a:headEnd/>
            <a:tailEnd/>
          </a:ln>
        </p:spPr>
        <p:txBody>
          <a:bodyPr/>
          <a:lstStyle/>
          <a:p>
            <a:pPr>
              <a:lnSpc>
                <a:spcPct val="90000"/>
              </a:lnSpc>
              <a:defRPr/>
            </a:pPr>
            <a:endParaRPr lang="en-US" altLang="en-US" sz="3733" b="1" dirty="0">
              <a:highlight>
                <a:srgbClr val="FFFF00"/>
              </a:highlight>
            </a:endParaRPr>
          </a:p>
          <a:p>
            <a:pPr>
              <a:lnSpc>
                <a:spcPct val="90000"/>
              </a:lnSpc>
              <a:defRPr/>
            </a:pPr>
            <a:r>
              <a:rPr lang="en-US" altLang="en-US" sz="3733" b="1" dirty="0">
                <a:highlight>
                  <a:srgbClr val="FFFF00"/>
                </a:highlight>
              </a:rPr>
              <a:t>What can T be?</a:t>
            </a:r>
            <a:endParaRPr lang="en-US" altLang="en-US" b="1" dirty="0">
              <a:highlight>
                <a:srgbClr val="FFFF00"/>
              </a:highlight>
            </a:endParaRPr>
          </a:p>
          <a:p>
            <a:pPr lvl="1">
              <a:lnSpc>
                <a:spcPct val="90000"/>
              </a:lnSpc>
              <a:defRPr/>
            </a:pPr>
            <a:r>
              <a:rPr lang="en-US" altLang="en-US" dirty="0"/>
              <a:t>Best case -- inner loop body never executed</a:t>
            </a:r>
          </a:p>
          <a:p>
            <a:pPr lvl="2">
              <a:lnSpc>
                <a:spcPct val="90000"/>
              </a:lnSpc>
              <a:defRPr/>
            </a:pPr>
            <a:r>
              <a:rPr lang="en-US" altLang="en-US" dirty="0" err="1"/>
              <a:t>t</a:t>
            </a:r>
            <a:r>
              <a:rPr lang="en-US" altLang="en-US" baseline="-25000" dirty="0" err="1"/>
              <a:t>i</a:t>
            </a:r>
            <a:r>
              <a:rPr lang="en-US" altLang="en-US" dirty="0"/>
              <a:t> = 1 </a:t>
            </a:r>
            <a:r>
              <a:rPr lang="en-US" altLang="en-US" dirty="0">
                <a:latin typeface="Symbol Set" pitchFamily="82" charset="0"/>
                <a:sym typeface="Wingdings" panose="05000000000000000000" pitchFamily="2" charset="2"/>
              </a:rPr>
              <a:t></a:t>
            </a:r>
            <a:r>
              <a:rPr lang="en-US" altLang="en-US" dirty="0"/>
              <a:t> T(n) is a linear function</a:t>
            </a:r>
          </a:p>
          <a:p>
            <a:pPr lvl="1">
              <a:lnSpc>
                <a:spcPct val="90000"/>
              </a:lnSpc>
              <a:defRPr/>
            </a:pPr>
            <a:r>
              <a:rPr lang="en-US" altLang="en-US" dirty="0"/>
              <a:t>Worst case -- inner loop body executed for all previous elements</a:t>
            </a:r>
          </a:p>
          <a:p>
            <a:pPr lvl="2">
              <a:lnSpc>
                <a:spcPct val="90000"/>
              </a:lnSpc>
              <a:defRPr/>
            </a:pPr>
            <a:r>
              <a:rPr lang="en-US" altLang="en-US" dirty="0" err="1"/>
              <a:t>t</a:t>
            </a:r>
            <a:r>
              <a:rPr lang="en-US" altLang="en-US" baseline="-25000" dirty="0" err="1"/>
              <a:t>i</a:t>
            </a:r>
            <a:r>
              <a:rPr lang="en-US" altLang="en-US" dirty="0"/>
              <a:t> = </a:t>
            </a:r>
            <a:r>
              <a:rPr lang="en-US" altLang="en-US" dirty="0" err="1"/>
              <a:t>i</a:t>
            </a:r>
            <a:r>
              <a:rPr lang="en-US" altLang="en-US" dirty="0"/>
              <a:t> </a:t>
            </a:r>
            <a:r>
              <a:rPr lang="en-US" altLang="en-US" dirty="0">
                <a:latin typeface="Symbol Set" pitchFamily="82" charset="0"/>
                <a:sym typeface="Wingdings" panose="05000000000000000000" pitchFamily="2" charset="2"/>
              </a:rPr>
              <a:t></a:t>
            </a:r>
            <a:r>
              <a:rPr lang="en-US" altLang="en-US" dirty="0"/>
              <a:t> T(n) is a quadratic function</a:t>
            </a:r>
          </a:p>
          <a:p>
            <a:pPr lvl="1">
              <a:lnSpc>
                <a:spcPct val="90000"/>
              </a:lnSpc>
              <a:defRPr/>
            </a:pPr>
            <a:r>
              <a:rPr lang="en-US" altLang="en-US" dirty="0"/>
              <a:t>Average case</a:t>
            </a:r>
          </a:p>
          <a:p>
            <a:pPr lvl="2">
              <a:lnSpc>
                <a:spcPct val="90000"/>
              </a:lnSpc>
              <a:defRPr/>
            </a:pPr>
            <a:r>
              <a:rPr lang="en-US" altLang="en-US"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393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3933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739331">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73933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739331">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39331">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73933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9331" grpId="0" build="p" bldLvl="2"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3">
            <a:extLst>
              <a:ext uri="{FF2B5EF4-FFF2-40B4-BE49-F238E27FC236}">
                <a16:creationId xmlns:a16="http://schemas.microsoft.com/office/drawing/2014/main" id="{E523EA3E-16BA-6D8E-0FC7-A3ACE3F409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185" y="188385"/>
            <a:ext cx="11618383" cy="2609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3" name="Picture 4">
            <a:extLst>
              <a:ext uri="{FF2B5EF4-FFF2-40B4-BE49-F238E27FC236}">
                <a16:creationId xmlns:a16="http://schemas.microsoft.com/office/drawing/2014/main" id="{CAB46130-6AF6-69D0-0397-D536664BF1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234" y="3122084"/>
            <a:ext cx="11929533" cy="352848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3">
            <a:extLst>
              <a:ext uri="{FF2B5EF4-FFF2-40B4-BE49-F238E27FC236}">
                <a16:creationId xmlns:a16="http://schemas.microsoft.com/office/drawing/2014/main" id="{D94B57EC-5500-4BAF-2877-9A99EE90D3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18" y="116418"/>
            <a:ext cx="12086167" cy="590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3">
            <a:extLst>
              <a:ext uri="{FF2B5EF4-FFF2-40B4-BE49-F238E27FC236}">
                <a16:creationId xmlns:a16="http://schemas.microsoft.com/office/drawing/2014/main" id="{53F20470-43BB-A029-4389-A56D0EC572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184" y="188385"/>
            <a:ext cx="11698816" cy="461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3">
            <a:extLst>
              <a:ext uri="{FF2B5EF4-FFF2-40B4-BE49-F238E27FC236}">
                <a16:creationId xmlns:a16="http://schemas.microsoft.com/office/drawing/2014/main" id="{859A8E83-B704-426B-CD85-A310FFF182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851" y="188384"/>
            <a:ext cx="11798300" cy="482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D34E5DA6-DEC0-1253-44F9-FB4B494E59E0}"/>
              </a:ext>
            </a:extLst>
          </p:cNvPr>
          <p:cNvSpPr>
            <a:spLocks noGrp="1"/>
          </p:cNvSpPr>
          <p:nvPr>
            <p:ph type="title"/>
          </p:nvPr>
        </p:nvSpPr>
        <p:spPr>
          <a:xfrm>
            <a:off x="609600" y="82551"/>
            <a:ext cx="10972800" cy="635000"/>
          </a:xfrm>
        </p:spPr>
        <p:txBody>
          <a:bodyPr/>
          <a:lstStyle/>
          <a:p>
            <a:r>
              <a:rPr lang="en-IN" altLang="en-US" sz="3200" b="1"/>
              <a:t>Tips for solving Questions On Asymptotic </a:t>
            </a:r>
            <a:endParaRPr lang="en-IN" altLang="en-US" sz="3200"/>
          </a:p>
        </p:txBody>
      </p:sp>
      <p:sp>
        <p:nvSpPr>
          <p:cNvPr id="3" name="Content Placeholder 2">
            <a:extLst>
              <a:ext uri="{FF2B5EF4-FFF2-40B4-BE49-F238E27FC236}">
                <a16:creationId xmlns:a16="http://schemas.microsoft.com/office/drawing/2014/main" id="{1C4CCA1E-9EB7-EBD0-C87B-F12B402E4D83}"/>
              </a:ext>
            </a:extLst>
          </p:cNvPr>
          <p:cNvSpPr>
            <a:spLocks noGrp="1"/>
          </p:cNvSpPr>
          <p:nvPr>
            <p:ph idx="1"/>
          </p:nvPr>
        </p:nvSpPr>
        <p:spPr>
          <a:xfrm>
            <a:off x="239185" y="717551"/>
            <a:ext cx="11713633" cy="6057900"/>
          </a:xfrm>
        </p:spPr>
        <p:txBody>
          <a:bodyPr/>
          <a:lstStyle/>
          <a:p>
            <a:pPr marL="0" indent="0">
              <a:buNone/>
              <a:defRPr/>
            </a:pPr>
            <a:r>
              <a:rPr lang="en-IN" sz="2133" dirty="0">
                <a:solidFill>
                  <a:srgbClr val="FF0000"/>
                </a:solidFill>
              </a:rPr>
              <a:t> </a:t>
            </a:r>
            <a:r>
              <a:rPr lang="en-IN" sz="2133" b="1" dirty="0">
                <a:solidFill>
                  <a:srgbClr val="FF0000"/>
                </a:solidFill>
              </a:rPr>
              <a:t>#Tip1 </a:t>
            </a:r>
            <a:endParaRPr lang="en-IN" sz="2133" dirty="0">
              <a:solidFill>
                <a:srgbClr val="FF0000"/>
              </a:solidFill>
            </a:endParaRPr>
          </a:p>
          <a:p>
            <a:pPr>
              <a:defRPr/>
            </a:pPr>
            <a:r>
              <a:rPr lang="en-IN" sz="2133" dirty="0"/>
              <a:t>One should </a:t>
            </a:r>
            <a:r>
              <a:rPr lang="en-IN" sz="2133" dirty="0" err="1"/>
              <a:t>remenber</a:t>
            </a:r>
            <a:r>
              <a:rPr lang="en-IN" sz="2133" dirty="0"/>
              <a:t> the general order of following functions.</a:t>
            </a:r>
          </a:p>
          <a:p>
            <a:pPr>
              <a:defRPr/>
            </a:pPr>
            <a:r>
              <a:rPr lang="en-IN" sz="2133" b="1" dirty="0"/>
              <a:t>O(1) &lt; O(</a:t>
            </a:r>
            <a:r>
              <a:rPr lang="en-IN" sz="2133" b="1" dirty="0" err="1"/>
              <a:t>logn</a:t>
            </a:r>
            <a:r>
              <a:rPr lang="en-IN" sz="2133" b="1" dirty="0"/>
              <a:t>) &lt; O( n) &lt; O( </a:t>
            </a:r>
            <a:r>
              <a:rPr lang="en-IN" sz="2133" b="1" dirty="0" err="1"/>
              <a:t>nlogn</a:t>
            </a:r>
            <a:r>
              <a:rPr lang="en-IN" sz="2133" b="1" dirty="0"/>
              <a:t>) &lt; O(n*n) &lt; O(n*n*n) &lt; O(</a:t>
            </a:r>
            <a:r>
              <a:rPr lang="en-IN" sz="2133" b="1" dirty="0" err="1"/>
              <a:t>n</a:t>
            </a:r>
            <a:r>
              <a:rPr lang="en-IN" sz="2133" b="1" baseline="30000" dirty="0" err="1"/>
              <a:t>k</a:t>
            </a:r>
            <a:r>
              <a:rPr lang="en-IN" sz="2133" b="1" dirty="0"/>
              <a:t>)&lt; O(2</a:t>
            </a:r>
            <a:r>
              <a:rPr lang="en-IN" sz="2133" b="1" baseline="30000" dirty="0"/>
              <a:t>n</a:t>
            </a:r>
            <a:r>
              <a:rPr lang="en-IN" sz="2133" b="1" dirty="0"/>
              <a:t>)</a:t>
            </a:r>
            <a:endParaRPr lang="en-IN" sz="2133" dirty="0"/>
          </a:p>
          <a:p>
            <a:pPr marL="0" indent="0">
              <a:buNone/>
              <a:defRPr/>
            </a:pPr>
            <a:r>
              <a:rPr lang="en-IN" sz="2133" b="1" dirty="0">
                <a:solidFill>
                  <a:srgbClr val="FF0000"/>
                </a:solidFill>
              </a:rPr>
              <a:t>#Tip2</a:t>
            </a:r>
            <a:endParaRPr lang="en-IN" sz="2133" dirty="0">
              <a:solidFill>
                <a:srgbClr val="FF0000"/>
              </a:solidFill>
            </a:endParaRPr>
          </a:p>
          <a:p>
            <a:pPr>
              <a:defRPr/>
            </a:pPr>
            <a:r>
              <a:rPr lang="en-IN" sz="2133" dirty="0"/>
              <a:t>if f(x) = ϴ (g(x)) , we can say that f(x) is O(g(x)) and f(x) is Ω(g(x))</a:t>
            </a:r>
          </a:p>
          <a:p>
            <a:pPr>
              <a:defRPr/>
            </a:pPr>
            <a:r>
              <a:rPr lang="en-IN" sz="2133" dirty="0"/>
              <a:t>and also g(x) is O(f(x)) and Ω(f(x))</a:t>
            </a:r>
          </a:p>
          <a:p>
            <a:pPr marL="0" indent="0">
              <a:buNone/>
              <a:defRPr/>
            </a:pPr>
            <a:r>
              <a:rPr lang="en-IN" sz="2133" b="1" dirty="0">
                <a:solidFill>
                  <a:srgbClr val="FF0000"/>
                </a:solidFill>
              </a:rPr>
              <a:t>#Tip3</a:t>
            </a:r>
            <a:endParaRPr lang="en-IN" sz="2133" dirty="0">
              <a:solidFill>
                <a:srgbClr val="FF0000"/>
              </a:solidFill>
            </a:endParaRPr>
          </a:p>
          <a:p>
            <a:pPr marL="0" indent="0">
              <a:buNone/>
              <a:defRPr/>
            </a:pPr>
            <a:r>
              <a:rPr lang="en-IN" sz="2133" dirty="0"/>
              <a:t>The running time of for/while loop is number of iterations * running time of statement inside loop.</a:t>
            </a:r>
          </a:p>
          <a:p>
            <a:pPr marL="0" indent="0">
              <a:buNone/>
              <a:defRPr/>
            </a:pPr>
            <a:r>
              <a:rPr lang="en-IN" sz="2133" dirty="0"/>
              <a:t>int sum=0;</a:t>
            </a:r>
          </a:p>
          <a:p>
            <a:pPr marL="0" indent="0">
              <a:buNone/>
              <a:defRPr/>
            </a:pPr>
            <a:r>
              <a:rPr lang="en-IN" sz="2133" dirty="0"/>
              <a:t>for (int </a:t>
            </a:r>
            <a:r>
              <a:rPr lang="en-IN" sz="2133" dirty="0" err="1"/>
              <a:t>i</a:t>
            </a:r>
            <a:r>
              <a:rPr lang="en-IN" sz="2133" dirty="0"/>
              <a:t>=0;i&lt;</a:t>
            </a:r>
            <a:r>
              <a:rPr lang="en-IN" sz="2133" dirty="0" err="1"/>
              <a:t>n;i</a:t>
            </a:r>
            <a:r>
              <a:rPr lang="en-IN" sz="2133" dirty="0"/>
              <a:t>++)</a:t>
            </a:r>
          </a:p>
          <a:p>
            <a:pPr marL="0" indent="0">
              <a:buNone/>
              <a:defRPr/>
            </a:pPr>
            <a:r>
              <a:rPr lang="en-IN" sz="2133" dirty="0"/>
              <a:t>{</a:t>
            </a:r>
          </a:p>
          <a:p>
            <a:pPr marL="0" indent="0">
              <a:buNone/>
              <a:defRPr/>
            </a:pPr>
            <a:r>
              <a:rPr lang="en-IN" sz="2133" dirty="0"/>
              <a:t>Sum=sum +</a:t>
            </a:r>
            <a:r>
              <a:rPr lang="en-IN" sz="2133" dirty="0" err="1"/>
              <a:t>i</a:t>
            </a:r>
            <a:r>
              <a:rPr lang="en-IN" sz="2133" dirty="0"/>
              <a:t>,</a:t>
            </a:r>
          </a:p>
          <a:p>
            <a:pPr marL="0" indent="0">
              <a:buNone/>
              <a:defRPr/>
            </a:pPr>
            <a:r>
              <a:rPr lang="en-IN" sz="2133" dirty="0"/>
              <a:t>}</a:t>
            </a:r>
          </a:p>
          <a:p>
            <a:pPr>
              <a:defRPr/>
            </a:pPr>
            <a:r>
              <a:rPr lang="en-IN" sz="2133" dirty="0"/>
              <a:t>The running time is O(n)</a:t>
            </a:r>
          </a:p>
          <a:p>
            <a:pPr marL="0" indent="0">
              <a:buNone/>
              <a:defRPr/>
            </a:pPr>
            <a:r>
              <a:rPr lang="en-IN" sz="2133" b="1" dirty="0">
                <a:solidFill>
                  <a:srgbClr val="FF0000"/>
                </a:solidFill>
              </a:rPr>
              <a:t>#Tip4: </a:t>
            </a:r>
            <a:r>
              <a:rPr lang="en-IN" sz="2133" dirty="0"/>
              <a:t>For nested loop</a:t>
            </a:r>
          </a:p>
          <a:p>
            <a:pPr marL="0" indent="0">
              <a:buNone/>
              <a:defRPr/>
            </a:pPr>
            <a:r>
              <a:rPr lang="en-IN" sz="2133" dirty="0"/>
              <a:t>The running time of statement inside group of nested loop is product of size of loops.</a:t>
            </a:r>
          </a:p>
          <a:p>
            <a:pPr marL="0" indent="0">
              <a:buNone/>
              <a:defRPr/>
            </a:pPr>
            <a:r>
              <a:rPr lang="en-IN" sz="2133" dirty="0"/>
              <a:t>for (</a:t>
            </a:r>
            <a:r>
              <a:rPr lang="en-IN" sz="2133" dirty="0" err="1"/>
              <a:t>i</a:t>
            </a:r>
            <a:r>
              <a:rPr lang="en-IN" sz="2133" dirty="0"/>
              <a:t>=0; </a:t>
            </a:r>
            <a:r>
              <a:rPr lang="en-IN" sz="2133" dirty="0" err="1"/>
              <a:t>i</a:t>
            </a:r>
            <a:r>
              <a:rPr lang="en-IN" sz="2133" dirty="0"/>
              <a:t>&lt;n; </a:t>
            </a:r>
            <a:r>
              <a:rPr lang="en-IN" sz="2133" dirty="0" err="1"/>
              <a:t>i</a:t>
            </a:r>
            <a:r>
              <a:rPr lang="en-IN" sz="2133" dirty="0"/>
              <a:t>++)</a:t>
            </a:r>
          </a:p>
          <a:p>
            <a:pPr marL="0" indent="0">
              <a:buNone/>
              <a:defRPr/>
            </a:pPr>
            <a:r>
              <a:rPr lang="en-IN" sz="2133" dirty="0"/>
              <a:t>for (j=0; j&lt;k; </a:t>
            </a:r>
            <a:r>
              <a:rPr lang="en-IN" sz="2133" dirty="0" err="1"/>
              <a:t>j++</a:t>
            </a:r>
            <a:r>
              <a:rPr lang="en-IN" sz="2133" dirty="0"/>
              <a:t>)</a:t>
            </a:r>
          </a:p>
          <a:p>
            <a:pPr marL="0" indent="0">
              <a:buNone/>
              <a:defRPr/>
            </a:pPr>
            <a:r>
              <a:rPr lang="en-IN" sz="2133" dirty="0"/>
              <a:t>a++;</a:t>
            </a:r>
          </a:p>
          <a:p>
            <a:pPr marL="0" indent="0">
              <a:buNone/>
              <a:defRPr/>
            </a:pPr>
            <a:r>
              <a:rPr lang="en-IN" sz="2133" dirty="0"/>
              <a:t>      The running time is   O(</a:t>
            </a:r>
            <a:r>
              <a:rPr lang="en-IN" sz="2133" dirty="0" err="1"/>
              <a:t>n×k</a:t>
            </a:r>
            <a:r>
              <a:rPr lang="en-IN" sz="2133" dirty="0"/>
              <a:t>)</a:t>
            </a:r>
          </a:p>
          <a:p>
            <a:pPr marL="0" indent="0">
              <a:buNone/>
              <a:defRPr/>
            </a:pPr>
            <a:endParaRPr lang="en-IN" sz="2133" dirty="0"/>
          </a:p>
          <a:p>
            <a:pPr marL="0" indent="0">
              <a:buNone/>
              <a:defRPr/>
            </a:pPr>
            <a:endParaRPr lang="en-IN" sz="2133"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D748B6-DCC9-A7D5-2EB9-AA046B8E28D8}"/>
              </a:ext>
            </a:extLst>
          </p:cNvPr>
          <p:cNvSpPr>
            <a:spLocks noGrp="1"/>
          </p:cNvSpPr>
          <p:nvPr>
            <p:ph idx="1"/>
          </p:nvPr>
        </p:nvSpPr>
        <p:spPr>
          <a:xfrm>
            <a:off x="0" y="0"/>
            <a:ext cx="11904133" cy="6409267"/>
          </a:xfrm>
        </p:spPr>
        <p:txBody>
          <a:bodyPr/>
          <a:lstStyle/>
          <a:p>
            <a:pPr marL="0" indent="0">
              <a:buNone/>
              <a:defRPr/>
            </a:pPr>
            <a:r>
              <a:rPr lang="en-IN" sz="1467" b="1" dirty="0">
                <a:solidFill>
                  <a:srgbClr val="FF0000"/>
                </a:solidFill>
              </a:rPr>
              <a:t>#Tip5</a:t>
            </a:r>
          </a:p>
          <a:p>
            <a:pPr>
              <a:defRPr/>
            </a:pPr>
            <a:r>
              <a:rPr lang="en-IN" sz="1467" b="1" dirty="0"/>
              <a:t>sum of statements:</a:t>
            </a:r>
          </a:p>
          <a:p>
            <a:pPr>
              <a:defRPr/>
            </a:pPr>
            <a:r>
              <a:rPr lang="en-IN" sz="1467" b="1" dirty="0"/>
              <a:t>Add running time of all the statements</a:t>
            </a:r>
          </a:p>
          <a:p>
            <a:pPr>
              <a:defRPr/>
            </a:pPr>
            <a:r>
              <a:rPr lang="en-IN" sz="1467" b="1" dirty="0"/>
              <a:t>for (</a:t>
            </a:r>
            <a:r>
              <a:rPr lang="en-IN" sz="1467" b="1" dirty="0" err="1"/>
              <a:t>i</a:t>
            </a:r>
            <a:r>
              <a:rPr lang="en-IN" sz="1467" b="1" dirty="0"/>
              <a:t>=0;i&lt;n; </a:t>
            </a:r>
            <a:r>
              <a:rPr lang="en-IN" sz="1467" b="1" dirty="0" err="1"/>
              <a:t>i</a:t>
            </a:r>
            <a:r>
              <a:rPr lang="en-IN" sz="1467" b="1" dirty="0"/>
              <a:t>++)</a:t>
            </a:r>
          </a:p>
          <a:p>
            <a:pPr>
              <a:defRPr/>
            </a:pPr>
            <a:r>
              <a:rPr lang="en-IN" sz="1467" b="1" dirty="0"/>
              <a:t>k++    → O(n)</a:t>
            </a:r>
          </a:p>
          <a:p>
            <a:pPr>
              <a:defRPr/>
            </a:pPr>
            <a:r>
              <a:rPr lang="en-IN" sz="1467" b="1" dirty="0"/>
              <a:t>for (j=0; j&lt;n; </a:t>
            </a:r>
            <a:r>
              <a:rPr lang="en-IN" sz="1467" b="1" dirty="0" err="1"/>
              <a:t>j++</a:t>
            </a:r>
            <a:r>
              <a:rPr lang="en-IN" sz="1467" b="1" dirty="0"/>
              <a:t>)</a:t>
            </a:r>
          </a:p>
          <a:p>
            <a:pPr>
              <a:defRPr/>
            </a:pPr>
            <a:r>
              <a:rPr lang="en-IN" sz="1467" b="1" dirty="0"/>
              <a:t>for (t=0, t&lt;n; t++)      </a:t>
            </a:r>
          </a:p>
          <a:p>
            <a:pPr>
              <a:defRPr/>
            </a:pPr>
            <a:r>
              <a:rPr lang="en-IN" sz="1467" b="1" dirty="0"/>
              <a:t>The running time is 0(n) + 0(n</a:t>
            </a:r>
            <a:r>
              <a:rPr lang="en-IN" sz="1467" b="1" baseline="30000" dirty="0"/>
              <a:t>2</a:t>
            </a:r>
            <a:r>
              <a:rPr lang="en-IN" sz="1467" b="1" dirty="0"/>
              <a:t>)</a:t>
            </a:r>
          </a:p>
          <a:p>
            <a:pPr marL="0" indent="0">
              <a:buNone/>
              <a:defRPr/>
            </a:pPr>
            <a:r>
              <a:rPr lang="en-IN" sz="1467" b="1" dirty="0">
                <a:solidFill>
                  <a:srgbClr val="FF0000"/>
                </a:solidFill>
              </a:rPr>
              <a:t>#Tip6</a:t>
            </a:r>
          </a:p>
          <a:p>
            <a:pPr>
              <a:defRPr/>
            </a:pPr>
            <a:r>
              <a:rPr lang="en-IN" sz="1467" b="1" dirty="0"/>
              <a:t>Recursive function</a:t>
            </a:r>
          </a:p>
          <a:p>
            <a:pPr>
              <a:defRPr/>
            </a:pPr>
            <a:r>
              <a:rPr lang="en-IN" sz="1467" b="1" dirty="0"/>
              <a:t>Derive recurrence relation and then solve it ,getting the running time is always better way than other structure.</a:t>
            </a:r>
          </a:p>
          <a:p>
            <a:pPr>
              <a:defRPr/>
            </a:pPr>
            <a:r>
              <a:rPr lang="en-IN" sz="1467" b="1" dirty="0"/>
              <a:t>→ Suppose T(n) is running time of function ABC and  the variable reduces to half in next call.</a:t>
            </a:r>
          </a:p>
          <a:p>
            <a:pPr>
              <a:defRPr/>
            </a:pPr>
            <a:r>
              <a:rPr lang="en-IN" sz="1467" b="1" dirty="0"/>
              <a:t>T(n) = T(n/2) + complexity rest of code</a:t>
            </a:r>
          </a:p>
          <a:p>
            <a:pPr marL="0" indent="0">
              <a:buNone/>
              <a:defRPr/>
            </a:pPr>
            <a:r>
              <a:rPr lang="en-IN" sz="1467" b="1" dirty="0">
                <a:solidFill>
                  <a:srgbClr val="FF0000"/>
                </a:solidFill>
              </a:rPr>
              <a:t>#Tip7</a:t>
            </a:r>
            <a:endParaRPr lang="en-IN" sz="1467" dirty="0">
              <a:solidFill>
                <a:srgbClr val="FF0000"/>
              </a:solidFill>
            </a:endParaRPr>
          </a:p>
          <a:p>
            <a:pPr>
              <a:defRPr/>
            </a:pPr>
            <a:r>
              <a:rPr lang="en-IN" sz="1467" b="1" dirty="0"/>
              <a:t>An algorithm is O(log n) if it takes constant time to cut problem of half.</a:t>
            </a:r>
          </a:p>
          <a:p>
            <a:pPr>
              <a:defRPr/>
            </a:pPr>
            <a:r>
              <a:rPr lang="en-IN" sz="1467" b="1" dirty="0"/>
              <a:t>Like binary score, heap.</a:t>
            </a:r>
          </a:p>
          <a:p>
            <a:pPr>
              <a:defRPr/>
            </a:pPr>
            <a:r>
              <a:rPr lang="en-IN" sz="1467" b="1" dirty="0"/>
              <a:t># T(sqrt(n )) → O(loglog n) </a:t>
            </a:r>
            <a:br>
              <a:rPr lang="en-IN" sz="1467" b="1" dirty="0"/>
            </a:br>
            <a:endParaRPr lang="en-IN" sz="1467" b="1" dirty="0"/>
          </a:p>
          <a:p>
            <a:pPr marL="0" indent="0">
              <a:buNone/>
              <a:defRPr/>
            </a:pPr>
            <a:r>
              <a:rPr lang="en-IN" sz="1467" b="1" dirty="0"/>
              <a:t>where T is recurrence relation</a:t>
            </a:r>
          </a:p>
          <a:p>
            <a:pPr marL="0" indent="0">
              <a:buNone/>
              <a:defRPr/>
            </a:pPr>
            <a:r>
              <a:rPr lang="en-IN" sz="1467" b="1" dirty="0">
                <a:solidFill>
                  <a:srgbClr val="FF0000"/>
                </a:solidFill>
              </a:rPr>
              <a:t>#Tip8</a:t>
            </a:r>
          </a:p>
          <a:p>
            <a:pPr marL="0" indent="0">
              <a:buNone/>
              <a:defRPr/>
            </a:pPr>
            <a:r>
              <a:rPr lang="en-IN" sz="1467" b="1" dirty="0"/>
              <a:t>int </a:t>
            </a:r>
            <a:r>
              <a:rPr lang="en-IN" sz="1467" b="1" dirty="0" err="1"/>
              <a:t>doSomething</a:t>
            </a:r>
            <a:r>
              <a:rPr lang="en-IN" sz="1467" b="1" dirty="0"/>
              <a:t> (int n) { if  (n≤ 2)</a:t>
            </a:r>
          </a:p>
          <a:p>
            <a:pPr marL="0" indent="0">
              <a:buNone/>
              <a:defRPr/>
            </a:pPr>
            <a:r>
              <a:rPr lang="en-IN" sz="1467" b="1" dirty="0"/>
              <a:t>return 1;</a:t>
            </a:r>
          </a:p>
          <a:p>
            <a:pPr marL="0" indent="0">
              <a:buNone/>
              <a:defRPr/>
            </a:pPr>
            <a:r>
              <a:rPr lang="en-IN" sz="1467" b="1" dirty="0"/>
              <a:t>else</a:t>
            </a:r>
          </a:p>
          <a:p>
            <a:pPr marL="0" indent="0">
              <a:buNone/>
              <a:defRPr/>
            </a:pPr>
            <a:r>
              <a:rPr lang="en-IN" sz="1467" b="1" dirty="0"/>
              <a:t>return </a:t>
            </a:r>
            <a:r>
              <a:rPr lang="en-IN" sz="1467" b="1" dirty="0" err="1"/>
              <a:t>doSomething</a:t>
            </a:r>
            <a:r>
              <a:rPr lang="en-IN" sz="1467" b="1" dirty="0"/>
              <a:t> ( floor(sqrt (n)) + n)</a:t>
            </a:r>
          </a:p>
          <a:p>
            <a:pPr marL="0" indent="0">
              <a:buNone/>
              <a:defRPr/>
            </a:pPr>
            <a:r>
              <a:rPr lang="en-IN" sz="1467" b="1" dirty="0"/>
              <a:t>}</a:t>
            </a:r>
          </a:p>
          <a:p>
            <a:pPr>
              <a:defRPr/>
            </a:pPr>
            <a:endParaRPr lang="en-IN" sz="1467"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FDD5D33D-C565-72BD-ED3B-7618945291B1}"/>
              </a:ext>
            </a:extLst>
          </p:cNvPr>
          <p:cNvSpPr>
            <a:spLocks noGrp="1"/>
          </p:cNvSpPr>
          <p:nvPr>
            <p:ph type="title"/>
          </p:nvPr>
        </p:nvSpPr>
        <p:spPr>
          <a:xfrm>
            <a:off x="194733" y="2226734"/>
            <a:ext cx="11768667" cy="1327151"/>
          </a:xfrm>
        </p:spPr>
        <p:txBody>
          <a:bodyPr rtlCol="0">
            <a:normAutofit fontScale="90000"/>
          </a:bodyPr>
          <a:lstStyle/>
          <a:p>
            <a:pPr>
              <a:defRPr/>
            </a:pPr>
            <a:r>
              <a:rPr lang="en-IN" sz="9600" dirty="0">
                <a:solidFill>
                  <a:srgbClr val="FF0000"/>
                </a:solidFill>
              </a:rPr>
              <a:t>QUIZ</a:t>
            </a:r>
            <a:endParaRPr lang="en-US" sz="9600" dirty="0">
              <a:solidFill>
                <a:srgbClr val="FF0000"/>
              </a:solidFill>
            </a:endParaRPr>
          </a:p>
        </p:txBody>
      </p:sp>
      <p:sp>
        <p:nvSpPr>
          <p:cNvPr id="52227" name="Slide Number Placeholder 4">
            <a:extLst>
              <a:ext uri="{FF2B5EF4-FFF2-40B4-BE49-F238E27FC236}">
                <a16:creationId xmlns:a16="http://schemas.microsoft.com/office/drawing/2014/main" id="{CAC04423-DA1B-C45C-C94E-5E708AC7DC9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4267">
                <a:solidFill>
                  <a:schemeClr val="tx1"/>
                </a:solidFill>
                <a:latin typeface="Calibri" panose="020F0502020204030204" pitchFamily="34" charset="0"/>
              </a:defRPr>
            </a:lvl1pPr>
            <a:lvl2pPr marL="990575" indent="-380990">
              <a:spcBef>
                <a:spcPct val="20000"/>
              </a:spcBef>
              <a:buFont typeface="Arial" panose="020B0604020202020204" pitchFamily="34" charset="0"/>
              <a:buChar char="–"/>
              <a:defRPr sz="3733">
                <a:solidFill>
                  <a:schemeClr val="tx1"/>
                </a:solidFill>
                <a:latin typeface="Calibri" panose="020F0502020204030204" pitchFamily="34" charset="0"/>
              </a:defRPr>
            </a:lvl2pPr>
            <a:lvl3pPr marL="1523962" indent="-304792">
              <a:spcBef>
                <a:spcPct val="20000"/>
              </a:spcBef>
              <a:buFont typeface="Arial" panose="020B0604020202020204" pitchFamily="34" charset="0"/>
              <a:buChar char="•"/>
              <a:defRPr sz="3200">
                <a:solidFill>
                  <a:schemeClr val="tx1"/>
                </a:solidFill>
                <a:latin typeface="Calibri" panose="020F0502020204030204" pitchFamily="34" charset="0"/>
              </a:defRPr>
            </a:lvl3pPr>
            <a:lvl4pPr marL="2133547" indent="-304792">
              <a:spcBef>
                <a:spcPct val="20000"/>
              </a:spcBef>
              <a:buFont typeface="Arial" panose="020B0604020202020204" pitchFamily="34" charset="0"/>
              <a:buChar char="–"/>
              <a:defRPr sz="2667">
                <a:solidFill>
                  <a:schemeClr val="tx1"/>
                </a:solidFill>
                <a:latin typeface="Calibri" panose="020F0502020204030204" pitchFamily="34" charset="0"/>
              </a:defRPr>
            </a:lvl4pPr>
            <a:lvl5pPr marL="2743131" indent="-304792">
              <a:spcBef>
                <a:spcPct val="20000"/>
              </a:spcBef>
              <a:buFont typeface="Arial" panose="020B0604020202020204" pitchFamily="34" charset="0"/>
              <a:buChar char="»"/>
              <a:defRPr sz="2667">
                <a:solidFill>
                  <a:schemeClr val="tx1"/>
                </a:solidFill>
                <a:latin typeface="Calibri" panose="020F0502020204030204" pitchFamily="34" charset="0"/>
              </a:defRPr>
            </a:lvl5pPr>
            <a:lvl6pPr marL="335271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6pPr>
            <a:lvl7pPr marL="3962301"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7pPr>
            <a:lvl8pPr marL="457188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8pPr>
            <a:lvl9pPr marL="5181470"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9pPr>
          </a:lstStyle>
          <a:p>
            <a:pPr>
              <a:spcBef>
                <a:spcPct val="0"/>
              </a:spcBef>
              <a:buFontTx/>
              <a:buNone/>
            </a:pPr>
            <a:fld id="{63D4756D-7E1E-4B3F-8800-713533E058CA}" type="slidenum">
              <a:rPr lang="en-US" altLang="en-US" sz="1600">
                <a:solidFill>
                  <a:srgbClr val="898989"/>
                </a:solidFill>
                <a:latin typeface="Arial" panose="020B0604020202020204" pitchFamily="34" charset="0"/>
              </a:rPr>
              <a:pPr>
                <a:spcBef>
                  <a:spcPct val="0"/>
                </a:spcBef>
                <a:buFontTx/>
                <a:buNone/>
              </a:pPr>
              <a:t>41</a:t>
            </a:fld>
            <a:endParaRPr lang="en-US" altLang="en-US" sz="1600">
              <a:solidFill>
                <a:srgbClr val="898989"/>
              </a:solidFill>
              <a:latin typeface="Arial" panose="020B0604020202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
            <a:extLst>
              <a:ext uri="{FF2B5EF4-FFF2-40B4-BE49-F238E27FC236}">
                <a16:creationId xmlns:a16="http://schemas.microsoft.com/office/drawing/2014/main" id="{46842BFF-2B73-D986-0BCE-DF8F113D5973}"/>
              </a:ext>
            </a:extLst>
          </p:cNvPr>
          <p:cNvSpPr>
            <a:spLocks noGrp="1" noChangeArrowheads="1"/>
          </p:cNvSpPr>
          <p:nvPr>
            <p:ph idx="1"/>
          </p:nvPr>
        </p:nvSpPr>
        <p:spPr>
          <a:xfrm>
            <a:off x="0" y="1071923"/>
            <a:ext cx="12075584" cy="3037755"/>
          </a:xfrm>
        </p:spPr>
        <p:txBody>
          <a:bodyPr bIns="0" rtlCol="0" anchor="ctr">
            <a:spAutoFit/>
          </a:bodyPr>
          <a:lstStyle/>
          <a:p>
            <a:pPr marL="0" indent="0">
              <a:spcBef>
                <a:spcPct val="0"/>
              </a:spcBef>
              <a:buNone/>
              <a:defRPr/>
            </a:pPr>
            <a:r>
              <a:rPr lang="en-US" altLang="en-US" sz="2400" dirty="0">
                <a:solidFill>
                  <a:srgbClr val="FF0000"/>
                </a:solidFill>
                <a:ea typeface="Times New Roman" pitchFamily="18" charset="0"/>
                <a:cs typeface="Arial" pitchFamily="34" charset="0"/>
              </a:rPr>
              <a:t>Q 1.</a:t>
            </a:r>
            <a:r>
              <a:rPr lang="en-US" altLang="en-US" sz="2400" dirty="0">
                <a:solidFill>
                  <a:srgbClr val="000000"/>
                </a:solidFill>
                <a:ea typeface="Times New Roman" pitchFamily="18" charset="0"/>
                <a:cs typeface="Arial" pitchFamily="34" charset="0"/>
              </a:rPr>
              <a:t> Consider the following three claims</a:t>
            </a:r>
            <a:endParaRPr lang="en-US" altLang="en-US" sz="2400" dirty="0">
              <a:ea typeface="Times New Roman" pitchFamily="18" charset="0"/>
              <a:cs typeface="Arial" pitchFamily="34" charset="0"/>
            </a:endParaRPr>
          </a:p>
          <a:p>
            <a:pPr>
              <a:spcBef>
                <a:spcPct val="0"/>
              </a:spcBef>
              <a:buFont typeface="Arial" panose="020B0604020202020204" pitchFamily="34" charset="0"/>
              <a:buAutoNum type="arabicPeriod"/>
              <a:defRPr/>
            </a:pPr>
            <a:r>
              <a:rPr lang="en-US" altLang="en-US" sz="2400" dirty="0">
                <a:solidFill>
                  <a:srgbClr val="000000"/>
                </a:solidFill>
                <a:ea typeface="Times New Roman" pitchFamily="18" charset="0"/>
                <a:cs typeface="Arial" pitchFamily="34" charset="0"/>
              </a:rPr>
              <a:t>(n + k)</a:t>
            </a:r>
            <a:r>
              <a:rPr lang="en-US" altLang="en-US" sz="2400" baseline="30000" dirty="0">
                <a:solidFill>
                  <a:srgbClr val="000000"/>
                </a:solidFill>
                <a:ea typeface="Times New Roman" pitchFamily="18" charset="0"/>
                <a:cs typeface="Arial" pitchFamily="34" charset="0"/>
              </a:rPr>
              <a:t>m</a:t>
            </a:r>
            <a:r>
              <a:rPr lang="en-US" altLang="en-US" sz="2400" dirty="0">
                <a:solidFill>
                  <a:srgbClr val="000000"/>
                </a:solidFill>
                <a:ea typeface="Times New Roman" pitchFamily="18" charset="0"/>
                <a:cs typeface="Arial" pitchFamily="34" charset="0"/>
              </a:rPr>
              <a:t> = Θ(n</a:t>
            </a:r>
            <a:r>
              <a:rPr lang="en-US" altLang="en-US" sz="2400" baseline="30000" dirty="0">
                <a:solidFill>
                  <a:srgbClr val="000000"/>
                </a:solidFill>
                <a:ea typeface="Times New Roman" pitchFamily="18" charset="0"/>
                <a:cs typeface="Arial" pitchFamily="34" charset="0"/>
              </a:rPr>
              <a:t>m</a:t>
            </a:r>
            <a:r>
              <a:rPr lang="en-US" altLang="en-US" sz="2400" dirty="0">
                <a:solidFill>
                  <a:srgbClr val="000000"/>
                </a:solidFill>
                <a:ea typeface="Times New Roman" pitchFamily="18" charset="0"/>
                <a:cs typeface="Arial" pitchFamily="34" charset="0"/>
              </a:rPr>
              <a:t>), where k and m are constants</a:t>
            </a:r>
          </a:p>
          <a:p>
            <a:pPr>
              <a:spcBef>
                <a:spcPct val="0"/>
              </a:spcBef>
              <a:buFont typeface="Arial" panose="020B0604020202020204" pitchFamily="34" charset="0"/>
              <a:buAutoNum type="arabicPeriod"/>
              <a:defRPr/>
            </a:pPr>
            <a:r>
              <a:rPr lang="en-US" altLang="en-US" sz="2400" dirty="0">
                <a:solidFill>
                  <a:srgbClr val="000000"/>
                </a:solidFill>
                <a:ea typeface="Times New Roman" pitchFamily="18" charset="0"/>
                <a:cs typeface="Arial" pitchFamily="34" charset="0"/>
              </a:rPr>
              <a:t> 2</a:t>
            </a:r>
            <a:r>
              <a:rPr lang="en-US" altLang="en-US" sz="2400" baseline="30000" dirty="0">
                <a:solidFill>
                  <a:srgbClr val="000000"/>
                </a:solidFill>
                <a:ea typeface="Times New Roman" pitchFamily="18" charset="0"/>
                <a:cs typeface="Arial" pitchFamily="34" charset="0"/>
              </a:rPr>
              <a:t>n + 1</a:t>
            </a:r>
            <a:r>
              <a:rPr lang="en-US" altLang="en-US" sz="2400" dirty="0">
                <a:solidFill>
                  <a:srgbClr val="000000"/>
                </a:solidFill>
                <a:ea typeface="Times New Roman" pitchFamily="18" charset="0"/>
                <a:cs typeface="Arial" pitchFamily="34" charset="0"/>
              </a:rPr>
              <a:t> = O(2</a:t>
            </a:r>
            <a:r>
              <a:rPr lang="en-US" altLang="en-US" sz="2400" baseline="30000" dirty="0">
                <a:solidFill>
                  <a:srgbClr val="000000"/>
                </a:solidFill>
                <a:ea typeface="Times New Roman" pitchFamily="18" charset="0"/>
                <a:cs typeface="Arial" pitchFamily="34" charset="0"/>
              </a:rPr>
              <a:t>n</a:t>
            </a:r>
            <a:r>
              <a:rPr lang="en-US" altLang="en-US" sz="2400" dirty="0">
                <a:solidFill>
                  <a:srgbClr val="000000"/>
                </a:solidFill>
                <a:ea typeface="Times New Roman" pitchFamily="18" charset="0"/>
                <a:cs typeface="Arial" pitchFamily="34" charset="0"/>
              </a:rPr>
              <a:t>)</a:t>
            </a:r>
          </a:p>
          <a:p>
            <a:pPr>
              <a:spcBef>
                <a:spcPct val="0"/>
              </a:spcBef>
              <a:buFont typeface="Arial" panose="020B0604020202020204" pitchFamily="34" charset="0"/>
              <a:buAutoNum type="arabicPeriod"/>
              <a:defRPr/>
            </a:pPr>
            <a:r>
              <a:rPr lang="en-US" altLang="en-US" sz="2400" dirty="0">
                <a:solidFill>
                  <a:srgbClr val="000000"/>
                </a:solidFill>
                <a:ea typeface="Times New Roman" pitchFamily="18" charset="0"/>
                <a:cs typeface="Arial" pitchFamily="34" charset="0"/>
              </a:rPr>
              <a:t> 2</a:t>
            </a:r>
            <a:r>
              <a:rPr lang="en-US" altLang="en-US" sz="2400" baseline="30000" dirty="0">
                <a:solidFill>
                  <a:srgbClr val="000000"/>
                </a:solidFill>
                <a:ea typeface="Times New Roman" pitchFamily="18" charset="0"/>
                <a:cs typeface="Arial" pitchFamily="34" charset="0"/>
              </a:rPr>
              <a:t>2n + 1</a:t>
            </a:r>
            <a:r>
              <a:rPr lang="en-US" altLang="en-US" sz="2400" dirty="0">
                <a:solidFill>
                  <a:srgbClr val="000000"/>
                </a:solidFill>
                <a:ea typeface="Times New Roman" pitchFamily="18" charset="0"/>
                <a:cs typeface="Arial" pitchFamily="34" charset="0"/>
              </a:rPr>
              <a:t> = O(2</a:t>
            </a:r>
            <a:r>
              <a:rPr lang="en-US" altLang="en-US" sz="2400" baseline="30000" dirty="0">
                <a:solidFill>
                  <a:srgbClr val="000000"/>
                </a:solidFill>
                <a:ea typeface="Times New Roman" pitchFamily="18" charset="0"/>
                <a:cs typeface="Arial" pitchFamily="34" charset="0"/>
              </a:rPr>
              <a:t>n</a:t>
            </a:r>
            <a:r>
              <a:rPr lang="en-US" altLang="en-US" sz="2400" dirty="0">
                <a:solidFill>
                  <a:srgbClr val="000000"/>
                </a:solidFill>
                <a:ea typeface="Times New Roman" pitchFamily="18" charset="0"/>
                <a:cs typeface="Arial" pitchFamily="34" charset="0"/>
              </a:rPr>
              <a:t>) </a:t>
            </a:r>
            <a:endParaRPr lang="en-US" altLang="en-US" sz="2400" dirty="0">
              <a:ea typeface="Times New Roman" pitchFamily="18" charset="0"/>
              <a:cs typeface="Arial" pitchFamily="34" charset="0"/>
            </a:endParaRPr>
          </a:p>
          <a:p>
            <a:pPr marL="0" indent="0">
              <a:spcBef>
                <a:spcPct val="0"/>
              </a:spcBef>
              <a:buNone/>
              <a:defRPr/>
            </a:pPr>
            <a:r>
              <a:rPr lang="en-US" altLang="en-US" sz="2400" dirty="0">
                <a:solidFill>
                  <a:srgbClr val="000000"/>
                </a:solidFill>
                <a:ea typeface="Times New Roman" pitchFamily="18" charset="0"/>
                <a:cs typeface="Arial" pitchFamily="34" charset="0"/>
              </a:rPr>
              <a:t>Which of these claims are correct ?</a:t>
            </a:r>
            <a:endParaRPr lang="en-US" altLang="en-US" sz="2400" dirty="0">
              <a:solidFill>
                <a:srgbClr val="000000"/>
              </a:solidFill>
              <a:ea typeface="Calibri" pitchFamily="34" charset="0"/>
              <a:cs typeface="Arial" pitchFamily="34" charset="0"/>
            </a:endParaRPr>
          </a:p>
          <a:p>
            <a:pPr marL="0" indent="0">
              <a:spcBef>
                <a:spcPct val="0"/>
              </a:spcBef>
              <a:buNone/>
              <a:defRPr/>
            </a:pPr>
            <a:r>
              <a:rPr lang="en-US" altLang="en-US" sz="2400" dirty="0">
                <a:solidFill>
                  <a:srgbClr val="000000"/>
                </a:solidFill>
                <a:ea typeface="Calibri" pitchFamily="34" charset="0"/>
                <a:cs typeface="Arial" pitchFamily="34" charset="0"/>
              </a:rPr>
              <a:t>(A) 1 and 2</a:t>
            </a:r>
            <a:br>
              <a:rPr lang="en-US" altLang="en-US" sz="2400" dirty="0">
                <a:solidFill>
                  <a:srgbClr val="000000"/>
                </a:solidFill>
                <a:ea typeface="Calibri" pitchFamily="34" charset="0"/>
                <a:cs typeface="Arial" pitchFamily="34" charset="0"/>
              </a:rPr>
            </a:br>
            <a:r>
              <a:rPr lang="en-US" altLang="en-US" sz="2400" dirty="0">
                <a:solidFill>
                  <a:srgbClr val="000000"/>
                </a:solidFill>
                <a:ea typeface="Calibri" pitchFamily="34" charset="0"/>
                <a:cs typeface="Arial" pitchFamily="34" charset="0"/>
              </a:rPr>
              <a:t>(B) 1 and 3</a:t>
            </a:r>
            <a:br>
              <a:rPr lang="en-US" altLang="en-US" sz="2400" dirty="0">
                <a:solidFill>
                  <a:srgbClr val="000000"/>
                </a:solidFill>
                <a:ea typeface="Calibri" pitchFamily="34" charset="0"/>
                <a:cs typeface="Arial" pitchFamily="34" charset="0"/>
              </a:rPr>
            </a:br>
            <a:r>
              <a:rPr lang="en-US" altLang="en-US" sz="2400" dirty="0">
                <a:solidFill>
                  <a:srgbClr val="000000"/>
                </a:solidFill>
                <a:ea typeface="Calibri" pitchFamily="34" charset="0"/>
                <a:cs typeface="Arial" pitchFamily="34" charset="0"/>
              </a:rPr>
              <a:t>(C) 2 and 3</a:t>
            </a:r>
            <a:br>
              <a:rPr lang="en-US" altLang="en-US" sz="2400" dirty="0">
                <a:solidFill>
                  <a:srgbClr val="000000"/>
                </a:solidFill>
                <a:ea typeface="Calibri" pitchFamily="34" charset="0"/>
                <a:cs typeface="Arial" pitchFamily="34" charset="0"/>
              </a:rPr>
            </a:br>
            <a:r>
              <a:rPr lang="en-US" altLang="en-US" sz="2400" dirty="0">
                <a:solidFill>
                  <a:srgbClr val="000000"/>
                </a:solidFill>
                <a:ea typeface="Calibri" pitchFamily="34" charset="0"/>
                <a:cs typeface="Arial" pitchFamily="34" charset="0"/>
              </a:rPr>
              <a:t>(D) 1, 2, and 3</a:t>
            </a:r>
          </a:p>
        </p:txBody>
      </p:sp>
      <p:sp>
        <p:nvSpPr>
          <p:cNvPr id="4" name="Rectangle 3">
            <a:extLst>
              <a:ext uri="{FF2B5EF4-FFF2-40B4-BE49-F238E27FC236}">
                <a16:creationId xmlns:a16="http://schemas.microsoft.com/office/drawing/2014/main" id="{F8F15083-DE99-2C3C-1732-7ED514C728E6}"/>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QUIZ</a:t>
            </a:r>
            <a:endParaRPr lang="en-US" sz="4000" b="1" dirty="0">
              <a:solidFill>
                <a:schemeClr val="tx1"/>
              </a:solidFill>
            </a:endParaRPr>
          </a:p>
        </p:txBody>
      </p:sp>
      <p:sp>
        <p:nvSpPr>
          <p:cNvPr id="5" name="Rectangle 4">
            <a:extLst>
              <a:ext uri="{FF2B5EF4-FFF2-40B4-BE49-F238E27FC236}">
                <a16:creationId xmlns:a16="http://schemas.microsoft.com/office/drawing/2014/main" id="{F607F31A-4BC9-F9F7-464C-18EADFCB8124}"/>
              </a:ext>
            </a:extLst>
          </p:cNvPr>
          <p:cNvSpPr>
            <a:spLocks noChangeArrowheads="1"/>
          </p:cNvSpPr>
          <p:nvPr/>
        </p:nvSpPr>
        <p:spPr bwMode="auto">
          <a:xfrm>
            <a:off x="5414434" y="2137834"/>
            <a:ext cx="6506633"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a:solidFill>
                  <a:srgbClr val="FF0000"/>
                </a:solidFill>
                <a:latin typeface="Arial" panose="020B0604020202020204" pitchFamily="34" charset="0"/>
              </a:rPr>
              <a:t>Answer: (A) </a:t>
            </a:r>
            <a:br>
              <a:rPr lang="en-US" altLang="en-US" sz="2400" b="1">
                <a:solidFill>
                  <a:srgbClr val="FF0000"/>
                </a:solidFill>
                <a:latin typeface="Arial" panose="020B0604020202020204" pitchFamily="34" charset="0"/>
              </a:rPr>
            </a:br>
            <a:r>
              <a:rPr lang="en-US" altLang="en-US" sz="2400" b="1">
                <a:latin typeface="Arial" panose="020B0604020202020204" pitchFamily="34" charset="0"/>
              </a:rPr>
              <a:t>Explanation: </a:t>
            </a:r>
            <a:r>
              <a:rPr lang="en-US" altLang="en-US" sz="2400">
                <a:latin typeface="Arial" panose="020B0604020202020204" pitchFamily="34" charset="0"/>
              </a:rPr>
              <a:t>(n + k)</a:t>
            </a:r>
            <a:r>
              <a:rPr lang="en-US" altLang="en-US" sz="2400" baseline="30000">
                <a:latin typeface="Arial" panose="020B0604020202020204" pitchFamily="34" charset="0"/>
              </a:rPr>
              <a:t>m</a:t>
            </a:r>
            <a:r>
              <a:rPr lang="en-US" altLang="en-US" sz="2400">
                <a:latin typeface="Arial" panose="020B0604020202020204" pitchFamily="34" charset="0"/>
              </a:rPr>
              <a:t> and Θ(n</a:t>
            </a:r>
            <a:r>
              <a:rPr lang="en-US" altLang="en-US" sz="2400" baseline="30000">
                <a:latin typeface="Arial" panose="020B0604020202020204" pitchFamily="34" charset="0"/>
              </a:rPr>
              <a:t>m</a:t>
            </a:r>
            <a:r>
              <a:rPr lang="en-US" altLang="en-US" sz="2400">
                <a:latin typeface="Arial" panose="020B0604020202020204" pitchFamily="34" charset="0"/>
              </a:rPr>
              <a:t>) are asymptotically same as theta notation can always be written by taking the leading order term in a polynomial expression.</a:t>
            </a:r>
            <a:endParaRPr lang="en-IN" altLang="en-US" sz="2400">
              <a:latin typeface="Arial" panose="020B0604020202020204" pitchFamily="34" charset="0"/>
            </a:endParaRPr>
          </a:p>
          <a:p>
            <a:pPr eaLnBrk="1" hangingPunct="1">
              <a:spcBef>
                <a:spcPct val="0"/>
              </a:spcBef>
              <a:buFontTx/>
              <a:buNone/>
            </a:pPr>
            <a:r>
              <a:rPr lang="en-US" altLang="en-US" sz="2400">
                <a:latin typeface="Arial" panose="020B0604020202020204" pitchFamily="34" charset="0"/>
              </a:rPr>
              <a:t>2</a:t>
            </a:r>
            <a:r>
              <a:rPr lang="en-US" altLang="en-US" sz="2400" baseline="30000">
                <a:latin typeface="Arial" panose="020B0604020202020204" pitchFamily="34" charset="0"/>
              </a:rPr>
              <a:t>n + 1</a:t>
            </a:r>
            <a:r>
              <a:rPr lang="en-US" altLang="en-US" sz="2400">
                <a:latin typeface="Arial" panose="020B0604020202020204" pitchFamily="34" charset="0"/>
              </a:rPr>
              <a:t> and O(2</a:t>
            </a:r>
            <a:r>
              <a:rPr lang="en-US" altLang="en-US" sz="2400" baseline="30000">
                <a:latin typeface="Arial" panose="020B0604020202020204" pitchFamily="34" charset="0"/>
              </a:rPr>
              <a:t>n</a:t>
            </a:r>
            <a:r>
              <a:rPr lang="en-US" altLang="en-US" sz="2400">
                <a:latin typeface="Arial" panose="020B0604020202020204" pitchFamily="34" charset="0"/>
              </a:rPr>
              <a:t>) are also asymptotically same as 2</a:t>
            </a:r>
            <a:r>
              <a:rPr lang="en-US" altLang="en-US" sz="2400" baseline="30000">
                <a:latin typeface="Arial" panose="020B0604020202020204" pitchFamily="34" charset="0"/>
              </a:rPr>
              <a:t>n + 1</a:t>
            </a:r>
            <a:r>
              <a:rPr lang="en-US" altLang="en-US" sz="2400">
                <a:latin typeface="Arial" panose="020B0604020202020204" pitchFamily="34" charset="0"/>
              </a:rPr>
              <a:t> can be written as 2 * 2</a:t>
            </a:r>
            <a:r>
              <a:rPr lang="en-US" altLang="en-US" sz="2400" baseline="30000">
                <a:latin typeface="Arial" panose="020B0604020202020204" pitchFamily="34" charset="0"/>
              </a:rPr>
              <a:t>n</a:t>
            </a:r>
            <a:r>
              <a:rPr lang="en-US" altLang="en-US" sz="2400">
                <a:latin typeface="Arial" panose="020B0604020202020204" pitchFamily="34" charset="0"/>
              </a:rPr>
              <a:t> and constant multiplication/addition doesn’t matter in theta notation.</a:t>
            </a:r>
            <a:endParaRPr lang="en-IN" altLang="en-US" sz="2400">
              <a:latin typeface="Arial" panose="020B0604020202020204" pitchFamily="34" charset="0"/>
            </a:endParaRPr>
          </a:p>
          <a:p>
            <a:pPr eaLnBrk="1" hangingPunct="1">
              <a:spcBef>
                <a:spcPct val="0"/>
              </a:spcBef>
              <a:buFontTx/>
              <a:buNone/>
            </a:pPr>
            <a:r>
              <a:rPr lang="en-US" altLang="en-US" sz="2400">
                <a:latin typeface="Arial" panose="020B0604020202020204" pitchFamily="34" charset="0"/>
              </a:rPr>
              <a:t>2</a:t>
            </a:r>
            <a:r>
              <a:rPr lang="en-US" altLang="en-US" sz="2400" baseline="30000">
                <a:latin typeface="Arial" panose="020B0604020202020204" pitchFamily="34" charset="0"/>
              </a:rPr>
              <a:t>2n + 1</a:t>
            </a:r>
            <a:r>
              <a:rPr lang="en-US" altLang="en-US" sz="2400">
                <a:latin typeface="Arial" panose="020B0604020202020204" pitchFamily="34" charset="0"/>
              </a:rPr>
              <a:t> and O(2</a:t>
            </a:r>
            <a:r>
              <a:rPr lang="en-US" altLang="en-US" sz="2400" baseline="30000">
                <a:latin typeface="Arial" panose="020B0604020202020204" pitchFamily="34" charset="0"/>
              </a:rPr>
              <a:t>n</a:t>
            </a:r>
            <a:r>
              <a:rPr lang="en-US" altLang="en-US" sz="2400">
                <a:latin typeface="Arial" panose="020B0604020202020204" pitchFamily="34" charset="0"/>
              </a:rPr>
              <a:t>) are not same as constant is in power.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
            <a:extLst>
              <a:ext uri="{FF2B5EF4-FFF2-40B4-BE49-F238E27FC236}">
                <a16:creationId xmlns:a16="http://schemas.microsoft.com/office/drawing/2014/main" id="{C1BC1128-6484-A424-8890-F7D333153828}"/>
              </a:ext>
            </a:extLst>
          </p:cNvPr>
          <p:cNvSpPr>
            <a:spLocks noGrp="1" noChangeArrowheads="1"/>
          </p:cNvSpPr>
          <p:nvPr>
            <p:ph idx="1"/>
          </p:nvPr>
        </p:nvSpPr>
        <p:spPr>
          <a:xfrm>
            <a:off x="61385" y="895512"/>
            <a:ext cx="12075583" cy="2903744"/>
          </a:xfrm>
          <a:solidFill>
            <a:schemeClr val="accent6">
              <a:lumMod val="40000"/>
              <a:lumOff val="60000"/>
            </a:schemeClr>
          </a:solidFill>
        </p:spPr>
        <p:txBody>
          <a:bodyPr bIns="0" rtlCol="0" anchor="ctr">
            <a:spAutoFit/>
          </a:bodyPr>
          <a:lstStyle/>
          <a:p>
            <a:pPr>
              <a:buNone/>
              <a:defRPr/>
            </a:pPr>
            <a:r>
              <a:rPr lang="en-US" sz="2667" b="1" dirty="0">
                <a:solidFill>
                  <a:srgbClr val="FF0000"/>
                </a:solidFill>
              </a:rPr>
              <a:t>Q) Is f(n) O(g(n))? Is 3 log n + 100 O(log n)? </a:t>
            </a:r>
          </a:p>
          <a:p>
            <a:pPr>
              <a:buNone/>
              <a:defRPr/>
            </a:pPr>
            <a:r>
              <a:rPr lang="en-US" sz="2667" b="1" dirty="0"/>
              <a:t>Let’s look to the definition of Big-O.</a:t>
            </a:r>
          </a:p>
          <a:p>
            <a:pPr>
              <a:buNone/>
              <a:defRPr/>
            </a:pPr>
            <a:r>
              <a:rPr lang="en-US" sz="2667" b="1" dirty="0"/>
              <a:t>3log n + 100 &lt;= c * log n </a:t>
            </a:r>
          </a:p>
          <a:p>
            <a:pPr>
              <a:buNone/>
              <a:defRPr/>
            </a:pPr>
            <a:r>
              <a:rPr lang="en-US" sz="2667" b="1" dirty="0"/>
              <a:t>Is there some pair of constants c, n</a:t>
            </a:r>
            <a:r>
              <a:rPr lang="en-US" sz="2667" b="1" baseline="-25000" dirty="0"/>
              <a:t>0</a:t>
            </a:r>
            <a:r>
              <a:rPr lang="en-US" sz="2667" b="1" dirty="0"/>
              <a:t> that satisfies this for all n &gt; n</a:t>
            </a:r>
            <a:r>
              <a:rPr lang="en-US" sz="2667" b="1" baseline="-25000" dirty="0"/>
              <a:t>0</a:t>
            </a:r>
            <a:r>
              <a:rPr lang="en-US" sz="2667" b="1" dirty="0"/>
              <a:t>?</a:t>
            </a:r>
          </a:p>
          <a:p>
            <a:pPr>
              <a:buNone/>
              <a:defRPr/>
            </a:pPr>
            <a:r>
              <a:rPr lang="en-US" sz="2667" b="1" dirty="0"/>
              <a:t>3log n + 100 &lt;= 150 * log n, n &gt; 2 (undefined at n = 1) </a:t>
            </a:r>
          </a:p>
          <a:p>
            <a:pPr>
              <a:buNone/>
              <a:defRPr/>
            </a:pPr>
            <a:r>
              <a:rPr lang="en-US" sz="2667" b="1" dirty="0"/>
              <a:t>the definition of Big-O has been met ,therefore </a:t>
            </a:r>
            <a:r>
              <a:rPr lang="en-US" sz="2667" b="1" dirty="0">
                <a:solidFill>
                  <a:srgbClr val="FF0000"/>
                </a:solidFill>
              </a:rPr>
              <a:t>f(n) is O(g(n)).</a:t>
            </a:r>
            <a:endParaRPr lang="en-US" altLang="en-US" sz="3200" b="1" dirty="0">
              <a:cs typeface="Arial" pitchFamily="34" charset="0"/>
            </a:endParaRPr>
          </a:p>
        </p:txBody>
      </p:sp>
      <p:sp>
        <p:nvSpPr>
          <p:cNvPr id="4" name="Rectangle 3">
            <a:extLst>
              <a:ext uri="{FF2B5EF4-FFF2-40B4-BE49-F238E27FC236}">
                <a16:creationId xmlns:a16="http://schemas.microsoft.com/office/drawing/2014/main" id="{77ADBEF3-494F-2E40-4EC2-07975C2AD9C0}"/>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QUIZ</a:t>
            </a:r>
            <a:endParaRPr lang="en-US" sz="4000" b="1" dirty="0">
              <a:solidFill>
                <a:schemeClr val="tx1"/>
              </a:solidFill>
            </a:endParaRPr>
          </a:p>
        </p:txBody>
      </p:sp>
      <p:sp>
        <p:nvSpPr>
          <p:cNvPr id="41985" name="Rectangle 1">
            <a:extLst>
              <a:ext uri="{FF2B5EF4-FFF2-40B4-BE49-F238E27FC236}">
                <a16:creationId xmlns:a16="http://schemas.microsoft.com/office/drawing/2014/main" id="{34BCB6C8-FF0C-3D7B-E056-5073AD65AE56}"/>
              </a:ext>
            </a:extLst>
          </p:cNvPr>
          <p:cNvSpPr>
            <a:spLocks noChangeArrowheads="1"/>
          </p:cNvSpPr>
          <p:nvPr/>
        </p:nvSpPr>
        <p:spPr bwMode="auto">
          <a:xfrm>
            <a:off x="55033" y="3791568"/>
            <a:ext cx="12058651" cy="2479498"/>
          </a:xfrm>
          <a:prstGeom prst="rect">
            <a:avLst/>
          </a:prstGeom>
          <a:solidFill>
            <a:schemeClr val="accent3">
              <a:lumMod val="60000"/>
              <a:lumOff val="40000"/>
            </a:schemeClr>
          </a:solidFill>
          <a:ln w="9525">
            <a:noFill/>
            <a:miter lim="800000"/>
            <a:headEnd/>
            <a:tailEnd/>
          </a:ln>
          <a:effectLst/>
        </p:spPr>
        <p:txBody>
          <a:bodyPr lIns="0" tIns="211600" rIns="0" bIns="211600" anchor="ctr">
            <a:spAutoFit/>
          </a:bodyPr>
          <a:lstStyle/>
          <a:p>
            <a:pPr>
              <a:defRPr/>
            </a:pPr>
            <a:r>
              <a:rPr lang="en-US" sz="2667" b="1" dirty="0">
                <a:solidFill>
                  <a:srgbClr val="FF0000"/>
                </a:solidFill>
              </a:rPr>
              <a:t>Q) f(n) = 3*n^2 and g(n) = n , Is f(n) O(g(n))? Is 3 * n^2 O(n)? </a:t>
            </a:r>
          </a:p>
          <a:p>
            <a:pPr>
              <a:defRPr/>
            </a:pPr>
            <a:r>
              <a:rPr lang="en-US" sz="2667" b="1" dirty="0">
                <a:solidFill>
                  <a:srgbClr val="000000"/>
                </a:solidFill>
              </a:rPr>
              <a:t> Let’s look at the definition of Big-O.</a:t>
            </a:r>
            <a:endParaRPr lang="en-US" sz="2667" b="1" dirty="0"/>
          </a:p>
          <a:p>
            <a:pPr>
              <a:defRPr/>
            </a:pPr>
            <a:r>
              <a:rPr lang="en-US" sz="2667" b="1" dirty="0">
                <a:solidFill>
                  <a:srgbClr val="000000"/>
                </a:solidFill>
              </a:rPr>
              <a:t> 3 * n^2 &lt;= c * n </a:t>
            </a:r>
            <a:endParaRPr lang="en-US" sz="2667" b="1" dirty="0"/>
          </a:p>
          <a:p>
            <a:pPr>
              <a:defRPr/>
            </a:pPr>
            <a:r>
              <a:rPr lang="en-US" sz="2667" b="1" dirty="0">
                <a:solidFill>
                  <a:srgbClr val="000000"/>
                </a:solidFill>
              </a:rPr>
              <a:t> Is there some pair of constants c, n</a:t>
            </a:r>
            <a:r>
              <a:rPr lang="en-US" sz="2667" b="1" baseline="-30000" dirty="0">
                <a:solidFill>
                  <a:srgbClr val="000000"/>
                </a:solidFill>
              </a:rPr>
              <a:t>0</a:t>
            </a:r>
            <a:r>
              <a:rPr lang="en-US" sz="2667" b="1" dirty="0">
                <a:solidFill>
                  <a:srgbClr val="000000"/>
                </a:solidFill>
              </a:rPr>
              <a:t> that satisfies this for all n &gt; </a:t>
            </a:r>
            <a:r>
              <a:rPr lang="en-US" sz="2667" b="1" baseline="-30000" dirty="0">
                <a:solidFill>
                  <a:srgbClr val="000000"/>
                </a:solidFill>
              </a:rPr>
              <a:t>0</a:t>
            </a:r>
            <a:r>
              <a:rPr lang="en-US" sz="2667" b="1" dirty="0">
                <a:solidFill>
                  <a:srgbClr val="000000"/>
                </a:solidFill>
              </a:rPr>
              <a:t>? No, there    isn’t. f(n) is NOT O(g(n)).</a:t>
            </a:r>
            <a:endParaRPr lang="en-US" sz="2667" b="1"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4">
            <a:extLst>
              <a:ext uri="{FF2B5EF4-FFF2-40B4-BE49-F238E27FC236}">
                <a16:creationId xmlns:a16="http://schemas.microsoft.com/office/drawing/2014/main" id="{2BD1E15E-731A-8C9F-1503-5C82B5D0FBB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4267">
                <a:solidFill>
                  <a:schemeClr val="tx1"/>
                </a:solidFill>
                <a:latin typeface="Calibri" panose="020F0502020204030204" pitchFamily="34" charset="0"/>
              </a:defRPr>
            </a:lvl1pPr>
            <a:lvl2pPr marL="990575" indent="-380990">
              <a:spcBef>
                <a:spcPct val="20000"/>
              </a:spcBef>
              <a:buFont typeface="Arial" panose="020B0604020202020204" pitchFamily="34" charset="0"/>
              <a:buChar char="–"/>
              <a:defRPr sz="3733">
                <a:solidFill>
                  <a:schemeClr val="tx1"/>
                </a:solidFill>
                <a:latin typeface="Calibri" panose="020F0502020204030204" pitchFamily="34" charset="0"/>
              </a:defRPr>
            </a:lvl2pPr>
            <a:lvl3pPr marL="1523962" indent="-304792">
              <a:spcBef>
                <a:spcPct val="20000"/>
              </a:spcBef>
              <a:buFont typeface="Arial" panose="020B0604020202020204" pitchFamily="34" charset="0"/>
              <a:buChar char="•"/>
              <a:defRPr sz="3200">
                <a:solidFill>
                  <a:schemeClr val="tx1"/>
                </a:solidFill>
                <a:latin typeface="Calibri" panose="020F0502020204030204" pitchFamily="34" charset="0"/>
              </a:defRPr>
            </a:lvl3pPr>
            <a:lvl4pPr marL="2133547" indent="-304792">
              <a:spcBef>
                <a:spcPct val="20000"/>
              </a:spcBef>
              <a:buFont typeface="Arial" panose="020B0604020202020204" pitchFamily="34" charset="0"/>
              <a:buChar char="–"/>
              <a:defRPr sz="2667">
                <a:solidFill>
                  <a:schemeClr val="tx1"/>
                </a:solidFill>
                <a:latin typeface="Calibri" panose="020F0502020204030204" pitchFamily="34" charset="0"/>
              </a:defRPr>
            </a:lvl4pPr>
            <a:lvl5pPr marL="2743131" indent="-304792">
              <a:spcBef>
                <a:spcPct val="20000"/>
              </a:spcBef>
              <a:buFont typeface="Arial" panose="020B0604020202020204" pitchFamily="34" charset="0"/>
              <a:buChar char="»"/>
              <a:defRPr sz="2667">
                <a:solidFill>
                  <a:schemeClr val="tx1"/>
                </a:solidFill>
                <a:latin typeface="Calibri" panose="020F0502020204030204" pitchFamily="34" charset="0"/>
              </a:defRPr>
            </a:lvl5pPr>
            <a:lvl6pPr marL="335271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6pPr>
            <a:lvl7pPr marL="3962301"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7pPr>
            <a:lvl8pPr marL="457188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8pPr>
            <a:lvl9pPr marL="5181470"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9pPr>
          </a:lstStyle>
          <a:p>
            <a:pPr>
              <a:spcBef>
                <a:spcPct val="0"/>
              </a:spcBef>
              <a:buFontTx/>
              <a:buNone/>
            </a:pPr>
            <a:fld id="{6A5C3465-F230-4E1B-AB35-6CC3B0F685C2}" type="slidenum">
              <a:rPr lang="en-US" altLang="en-US" sz="1600">
                <a:solidFill>
                  <a:srgbClr val="898989"/>
                </a:solidFill>
                <a:latin typeface="Arial" panose="020B0604020202020204" pitchFamily="34" charset="0"/>
              </a:rPr>
              <a:pPr>
                <a:spcBef>
                  <a:spcPct val="0"/>
                </a:spcBef>
                <a:buFontTx/>
                <a:buNone/>
              </a:pPr>
              <a:t>44</a:t>
            </a:fld>
            <a:endParaRPr lang="en-US" altLang="en-US" sz="1600">
              <a:solidFill>
                <a:srgbClr val="898989"/>
              </a:solidFill>
              <a:latin typeface="Arial" panose="020B0604020202020204" pitchFamily="34" charset="0"/>
            </a:endParaRPr>
          </a:p>
        </p:txBody>
      </p:sp>
      <p:sp>
        <p:nvSpPr>
          <p:cNvPr id="51205" name="Rectangle 5">
            <a:extLst>
              <a:ext uri="{FF2B5EF4-FFF2-40B4-BE49-F238E27FC236}">
                <a16:creationId xmlns:a16="http://schemas.microsoft.com/office/drawing/2014/main" id="{DFB190BF-EE43-1C1E-A97D-59AA328B2658}"/>
              </a:ext>
            </a:extLst>
          </p:cNvPr>
          <p:cNvSpPr>
            <a:spLocks noChangeArrowheads="1"/>
          </p:cNvSpPr>
          <p:nvPr/>
        </p:nvSpPr>
        <p:spPr bwMode="auto">
          <a:xfrm>
            <a:off x="0" y="1060720"/>
            <a:ext cx="12192000" cy="6247864"/>
          </a:xfrm>
          <a:prstGeom prst="rect">
            <a:avLst/>
          </a:prstGeom>
          <a:noFill/>
          <a:ln w="9525">
            <a:noFill/>
            <a:miter lim="800000"/>
            <a:headEnd/>
            <a:tailEnd/>
          </a:ln>
          <a:effectLst/>
        </p:spPr>
        <p:txBody>
          <a:bodyPr lIns="91440" tIns="45720" rIns="91440" bIns="45720" anchor="ctr">
            <a:spAutoFit/>
          </a:bodyPr>
          <a:lstStyle/>
          <a:p>
            <a:pPr algn="just" eaLnBrk="1" hangingPunct="1">
              <a:defRPr/>
            </a:pPr>
            <a:r>
              <a:rPr lang="en-US" sz="2400" b="1" dirty="0">
                <a:solidFill>
                  <a:srgbClr val="FF0000"/>
                </a:solidFill>
                <a:ea typeface="Calibri" pitchFamily="34" charset="0"/>
                <a:cs typeface="Times New Roman" pitchFamily="18" charset="0"/>
              </a:rPr>
              <a:t>Q2 </a:t>
            </a:r>
            <a:r>
              <a:rPr lang="en-US" sz="2400" b="1" dirty="0">
                <a:ea typeface="Calibri" pitchFamily="34" charset="0"/>
                <a:cs typeface="Times New Roman" pitchFamily="18" charset="0"/>
              </a:rPr>
              <a:t>. Suppose you have algorithms with the five running times listed below. How much slower do each of these algorithms get when you (a) double the input size, or (b) increase the input size by one? </a:t>
            </a:r>
            <a:endParaRPr lang="en-US" sz="2400" b="1" dirty="0"/>
          </a:p>
          <a:p>
            <a:pPr algn="just">
              <a:defRPr/>
            </a:pPr>
            <a:r>
              <a:rPr lang="en-US" sz="2400" b="1" dirty="0">
                <a:ea typeface="Calibri" pitchFamily="34" charset="0"/>
                <a:cs typeface="Times New Roman" pitchFamily="18" charset="0"/>
              </a:rPr>
              <a:t>1. n</a:t>
            </a:r>
            <a:r>
              <a:rPr lang="en-US" sz="2400" b="1" baseline="30000" dirty="0">
                <a:ea typeface="Calibri" pitchFamily="34" charset="0"/>
                <a:cs typeface="Times New Roman" pitchFamily="18" charset="0"/>
              </a:rPr>
              <a:t>2</a:t>
            </a:r>
            <a:r>
              <a:rPr lang="en-US" sz="2400" b="1" dirty="0">
                <a:ea typeface="Calibri" pitchFamily="34" charset="0"/>
                <a:cs typeface="Times New Roman" pitchFamily="18" charset="0"/>
              </a:rPr>
              <a:t> ; </a:t>
            </a:r>
            <a:endParaRPr lang="en-US" sz="2400" b="1" dirty="0"/>
          </a:p>
          <a:p>
            <a:pPr algn="just">
              <a:defRPr/>
            </a:pPr>
            <a:r>
              <a:rPr lang="en-US" sz="2400" b="1" dirty="0">
                <a:ea typeface="Calibri" pitchFamily="34" charset="0"/>
                <a:cs typeface="Times New Roman" pitchFamily="18" charset="0"/>
              </a:rPr>
              <a:t>2. n</a:t>
            </a:r>
            <a:r>
              <a:rPr lang="en-US" sz="2400" b="1" baseline="30000" dirty="0">
                <a:ea typeface="Calibri" pitchFamily="34" charset="0"/>
                <a:cs typeface="Times New Roman" pitchFamily="18" charset="0"/>
              </a:rPr>
              <a:t>3</a:t>
            </a:r>
            <a:r>
              <a:rPr lang="en-US" sz="2400" b="1" dirty="0">
                <a:ea typeface="Calibri" pitchFamily="34" charset="0"/>
                <a:cs typeface="Times New Roman" pitchFamily="18" charset="0"/>
              </a:rPr>
              <a:t> ; </a:t>
            </a:r>
            <a:endParaRPr lang="en-US" sz="2400" b="1" dirty="0"/>
          </a:p>
          <a:p>
            <a:pPr algn="just">
              <a:defRPr/>
            </a:pPr>
            <a:r>
              <a:rPr lang="en-US" sz="2400" b="1" dirty="0">
                <a:ea typeface="Calibri" pitchFamily="34" charset="0"/>
                <a:cs typeface="Times New Roman" pitchFamily="18" charset="0"/>
              </a:rPr>
              <a:t>3. 100n</a:t>
            </a:r>
            <a:r>
              <a:rPr lang="en-US" sz="2400" b="1" baseline="30000" dirty="0">
                <a:ea typeface="Calibri" pitchFamily="34" charset="0"/>
                <a:cs typeface="Times New Roman" pitchFamily="18" charset="0"/>
              </a:rPr>
              <a:t>2</a:t>
            </a:r>
            <a:r>
              <a:rPr lang="en-US" sz="2400" b="1" dirty="0">
                <a:ea typeface="Calibri" pitchFamily="34" charset="0"/>
                <a:cs typeface="Times New Roman" pitchFamily="18" charset="0"/>
              </a:rPr>
              <a:t> ; </a:t>
            </a:r>
            <a:endParaRPr lang="en-US" sz="2400" b="1" dirty="0"/>
          </a:p>
          <a:p>
            <a:pPr algn="just">
              <a:defRPr/>
            </a:pPr>
            <a:r>
              <a:rPr lang="en-US" sz="2400" b="1" dirty="0">
                <a:ea typeface="Calibri" pitchFamily="34" charset="0"/>
                <a:cs typeface="Times New Roman" pitchFamily="18" charset="0"/>
              </a:rPr>
              <a:t>4. </a:t>
            </a:r>
            <a:r>
              <a:rPr lang="en-US" sz="2400" b="1" dirty="0" err="1">
                <a:ea typeface="Calibri" pitchFamily="34" charset="0"/>
                <a:cs typeface="Times New Roman" pitchFamily="18" charset="0"/>
              </a:rPr>
              <a:t>nlog</a:t>
            </a:r>
            <a:r>
              <a:rPr lang="en-US" sz="2400" b="1" dirty="0">
                <a:ea typeface="Calibri" pitchFamily="34" charset="0"/>
                <a:cs typeface="Times New Roman" pitchFamily="18" charset="0"/>
              </a:rPr>
              <a:t>(n); </a:t>
            </a:r>
            <a:endParaRPr lang="en-US" sz="2400" b="1" dirty="0"/>
          </a:p>
          <a:p>
            <a:pPr algn="just">
              <a:defRPr/>
            </a:pPr>
            <a:r>
              <a:rPr lang="en-US" sz="2400" b="1" dirty="0">
                <a:ea typeface="Calibri" pitchFamily="34" charset="0"/>
                <a:cs typeface="Times New Roman" pitchFamily="18" charset="0"/>
              </a:rPr>
              <a:t>5. 2</a:t>
            </a:r>
            <a:r>
              <a:rPr lang="en-US" sz="2400" b="1" baseline="30000" dirty="0">
                <a:ea typeface="Calibri" pitchFamily="34" charset="0"/>
                <a:cs typeface="Times New Roman" pitchFamily="18" charset="0"/>
              </a:rPr>
              <a:t>n</a:t>
            </a:r>
          </a:p>
          <a:p>
            <a:pPr algn="just">
              <a:defRPr/>
            </a:pPr>
            <a:endParaRPr lang="en-US" sz="2400" b="1" baseline="30000" dirty="0">
              <a:ea typeface="Calibri" pitchFamily="34" charset="0"/>
              <a:cs typeface="Times New Roman" pitchFamily="18" charset="0"/>
            </a:endParaRPr>
          </a:p>
          <a:p>
            <a:pPr algn="just">
              <a:defRPr/>
            </a:pPr>
            <a:r>
              <a:rPr lang="pt-BR" sz="2400" b="1" dirty="0">
                <a:solidFill>
                  <a:srgbClr val="FF0000"/>
                </a:solidFill>
              </a:rPr>
              <a:t>Q 3</a:t>
            </a:r>
            <a:r>
              <a:rPr lang="pt-BR" sz="2400" b="1" dirty="0">
                <a:solidFill>
                  <a:srgbClr val="000000"/>
                </a:solidFill>
              </a:rPr>
              <a:t>. If f(n) = n+2, Can we write f(n)=O(</a:t>
            </a:r>
            <a:r>
              <a:rPr lang="en-IN" altLang="en-US" sz="2400" b="1" dirty="0">
                <a:ea typeface="SimSun" pitchFamily="2" charset="-122"/>
                <a:cs typeface="华文楷体" pitchFamily="2" charset="-122"/>
              </a:rPr>
              <a:t>n</a:t>
            </a:r>
            <a:r>
              <a:rPr lang="en-IN" altLang="en-US" sz="2400" b="1" baseline="30000" dirty="0">
                <a:ea typeface="SimSun" pitchFamily="2" charset="-122"/>
                <a:cs typeface="华文楷体" pitchFamily="2" charset="-122"/>
              </a:rPr>
              <a:t>2</a:t>
            </a:r>
            <a:r>
              <a:rPr lang="pt-BR" sz="2400" b="1" dirty="0">
                <a:solidFill>
                  <a:srgbClr val="000000"/>
                </a:solidFill>
              </a:rPr>
              <a:t>) ?</a:t>
            </a:r>
          </a:p>
          <a:p>
            <a:pPr algn="just">
              <a:defRPr/>
            </a:pPr>
            <a:endParaRPr lang="en-IN" sz="2400" b="1" dirty="0"/>
          </a:p>
          <a:p>
            <a:pPr algn="just">
              <a:defRPr/>
            </a:pPr>
            <a:r>
              <a:rPr lang="en-IN" sz="2400" b="1" dirty="0">
                <a:solidFill>
                  <a:srgbClr val="FF0000"/>
                </a:solidFill>
              </a:rPr>
              <a:t>Q 4.</a:t>
            </a:r>
            <a:r>
              <a:rPr lang="en-IN" sz="2400" b="1" dirty="0"/>
              <a:t> f(n) = 3n</a:t>
            </a:r>
            <a:r>
              <a:rPr lang="en-IN" sz="2400" b="1" baseline="30000" dirty="0"/>
              <a:t>2</a:t>
            </a:r>
            <a:r>
              <a:rPr lang="en-IN" sz="2400" b="1" dirty="0"/>
              <a:t> + 4n + 1. Show f(n) is O(n</a:t>
            </a:r>
            <a:r>
              <a:rPr lang="en-IN" sz="2400" b="1" baseline="30000" dirty="0"/>
              <a:t>2</a:t>
            </a:r>
            <a:r>
              <a:rPr lang="en-IN" sz="2400" b="1" dirty="0"/>
              <a:t>) </a:t>
            </a:r>
          </a:p>
          <a:p>
            <a:pPr algn="just">
              <a:defRPr/>
            </a:pPr>
            <a:endParaRPr lang="en-IN" sz="2400" b="1" dirty="0"/>
          </a:p>
          <a:p>
            <a:pPr>
              <a:defRPr/>
            </a:pPr>
            <a:r>
              <a:rPr lang="en-IN" sz="2400" b="1" dirty="0">
                <a:solidFill>
                  <a:srgbClr val="FF0000"/>
                </a:solidFill>
              </a:rPr>
              <a:t>Q 5</a:t>
            </a:r>
            <a:r>
              <a:rPr lang="en-IN" sz="2400" b="1" dirty="0"/>
              <a:t>. </a:t>
            </a:r>
            <a:r>
              <a:rPr lang="en-US" altLang="en-US" sz="2400" b="1" dirty="0">
                <a:solidFill>
                  <a:srgbClr val="000000"/>
                </a:solidFill>
                <a:cs typeface="Times New Roman" panose="02020603050405020304" pitchFamily="18" charset="0"/>
              </a:rPr>
              <a:t>f(n) = 10n + 5 and g(n) = n show that </a:t>
            </a:r>
            <a:r>
              <a:rPr lang="en-US" altLang="en-US" sz="2400" b="1" dirty="0">
                <a:solidFill>
                  <a:srgbClr val="000000"/>
                </a:solidFill>
              </a:rPr>
              <a:t>f(n) is O(g(n)) </a:t>
            </a:r>
            <a:endParaRPr lang="en-US" altLang="en-US" sz="2400" b="1" dirty="0"/>
          </a:p>
          <a:p>
            <a:pPr algn="just">
              <a:defRPr/>
            </a:pPr>
            <a:endParaRPr lang="en-IN" sz="2400" b="1" dirty="0"/>
          </a:p>
          <a:p>
            <a:pPr algn="just">
              <a:defRPr/>
            </a:pPr>
            <a:endParaRPr lang="en-IN" sz="2400" b="1" dirty="0"/>
          </a:p>
          <a:p>
            <a:pPr algn="just">
              <a:defRPr/>
            </a:pPr>
            <a:endParaRPr lang="pt-BR" sz="2400" b="1" dirty="0">
              <a:solidFill>
                <a:srgbClr val="000000"/>
              </a:solidFill>
            </a:endParaRPr>
          </a:p>
        </p:txBody>
      </p:sp>
      <p:sp>
        <p:nvSpPr>
          <p:cNvPr id="12" name="Rectangle 11">
            <a:extLst>
              <a:ext uri="{FF2B5EF4-FFF2-40B4-BE49-F238E27FC236}">
                <a16:creationId xmlns:a16="http://schemas.microsoft.com/office/drawing/2014/main" id="{99797D13-581A-8F54-E567-93D402216F37}"/>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QUIZ</a:t>
            </a:r>
            <a:endParaRPr lang="en-US" sz="4000" b="1" dirty="0">
              <a:solidFill>
                <a:schemeClr val="tx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a:extLst>
              <a:ext uri="{FF2B5EF4-FFF2-40B4-BE49-F238E27FC236}">
                <a16:creationId xmlns:a16="http://schemas.microsoft.com/office/drawing/2014/main" id="{AA7DF1B7-99A3-124A-052A-4C829622FC4D}"/>
              </a:ext>
            </a:extLst>
          </p:cNvPr>
          <p:cNvSpPr>
            <a:spLocks noGrp="1"/>
          </p:cNvSpPr>
          <p:nvPr>
            <p:ph sz="half" idx="1"/>
          </p:nvPr>
        </p:nvSpPr>
        <p:spPr>
          <a:xfrm>
            <a:off x="46567" y="929218"/>
            <a:ext cx="12035367" cy="5776383"/>
          </a:xfrm>
        </p:spPr>
        <p:txBody>
          <a:bodyPr rtlCol="0">
            <a:normAutofit fontScale="92500" lnSpcReduction="20000"/>
          </a:bodyPr>
          <a:lstStyle/>
          <a:p>
            <a:pPr algn="just">
              <a:buNone/>
              <a:defRPr/>
            </a:pPr>
            <a:r>
              <a:rPr lang="en-US" sz="2267" b="1" dirty="0">
                <a:solidFill>
                  <a:srgbClr val="FF0000"/>
                </a:solidFill>
              </a:rPr>
              <a:t>Q6</a:t>
            </a:r>
            <a:r>
              <a:rPr lang="en-US" sz="2267" b="1" dirty="0"/>
              <a:t>. Take the following list of functions and arrange them in ascending order of growth rate.</a:t>
            </a:r>
          </a:p>
          <a:p>
            <a:pPr>
              <a:buNone/>
              <a:defRPr/>
            </a:pPr>
            <a:r>
              <a:rPr lang="en-US" sz="2267" b="1" dirty="0"/>
              <a:t>• f1(n) = n</a:t>
            </a:r>
            <a:r>
              <a:rPr lang="en-US" sz="2267" b="1" baseline="30000" dirty="0"/>
              <a:t>2.5</a:t>
            </a:r>
            <a:endParaRPr lang="en-US" sz="2267" b="1" dirty="0"/>
          </a:p>
          <a:p>
            <a:pPr>
              <a:buNone/>
              <a:defRPr/>
            </a:pPr>
            <a:r>
              <a:rPr lang="en-US" sz="2267" b="1" dirty="0"/>
              <a:t>• f2(n) =√2n</a:t>
            </a:r>
          </a:p>
          <a:p>
            <a:pPr>
              <a:buNone/>
              <a:defRPr/>
            </a:pPr>
            <a:r>
              <a:rPr lang="en-US" sz="2267" b="1" dirty="0"/>
              <a:t>• f3(n) = n + 10</a:t>
            </a:r>
          </a:p>
          <a:p>
            <a:pPr>
              <a:buNone/>
              <a:defRPr/>
            </a:pPr>
            <a:r>
              <a:rPr lang="en-US" sz="2267" b="1" dirty="0"/>
              <a:t>• f4(n) = 10</a:t>
            </a:r>
            <a:r>
              <a:rPr lang="en-US" sz="2267" b="1" baseline="30000" dirty="0"/>
              <a:t>n</a:t>
            </a:r>
            <a:endParaRPr lang="en-US" sz="2267" b="1" dirty="0"/>
          </a:p>
          <a:p>
            <a:pPr>
              <a:buNone/>
              <a:defRPr/>
            </a:pPr>
            <a:r>
              <a:rPr lang="en-US" sz="2267" b="1" dirty="0"/>
              <a:t>• f5(n) = 100</a:t>
            </a:r>
            <a:r>
              <a:rPr lang="en-US" sz="2267" b="1" baseline="30000" dirty="0"/>
              <a:t>n</a:t>
            </a:r>
            <a:endParaRPr lang="en-US" sz="2267" b="1" dirty="0"/>
          </a:p>
          <a:p>
            <a:pPr>
              <a:buNone/>
              <a:defRPr/>
            </a:pPr>
            <a:r>
              <a:rPr lang="en-US" sz="2267" b="1" dirty="0"/>
              <a:t>• f6(n) = n</a:t>
            </a:r>
            <a:r>
              <a:rPr lang="en-US" sz="2267" b="1" baseline="30000" dirty="0"/>
              <a:t>2</a:t>
            </a:r>
            <a:r>
              <a:rPr lang="en-US" sz="2267" b="1" dirty="0"/>
              <a:t>log(n)</a:t>
            </a:r>
          </a:p>
          <a:p>
            <a:pPr>
              <a:buNone/>
              <a:defRPr/>
            </a:pPr>
            <a:endParaRPr lang="en-IN" sz="2267" b="1" dirty="0">
              <a:solidFill>
                <a:srgbClr val="FF0000"/>
              </a:solidFill>
            </a:endParaRPr>
          </a:p>
          <a:p>
            <a:pPr>
              <a:buNone/>
              <a:defRPr/>
            </a:pPr>
            <a:r>
              <a:rPr lang="en-IN" sz="2267" b="1" dirty="0">
                <a:solidFill>
                  <a:srgbClr val="FF0000"/>
                </a:solidFill>
              </a:rPr>
              <a:t>Q7</a:t>
            </a:r>
            <a:r>
              <a:rPr lang="en-IN" sz="2267" b="1" dirty="0"/>
              <a:t>. Which of the following is not O(n^2)?</a:t>
            </a:r>
            <a:br>
              <a:rPr lang="en-IN" sz="2267" b="1" dirty="0"/>
            </a:br>
            <a:r>
              <a:rPr lang="en-IN" sz="2267" b="1" dirty="0"/>
              <a:t>(A) (15^10) * n + 12099</a:t>
            </a:r>
            <a:br>
              <a:rPr lang="en-IN" sz="2267" b="1" dirty="0"/>
            </a:br>
            <a:r>
              <a:rPr lang="en-IN" sz="2267" b="1" dirty="0"/>
              <a:t>(B) n^1.98</a:t>
            </a:r>
            <a:br>
              <a:rPr lang="en-IN" sz="2267" b="1" dirty="0"/>
            </a:br>
            <a:r>
              <a:rPr lang="en-IN" sz="2267" b="1" dirty="0"/>
              <a:t>(C) n^3 / (</a:t>
            </a:r>
            <a:r>
              <a:rPr lang="en-IN" sz="2267" b="1" dirty="0" err="1"/>
              <a:t>sqrt</a:t>
            </a:r>
            <a:r>
              <a:rPr lang="en-IN" sz="2267" b="1" dirty="0"/>
              <a:t>(n))</a:t>
            </a:r>
            <a:br>
              <a:rPr lang="en-IN" sz="2267" b="1" dirty="0"/>
            </a:br>
            <a:r>
              <a:rPr lang="en-IN" sz="2267" b="1" dirty="0"/>
              <a:t>(D) (2^20) * n</a:t>
            </a:r>
          </a:p>
          <a:p>
            <a:pPr>
              <a:buNone/>
              <a:defRPr/>
            </a:pPr>
            <a:r>
              <a:rPr lang="en-IN" sz="2267" b="1" dirty="0"/>
              <a:t>Answer:(C)</a:t>
            </a:r>
          </a:p>
          <a:p>
            <a:pPr>
              <a:buNone/>
              <a:defRPr/>
            </a:pPr>
            <a:r>
              <a:rPr lang="en-IN" sz="2267" b="1" dirty="0"/>
              <a:t>Explanation: The order of growth of option c is n^2.5 which is higher than n^2.</a:t>
            </a:r>
            <a:endParaRPr lang="pt-BR" altLang="en-US" b="1" baseline="30000" dirty="0">
              <a:solidFill>
                <a:srgbClr val="000000"/>
              </a:solidFill>
              <a:latin typeface="Open Sans"/>
              <a:ea typeface="SimSun" pitchFamily="2" charset="-122"/>
            </a:endParaRPr>
          </a:p>
          <a:p>
            <a:pPr>
              <a:buNone/>
              <a:defRPr/>
            </a:pPr>
            <a:br>
              <a:rPr lang="pt-BR" b="1" dirty="0"/>
            </a:br>
            <a:endParaRPr lang="en-IN" b="1" dirty="0"/>
          </a:p>
          <a:p>
            <a:pPr>
              <a:defRPr/>
            </a:pPr>
            <a:endParaRPr lang="en-US" dirty="0"/>
          </a:p>
        </p:txBody>
      </p:sp>
      <p:sp>
        <p:nvSpPr>
          <p:cNvPr id="56323" name="Slide Number Placeholder 4">
            <a:extLst>
              <a:ext uri="{FF2B5EF4-FFF2-40B4-BE49-F238E27FC236}">
                <a16:creationId xmlns:a16="http://schemas.microsoft.com/office/drawing/2014/main" id="{E8FDA0B6-22E9-3B20-D9A9-250DF19D422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4267">
                <a:solidFill>
                  <a:schemeClr val="tx1"/>
                </a:solidFill>
                <a:latin typeface="Calibri" panose="020F0502020204030204" pitchFamily="34" charset="0"/>
              </a:defRPr>
            </a:lvl1pPr>
            <a:lvl2pPr marL="990575" indent="-380990">
              <a:spcBef>
                <a:spcPct val="20000"/>
              </a:spcBef>
              <a:buFont typeface="Arial" panose="020B0604020202020204" pitchFamily="34" charset="0"/>
              <a:buChar char="–"/>
              <a:defRPr sz="3733">
                <a:solidFill>
                  <a:schemeClr val="tx1"/>
                </a:solidFill>
                <a:latin typeface="Calibri" panose="020F0502020204030204" pitchFamily="34" charset="0"/>
              </a:defRPr>
            </a:lvl2pPr>
            <a:lvl3pPr marL="1523962" indent="-304792">
              <a:spcBef>
                <a:spcPct val="20000"/>
              </a:spcBef>
              <a:buFont typeface="Arial" panose="020B0604020202020204" pitchFamily="34" charset="0"/>
              <a:buChar char="•"/>
              <a:defRPr sz="3200">
                <a:solidFill>
                  <a:schemeClr val="tx1"/>
                </a:solidFill>
                <a:latin typeface="Calibri" panose="020F0502020204030204" pitchFamily="34" charset="0"/>
              </a:defRPr>
            </a:lvl3pPr>
            <a:lvl4pPr marL="2133547" indent="-304792">
              <a:spcBef>
                <a:spcPct val="20000"/>
              </a:spcBef>
              <a:buFont typeface="Arial" panose="020B0604020202020204" pitchFamily="34" charset="0"/>
              <a:buChar char="–"/>
              <a:defRPr sz="2667">
                <a:solidFill>
                  <a:schemeClr val="tx1"/>
                </a:solidFill>
                <a:latin typeface="Calibri" panose="020F0502020204030204" pitchFamily="34" charset="0"/>
              </a:defRPr>
            </a:lvl4pPr>
            <a:lvl5pPr marL="2743131" indent="-304792">
              <a:spcBef>
                <a:spcPct val="20000"/>
              </a:spcBef>
              <a:buFont typeface="Arial" panose="020B0604020202020204" pitchFamily="34" charset="0"/>
              <a:buChar char="»"/>
              <a:defRPr sz="2667">
                <a:solidFill>
                  <a:schemeClr val="tx1"/>
                </a:solidFill>
                <a:latin typeface="Calibri" panose="020F0502020204030204" pitchFamily="34" charset="0"/>
              </a:defRPr>
            </a:lvl5pPr>
            <a:lvl6pPr marL="335271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6pPr>
            <a:lvl7pPr marL="3962301"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7pPr>
            <a:lvl8pPr marL="457188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8pPr>
            <a:lvl9pPr marL="5181470"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9pPr>
          </a:lstStyle>
          <a:p>
            <a:pPr>
              <a:spcBef>
                <a:spcPct val="0"/>
              </a:spcBef>
              <a:buFontTx/>
              <a:buNone/>
            </a:pPr>
            <a:fld id="{8625F0C0-8649-40EF-9B2D-BC07CB53EED7}" type="slidenum">
              <a:rPr lang="en-US" altLang="en-US" sz="1600">
                <a:solidFill>
                  <a:srgbClr val="898989"/>
                </a:solidFill>
                <a:latin typeface="Arial" panose="020B0604020202020204" pitchFamily="34" charset="0"/>
              </a:rPr>
              <a:pPr>
                <a:spcBef>
                  <a:spcPct val="0"/>
                </a:spcBef>
                <a:buFontTx/>
                <a:buNone/>
              </a:pPr>
              <a:t>45</a:t>
            </a:fld>
            <a:endParaRPr lang="en-US" altLang="en-US" sz="1600">
              <a:solidFill>
                <a:srgbClr val="898989"/>
              </a:solidFill>
              <a:latin typeface="Arial" panose="020B0604020202020204" pitchFamily="34" charset="0"/>
            </a:endParaRPr>
          </a:p>
        </p:txBody>
      </p:sp>
      <p:sp>
        <p:nvSpPr>
          <p:cNvPr id="7" name="Rectangle 6">
            <a:extLst>
              <a:ext uri="{FF2B5EF4-FFF2-40B4-BE49-F238E27FC236}">
                <a16:creationId xmlns:a16="http://schemas.microsoft.com/office/drawing/2014/main" id="{CCA79AA6-A4EE-3933-3620-E534504EC152}"/>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QUIZ</a:t>
            </a:r>
            <a:endParaRPr lang="en-US" sz="4000" b="1" dirty="0">
              <a:solidFill>
                <a:schemeClr val="tx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a:extLst>
              <a:ext uri="{FF2B5EF4-FFF2-40B4-BE49-F238E27FC236}">
                <a16:creationId xmlns:a16="http://schemas.microsoft.com/office/drawing/2014/main" id="{A2CC4401-8E03-79E6-6187-985CA216161E}"/>
              </a:ext>
            </a:extLst>
          </p:cNvPr>
          <p:cNvSpPr>
            <a:spLocks noGrp="1"/>
          </p:cNvSpPr>
          <p:nvPr>
            <p:ph sz="half" idx="1"/>
          </p:nvPr>
        </p:nvSpPr>
        <p:spPr>
          <a:xfrm>
            <a:off x="46567" y="929218"/>
            <a:ext cx="12035367" cy="5776383"/>
          </a:xfrm>
        </p:spPr>
        <p:txBody>
          <a:bodyPr rtlCol="0">
            <a:normAutofit/>
          </a:bodyPr>
          <a:lstStyle/>
          <a:p>
            <a:pPr algn="just">
              <a:buNone/>
              <a:defRPr/>
            </a:pPr>
            <a:r>
              <a:rPr lang="en-US" sz="2267" b="1" dirty="0"/>
              <a:t>State True or False.</a:t>
            </a:r>
          </a:p>
          <a:p>
            <a:pPr marL="0" indent="0">
              <a:buClr>
                <a:schemeClr val="accent3"/>
              </a:buClr>
              <a:buNone/>
              <a:defRPr/>
            </a:pPr>
            <a:r>
              <a:rPr lang="pt-BR" b="1" dirty="0">
                <a:solidFill>
                  <a:srgbClr val="FF0000"/>
                </a:solidFill>
              </a:rPr>
              <a:t>Q.8. </a:t>
            </a:r>
            <a:r>
              <a:rPr lang="pt-BR" dirty="0"/>
              <a:t>3n^2 + 10 n log n = O(n log n) </a:t>
            </a:r>
          </a:p>
          <a:p>
            <a:pPr marL="0" indent="0">
              <a:buClr>
                <a:schemeClr val="accent3"/>
              </a:buClr>
              <a:buNone/>
              <a:defRPr/>
            </a:pPr>
            <a:r>
              <a:rPr lang="pt-BR" b="1" dirty="0">
                <a:solidFill>
                  <a:srgbClr val="FF0000"/>
                </a:solidFill>
              </a:rPr>
              <a:t>Q.9. </a:t>
            </a:r>
            <a:r>
              <a:rPr lang="pt-BR" dirty="0"/>
              <a:t>3 n^2 + 10 n log n = Omega(n^2) </a:t>
            </a:r>
          </a:p>
          <a:p>
            <a:pPr marL="0" indent="0">
              <a:buClr>
                <a:schemeClr val="accent3"/>
              </a:buClr>
              <a:buNone/>
              <a:defRPr/>
            </a:pPr>
            <a:r>
              <a:rPr lang="pt-BR" b="1" dirty="0">
                <a:solidFill>
                  <a:srgbClr val="FF0000"/>
                </a:solidFill>
              </a:rPr>
              <a:t>Q.10. </a:t>
            </a:r>
            <a:r>
              <a:rPr lang="pt-BR" dirty="0"/>
              <a:t>3 n^2 + 10 n log n = Theta(n^2)</a:t>
            </a:r>
          </a:p>
          <a:p>
            <a:pPr marL="0" indent="0">
              <a:buClr>
                <a:schemeClr val="accent3"/>
              </a:buClr>
              <a:buNone/>
              <a:defRPr/>
            </a:pPr>
            <a:endParaRPr lang="pt-BR" sz="2400" b="1" dirty="0"/>
          </a:p>
          <a:p>
            <a:pPr marL="0" indent="0">
              <a:buClr>
                <a:schemeClr val="accent3"/>
              </a:buClr>
              <a:buNone/>
              <a:defRPr/>
            </a:pPr>
            <a:r>
              <a:rPr lang="pt-BR" sz="2400" b="1" dirty="0"/>
              <a:t>Justify your answers</a:t>
            </a:r>
          </a:p>
          <a:p>
            <a:pPr>
              <a:spcBef>
                <a:spcPts val="0"/>
              </a:spcBef>
              <a:buNone/>
              <a:defRPr/>
            </a:pPr>
            <a:r>
              <a:rPr lang="en-US" sz="2400" b="1" dirty="0">
                <a:solidFill>
                  <a:srgbClr val="FF0000"/>
                </a:solidFill>
              </a:rPr>
              <a:t>Q. 11. </a:t>
            </a:r>
            <a:r>
              <a:rPr lang="en-US" sz="2400" dirty="0"/>
              <a:t>1,000,000  n</a:t>
            </a:r>
            <a:r>
              <a:rPr lang="en-US" sz="2400" baseline="30000" dirty="0"/>
              <a:t>2</a:t>
            </a:r>
            <a:r>
              <a:rPr lang="en-US" sz="2400" dirty="0"/>
              <a:t>   </a:t>
            </a:r>
            <a:r>
              <a:rPr lang="en-US" sz="2400" dirty="0">
                <a:sym typeface="Symbol" pitchFamily="18" charset="2"/>
              </a:rPr>
              <a:t></a:t>
            </a:r>
            <a:r>
              <a:rPr lang="en-US" sz="2400" dirty="0"/>
              <a:t> O(n</a:t>
            </a:r>
            <a:r>
              <a:rPr lang="en-US" sz="2400" baseline="30000" dirty="0"/>
              <a:t>2</a:t>
            </a:r>
            <a:r>
              <a:rPr lang="en-US" sz="2400" dirty="0"/>
              <a:t>)  why/why not?</a:t>
            </a:r>
          </a:p>
          <a:p>
            <a:pPr>
              <a:spcBef>
                <a:spcPts val="0"/>
              </a:spcBef>
              <a:buNone/>
              <a:defRPr/>
            </a:pPr>
            <a:r>
              <a:rPr lang="en-US" sz="2400" b="1" dirty="0">
                <a:solidFill>
                  <a:srgbClr val="FF0000"/>
                </a:solidFill>
              </a:rPr>
              <a:t>Q.12. </a:t>
            </a:r>
            <a:r>
              <a:rPr lang="en-US" sz="2400" dirty="0"/>
              <a:t>(n - 1)n / 2 </a:t>
            </a:r>
            <a:r>
              <a:rPr lang="en-US" sz="2400" dirty="0">
                <a:sym typeface="Symbol" pitchFamily="18" charset="2"/>
              </a:rPr>
              <a:t></a:t>
            </a:r>
            <a:r>
              <a:rPr lang="en-US" sz="2400" dirty="0"/>
              <a:t> O(n</a:t>
            </a:r>
            <a:r>
              <a:rPr lang="en-US" sz="2400" baseline="30000" dirty="0"/>
              <a:t>2</a:t>
            </a:r>
            <a:r>
              <a:rPr lang="en-US" sz="2400" dirty="0"/>
              <a:t>)  why /why not?</a:t>
            </a:r>
          </a:p>
          <a:p>
            <a:pPr>
              <a:spcBef>
                <a:spcPts val="0"/>
              </a:spcBef>
              <a:buNone/>
              <a:defRPr/>
            </a:pPr>
            <a:r>
              <a:rPr lang="en-US" sz="2400" b="1" dirty="0">
                <a:solidFill>
                  <a:srgbClr val="FF0000"/>
                </a:solidFill>
              </a:rPr>
              <a:t>Q. 13. </a:t>
            </a:r>
            <a:r>
              <a:rPr lang="en-US" sz="2400" dirty="0"/>
              <a:t>n / 2 </a:t>
            </a:r>
            <a:r>
              <a:rPr lang="en-US" sz="2400" dirty="0">
                <a:sym typeface="Symbol" pitchFamily="18" charset="2"/>
              </a:rPr>
              <a:t></a:t>
            </a:r>
            <a:r>
              <a:rPr lang="en-US" sz="2400" dirty="0"/>
              <a:t> O(n</a:t>
            </a:r>
            <a:r>
              <a:rPr lang="en-US" sz="2400" baseline="30000" dirty="0"/>
              <a:t>2</a:t>
            </a:r>
            <a:r>
              <a:rPr lang="en-US" sz="2400" dirty="0"/>
              <a:t>)  why /why not?</a:t>
            </a:r>
          </a:p>
          <a:p>
            <a:pPr>
              <a:spcBef>
                <a:spcPts val="0"/>
              </a:spcBef>
              <a:buNone/>
              <a:defRPr/>
            </a:pPr>
            <a:r>
              <a:rPr lang="en-US" sz="2400" b="1" dirty="0">
                <a:solidFill>
                  <a:srgbClr val="FF0000"/>
                </a:solidFill>
              </a:rPr>
              <a:t>Q. 14</a:t>
            </a:r>
            <a:r>
              <a:rPr lang="en-US" sz="2400" dirty="0"/>
              <a:t>. </a:t>
            </a:r>
            <a:r>
              <a:rPr lang="en-US" sz="2400" dirty="0" err="1"/>
              <a:t>lg</a:t>
            </a:r>
            <a:r>
              <a:rPr lang="en-US" sz="2400" dirty="0"/>
              <a:t> (n</a:t>
            </a:r>
            <a:r>
              <a:rPr lang="en-US" sz="2400" baseline="30000" dirty="0"/>
              <a:t>2</a:t>
            </a:r>
            <a:r>
              <a:rPr lang="en-US" sz="2400" dirty="0"/>
              <a:t>) </a:t>
            </a:r>
            <a:r>
              <a:rPr lang="en-US" sz="2400" dirty="0">
                <a:sym typeface="Symbol" pitchFamily="18" charset="2"/>
              </a:rPr>
              <a:t></a:t>
            </a:r>
            <a:r>
              <a:rPr lang="en-US" sz="2400" dirty="0"/>
              <a:t> O( </a:t>
            </a:r>
            <a:r>
              <a:rPr lang="en-US" sz="2400" dirty="0" err="1"/>
              <a:t>lg</a:t>
            </a:r>
            <a:r>
              <a:rPr lang="en-US" sz="2400" dirty="0"/>
              <a:t> n )  why /why not?</a:t>
            </a:r>
          </a:p>
          <a:p>
            <a:pPr>
              <a:spcBef>
                <a:spcPts val="0"/>
              </a:spcBef>
              <a:buNone/>
              <a:defRPr/>
            </a:pPr>
            <a:r>
              <a:rPr lang="en-US" sz="2400" b="1" dirty="0">
                <a:solidFill>
                  <a:srgbClr val="FF0000"/>
                </a:solidFill>
              </a:rPr>
              <a:t>Q. 15</a:t>
            </a:r>
            <a:r>
              <a:rPr lang="en-US" sz="2400" dirty="0"/>
              <a:t>. n</a:t>
            </a:r>
            <a:r>
              <a:rPr lang="en-US" sz="2400" baseline="30000" dirty="0"/>
              <a:t>2</a:t>
            </a:r>
            <a:r>
              <a:rPr lang="en-US" sz="2400" dirty="0"/>
              <a:t> </a:t>
            </a:r>
            <a:r>
              <a:rPr lang="en-US" sz="2400" dirty="0">
                <a:sym typeface="Symbol" pitchFamily="18" charset="2"/>
              </a:rPr>
              <a:t></a:t>
            </a:r>
            <a:r>
              <a:rPr lang="en-US" sz="2400" dirty="0"/>
              <a:t> O(n)  why /why not?</a:t>
            </a:r>
            <a:r>
              <a:rPr lang="pt-BR" sz="2400" dirty="0"/>
              <a:t> </a:t>
            </a:r>
          </a:p>
          <a:p>
            <a:pPr>
              <a:buNone/>
              <a:defRPr/>
            </a:pPr>
            <a:br>
              <a:rPr lang="pt-BR" b="1" dirty="0"/>
            </a:br>
            <a:endParaRPr lang="en-IN" b="1" dirty="0"/>
          </a:p>
          <a:p>
            <a:pPr>
              <a:defRPr/>
            </a:pPr>
            <a:endParaRPr lang="en-US" dirty="0"/>
          </a:p>
        </p:txBody>
      </p:sp>
      <p:sp>
        <p:nvSpPr>
          <p:cNvPr id="57347" name="Slide Number Placeholder 4">
            <a:extLst>
              <a:ext uri="{FF2B5EF4-FFF2-40B4-BE49-F238E27FC236}">
                <a16:creationId xmlns:a16="http://schemas.microsoft.com/office/drawing/2014/main" id="{C20C16AA-3F71-4522-12C9-5A0695C42AA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4267">
                <a:solidFill>
                  <a:schemeClr val="tx1"/>
                </a:solidFill>
                <a:latin typeface="Calibri" panose="020F0502020204030204" pitchFamily="34" charset="0"/>
              </a:defRPr>
            </a:lvl1pPr>
            <a:lvl2pPr marL="990575" indent="-380990">
              <a:spcBef>
                <a:spcPct val="20000"/>
              </a:spcBef>
              <a:buFont typeface="Arial" panose="020B0604020202020204" pitchFamily="34" charset="0"/>
              <a:buChar char="–"/>
              <a:defRPr sz="3733">
                <a:solidFill>
                  <a:schemeClr val="tx1"/>
                </a:solidFill>
                <a:latin typeface="Calibri" panose="020F0502020204030204" pitchFamily="34" charset="0"/>
              </a:defRPr>
            </a:lvl2pPr>
            <a:lvl3pPr marL="1523962" indent="-304792">
              <a:spcBef>
                <a:spcPct val="20000"/>
              </a:spcBef>
              <a:buFont typeface="Arial" panose="020B0604020202020204" pitchFamily="34" charset="0"/>
              <a:buChar char="•"/>
              <a:defRPr sz="3200">
                <a:solidFill>
                  <a:schemeClr val="tx1"/>
                </a:solidFill>
                <a:latin typeface="Calibri" panose="020F0502020204030204" pitchFamily="34" charset="0"/>
              </a:defRPr>
            </a:lvl3pPr>
            <a:lvl4pPr marL="2133547" indent="-304792">
              <a:spcBef>
                <a:spcPct val="20000"/>
              </a:spcBef>
              <a:buFont typeface="Arial" panose="020B0604020202020204" pitchFamily="34" charset="0"/>
              <a:buChar char="–"/>
              <a:defRPr sz="2667">
                <a:solidFill>
                  <a:schemeClr val="tx1"/>
                </a:solidFill>
                <a:latin typeface="Calibri" panose="020F0502020204030204" pitchFamily="34" charset="0"/>
              </a:defRPr>
            </a:lvl4pPr>
            <a:lvl5pPr marL="2743131" indent="-304792">
              <a:spcBef>
                <a:spcPct val="20000"/>
              </a:spcBef>
              <a:buFont typeface="Arial" panose="020B0604020202020204" pitchFamily="34" charset="0"/>
              <a:buChar char="»"/>
              <a:defRPr sz="2667">
                <a:solidFill>
                  <a:schemeClr val="tx1"/>
                </a:solidFill>
                <a:latin typeface="Calibri" panose="020F0502020204030204" pitchFamily="34" charset="0"/>
              </a:defRPr>
            </a:lvl5pPr>
            <a:lvl6pPr marL="335271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6pPr>
            <a:lvl7pPr marL="3962301"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7pPr>
            <a:lvl8pPr marL="457188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8pPr>
            <a:lvl9pPr marL="5181470"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9pPr>
          </a:lstStyle>
          <a:p>
            <a:pPr>
              <a:spcBef>
                <a:spcPct val="0"/>
              </a:spcBef>
              <a:buFontTx/>
              <a:buNone/>
            </a:pPr>
            <a:fld id="{701335CC-B171-43EB-AF56-2CEB4F7FDE82}" type="slidenum">
              <a:rPr lang="en-US" altLang="en-US" sz="1600">
                <a:solidFill>
                  <a:srgbClr val="898989"/>
                </a:solidFill>
                <a:latin typeface="Arial" panose="020B0604020202020204" pitchFamily="34" charset="0"/>
              </a:rPr>
              <a:pPr>
                <a:spcBef>
                  <a:spcPct val="0"/>
                </a:spcBef>
                <a:buFontTx/>
                <a:buNone/>
              </a:pPr>
              <a:t>46</a:t>
            </a:fld>
            <a:endParaRPr lang="en-US" altLang="en-US" sz="1600">
              <a:solidFill>
                <a:srgbClr val="898989"/>
              </a:solidFill>
              <a:latin typeface="Arial" panose="020B0604020202020204" pitchFamily="34" charset="0"/>
            </a:endParaRPr>
          </a:p>
        </p:txBody>
      </p:sp>
      <p:sp>
        <p:nvSpPr>
          <p:cNvPr id="7" name="Rectangle 6">
            <a:extLst>
              <a:ext uri="{FF2B5EF4-FFF2-40B4-BE49-F238E27FC236}">
                <a16:creationId xmlns:a16="http://schemas.microsoft.com/office/drawing/2014/main" id="{28DB3FAD-4292-C764-2003-694CB6446CAC}"/>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QUIZ</a:t>
            </a:r>
            <a:endParaRPr lang="en-US" sz="4000" b="1" dirty="0">
              <a:solidFill>
                <a:schemeClr val="tx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Content Placeholder 2">
            <a:extLst>
              <a:ext uri="{FF2B5EF4-FFF2-40B4-BE49-F238E27FC236}">
                <a16:creationId xmlns:a16="http://schemas.microsoft.com/office/drawing/2014/main" id="{E5C8B159-0D74-50F8-9DFE-43A00A7BD2C9}"/>
              </a:ext>
            </a:extLst>
          </p:cNvPr>
          <p:cNvSpPr>
            <a:spLocks noGrp="1"/>
          </p:cNvSpPr>
          <p:nvPr>
            <p:ph idx="1"/>
          </p:nvPr>
        </p:nvSpPr>
        <p:spPr>
          <a:xfrm>
            <a:off x="239185" y="982134"/>
            <a:ext cx="11713633" cy="2326217"/>
          </a:xfrm>
        </p:spPr>
        <p:txBody>
          <a:bodyPr/>
          <a:lstStyle/>
          <a:p>
            <a:pPr marL="0" indent="0">
              <a:buNone/>
            </a:pPr>
            <a:r>
              <a:rPr lang="en-US" altLang="en-US" sz="2400"/>
              <a:t>The auxiliary space of insertion sort is O(1), what does O(1) mean ?</a:t>
            </a:r>
            <a:br>
              <a:rPr lang="en-US" altLang="en-US" sz="2400"/>
            </a:br>
            <a:r>
              <a:rPr lang="en-US" altLang="en-US" sz="2400" b="1"/>
              <a:t>(A)</a:t>
            </a:r>
            <a:r>
              <a:rPr lang="en-US" altLang="en-US" sz="2400"/>
              <a:t> The memory (space) required to process the data is not constant.</a:t>
            </a:r>
            <a:br>
              <a:rPr lang="en-US" altLang="en-US" sz="2400"/>
            </a:br>
            <a:r>
              <a:rPr lang="en-US" altLang="en-US" sz="2400" b="1"/>
              <a:t>(B)</a:t>
            </a:r>
            <a:r>
              <a:rPr lang="en-US" altLang="en-US" sz="2400"/>
              <a:t> It means the amount of extra memory Insertion Sort consumes doesn’t depend on the input. The algorithm should use the same amount of memory for all inputs.</a:t>
            </a:r>
            <a:br>
              <a:rPr lang="en-US" altLang="en-US" sz="2400"/>
            </a:br>
            <a:r>
              <a:rPr lang="en-US" altLang="en-US" sz="2400" b="1"/>
              <a:t>(C)</a:t>
            </a:r>
            <a:r>
              <a:rPr lang="en-US" altLang="en-US" sz="2400"/>
              <a:t> It takes only 1 kb of memory .</a:t>
            </a:r>
            <a:br>
              <a:rPr lang="en-US" altLang="en-US" sz="2400"/>
            </a:br>
            <a:r>
              <a:rPr lang="en-US" altLang="en-US" sz="2400" b="1"/>
              <a:t>(D)</a:t>
            </a:r>
            <a:r>
              <a:rPr lang="en-US" altLang="en-US" sz="2400"/>
              <a:t> It is the speed at which the elements are traversed.</a:t>
            </a:r>
            <a:br>
              <a:rPr lang="en-US" altLang="en-US" sz="2400"/>
            </a:br>
            <a:endParaRPr lang="en-IN" altLang="en-US" sz="2400"/>
          </a:p>
        </p:txBody>
      </p:sp>
      <p:sp>
        <p:nvSpPr>
          <p:cNvPr id="4" name="Rectangle 3">
            <a:extLst>
              <a:ext uri="{FF2B5EF4-FFF2-40B4-BE49-F238E27FC236}">
                <a16:creationId xmlns:a16="http://schemas.microsoft.com/office/drawing/2014/main" id="{4C6276DE-FE58-F3DE-FD2F-9404EBE961A4}"/>
              </a:ext>
            </a:extLst>
          </p:cNvPr>
          <p:cNvSpPr>
            <a:spLocks noChangeArrowheads="1"/>
          </p:cNvSpPr>
          <p:nvPr/>
        </p:nvSpPr>
        <p:spPr bwMode="auto">
          <a:xfrm>
            <a:off x="641351" y="5099051"/>
            <a:ext cx="108331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a:latin typeface="Arial" panose="020B0604020202020204" pitchFamily="34" charset="0"/>
              </a:rPr>
              <a:t>Explanation:</a:t>
            </a:r>
            <a:r>
              <a:rPr lang="en-US" altLang="en-US" sz="2400">
                <a:latin typeface="Arial" panose="020B0604020202020204" pitchFamily="34" charset="0"/>
              </a:rPr>
              <a:t> The term O(1) states that the space required by the insertion sort is constant i.e., space required doesn’t depend on input.</a:t>
            </a:r>
            <a:endParaRPr lang="en-IN" altLang="en-US" sz="2400">
              <a:latin typeface="Arial" panose="020B0604020202020204" pitchFamily="34" charset="0"/>
            </a:endParaRPr>
          </a:p>
        </p:txBody>
      </p:sp>
      <p:sp>
        <p:nvSpPr>
          <p:cNvPr id="6" name="Rectangle 5">
            <a:extLst>
              <a:ext uri="{FF2B5EF4-FFF2-40B4-BE49-F238E27FC236}">
                <a16:creationId xmlns:a16="http://schemas.microsoft.com/office/drawing/2014/main" id="{0254C9F6-6F37-4F45-2731-454C6BE2F035}"/>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QUIZ</a:t>
            </a:r>
            <a:endParaRPr lang="en-US" sz="40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3">
            <a:extLst>
              <a:ext uri="{FF2B5EF4-FFF2-40B4-BE49-F238E27FC236}">
                <a16:creationId xmlns:a16="http://schemas.microsoft.com/office/drawing/2014/main" id="{A8116213-197A-FDC8-9D11-BF0889A20F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218" y="924985"/>
            <a:ext cx="11965516" cy="4116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1D6EF1DE-9FF1-743B-D7CF-1D8CBEC8D4D0}"/>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QUIZ</a:t>
            </a:r>
            <a:endParaRPr lang="en-US" sz="4000" b="1" dirty="0">
              <a:solidFill>
                <a:schemeClr val="tx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3">
            <a:extLst>
              <a:ext uri="{FF2B5EF4-FFF2-40B4-BE49-F238E27FC236}">
                <a16:creationId xmlns:a16="http://schemas.microsoft.com/office/drawing/2014/main" id="{EDB00B8D-75F0-4C62-9098-4BF85BB6F6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1" y="1483785"/>
            <a:ext cx="11925300" cy="3805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4C36E5ED-DA3A-A5FB-88AE-57FD32913999}"/>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QUIZ</a:t>
            </a:r>
            <a:endParaRPr lang="en-US" sz="4000" b="1" dirty="0">
              <a:solidFill>
                <a:schemeClr val="tx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a:extLst>
              <a:ext uri="{FF2B5EF4-FFF2-40B4-BE49-F238E27FC236}">
                <a16:creationId xmlns:a16="http://schemas.microsoft.com/office/drawing/2014/main" id="{FB0462C6-1B80-130B-ABB3-22DE8FA91FD6}"/>
              </a:ext>
            </a:extLst>
          </p:cNvPr>
          <p:cNvSpPr>
            <a:spLocks noChangeArrowheads="1"/>
          </p:cNvSpPr>
          <p:nvPr/>
        </p:nvSpPr>
        <p:spPr bwMode="auto">
          <a:xfrm>
            <a:off x="198967" y="1124646"/>
            <a:ext cx="11423651" cy="5555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2567"/>
              </a:lnSpc>
              <a:spcBef>
                <a:spcPct val="0"/>
              </a:spcBef>
              <a:buNone/>
            </a:pPr>
            <a:r>
              <a:rPr lang="en-IN" altLang="en-US" sz="2400" dirty="0">
                <a:solidFill>
                  <a:srgbClr val="000000"/>
                </a:solidFill>
                <a:latin typeface="Verdana" panose="020B0604030504040204" pitchFamily="34" charset="0"/>
                <a:ea typeface="Times New Roman" panose="02020603050405020304" pitchFamily="18" charset="0"/>
                <a:cs typeface="Helvetica" panose="020B0604020202020204" pitchFamily="34" charset="0"/>
              </a:rPr>
              <a:t>Consider the array A[]= {6,4,8,1,3} apply the insertion sort to sort the array . Consider the cost associated with each sort is 25 rupees , what is the total cost of the insertion sort when element 1 reaches the first position of the array  ?</a:t>
            </a:r>
            <a:br>
              <a:rPr lang="en-IN" altLang="en-US" sz="2400" dirty="0">
                <a:solidFill>
                  <a:srgbClr val="000000"/>
                </a:solidFill>
                <a:latin typeface="Verdana" panose="020B0604030504040204" pitchFamily="34" charset="0"/>
                <a:ea typeface="Times New Roman" panose="02020603050405020304" pitchFamily="18" charset="0"/>
                <a:cs typeface="Helvetica" panose="020B0604020202020204" pitchFamily="34" charset="0"/>
              </a:rPr>
            </a:br>
            <a:r>
              <a:rPr lang="en-IN" altLang="en-US" sz="2400" b="1" dirty="0">
                <a:solidFill>
                  <a:srgbClr val="000000"/>
                </a:solidFill>
                <a:latin typeface="Verdana" panose="020B0604030504040204" pitchFamily="34" charset="0"/>
                <a:ea typeface="Times New Roman" panose="02020603050405020304" pitchFamily="18" charset="0"/>
                <a:cs typeface="Helvetica" panose="020B0604020202020204" pitchFamily="34" charset="0"/>
              </a:rPr>
              <a:t>(A)</a:t>
            </a:r>
            <a:r>
              <a:rPr lang="en-IN" altLang="en-US" sz="2400" dirty="0">
                <a:solidFill>
                  <a:srgbClr val="000000"/>
                </a:solidFill>
                <a:latin typeface="Verdana" panose="020B0604030504040204" pitchFamily="34" charset="0"/>
                <a:ea typeface="Times New Roman" panose="02020603050405020304" pitchFamily="18" charset="0"/>
                <a:cs typeface="Helvetica" panose="020B0604020202020204" pitchFamily="34" charset="0"/>
              </a:rPr>
              <a:t> 50</a:t>
            </a:r>
            <a:br>
              <a:rPr lang="en-IN" altLang="en-US" sz="2400" dirty="0">
                <a:solidFill>
                  <a:srgbClr val="000000"/>
                </a:solidFill>
                <a:latin typeface="Verdana" panose="020B0604030504040204" pitchFamily="34" charset="0"/>
                <a:ea typeface="Times New Roman" panose="02020603050405020304" pitchFamily="18" charset="0"/>
                <a:cs typeface="Helvetica" panose="020B0604020202020204" pitchFamily="34" charset="0"/>
              </a:rPr>
            </a:br>
            <a:r>
              <a:rPr lang="en-IN" altLang="en-US" sz="2400" b="1" dirty="0">
                <a:solidFill>
                  <a:srgbClr val="000000"/>
                </a:solidFill>
                <a:latin typeface="Verdana" panose="020B0604030504040204" pitchFamily="34" charset="0"/>
                <a:ea typeface="Times New Roman" panose="02020603050405020304" pitchFamily="18" charset="0"/>
                <a:cs typeface="Helvetica" panose="020B0604020202020204" pitchFamily="34" charset="0"/>
              </a:rPr>
              <a:t>(B)</a:t>
            </a:r>
            <a:r>
              <a:rPr lang="en-IN" altLang="en-US" sz="2400" dirty="0">
                <a:solidFill>
                  <a:srgbClr val="000000"/>
                </a:solidFill>
                <a:latin typeface="Verdana" panose="020B0604030504040204" pitchFamily="34" charset="0"/>
                <a:ea typeface="Times New Roman" panose="02020603050405020304" pitchFamily="18" charset="0"/>
                <a:cs typeface="Helvetica" panose="020B0604020202020204" pitchFamily="34" charset="0"/>
              </a:rPr>
              <a:t> 25</a:t>
            </a:r>
            <a:br>
              <a:rPr lang="en-IN" altLang="en-US" sz="2400" dirty="0">
                <a:solidFill>
                  <a:srgbClr val="000000"/>
                </a:solidFill>
                <a:latin typeface="Verdana" panose="020B0604030504040204" pitchFamily="34" charset="0"/>
                <a:ea typeface="Times New Roman" panose="02020603050405020304" pitchFamily="18" charset="0"/>
                <a:cs typeface="Helvetica" panose="020B0604020202020204" pitchFamily="34" charset="0"/>
              </a:rPr>
            </a:br>
            <a:r>
              <a:rPr lang="en-IN" altLang="en-US" sz="2400" b="1" dirty="0">
                <a:solidFill>
                  <a:srgbClr val="000000"/>
                </a:solidFill>
                <a:latin typeface="Verdana" panose="020B0604030504040204" pitchFamily="34" charset="0"/>
                <a:ea typeface="Times New Roman" panose="02020603050405020304" pitchFamily="18" charset="0"/>
                <a:cs typeface="Helvetica" panose="020B0604020202020204" pitchFamily="34" charset="0"/>
              </a:rPr>
              <a:t>(C)</a:t>
            </a:r>
            <a:r>
              <a:rPr lang="en-IN" altLang="en-US" sz="2400" dirty="0">
                <a:solidFill>
                  <a:srgbClr val="000000"/>
                </a:solidFill>
                <a:latin typeface="Verdana" panose="020B0604030504040204" pitchFamily="34" charset="0"/>
                <a:ea typeface="Times New Roman" panose="02020603050405020304" pitchFamily="18" charset="0"/>
                <a:cs typeface="Helvetica" panose="020B0604020202020204" pitchFamily="34" charset="0"/>
              </a:rPr>
              <a:t> 75</a:t>
            </a:r>
            <a:br>
              <a:rPr lang="en-IN" altLang="en-US" sz="2400" dirty="0">
                <a:solidFill>
                  <a:srgbClr val="000000"/>
                </a:solidFill>
                <a:latin typeface="Verdana" panose="020B0604030504040204" pitchFamily="34" charset="0"/>
                <a:ea typeface="Times New Roman" panose="02020603050405020304" pitchFamily="18" charset="0"/>
                <a:cs typeface="Helvetica" panose="020B0604020202020204" pitchFamily="34" charset="0"/>
              </a:rPr>
            </a:br>
            <a:r>
              <a:rPr lang="en-IN" altLang="en-US" sz="2400" b="1" dirty="0">
                <a:solidFill>
                  <a:srgbClr val="000000"/>
                </a:solidFill>
                <a:latin typeface="Verdana" panose="020B0604030504040204" pitchFamily="34" charset="0"/>
                <a:ea typeface="Times New Roman" panose="02020603050405020304" pitchFamily="18" charset="0"/>
                <a:cs typeface="Helvetica" panose="020B0604020202020204" pitchFamily="34" charset="0"/>
              </a:rPr>
              <a:t>(D)</a:t>
            </a:r>
            <a:r>
              <a:rPr lang="en-IN" altLang="en-US" sz="2400" dirty="0">
                <a:solidFill>
                  <a:srgbClr val="000000"/>
                </a:solidFill>
                <a:latin typeface="Verdana" panose="020B0604030504040204" pitchFamily="34" charset="0"/>
                <a:ea typeface="Times New Roman" panose="02020603050405020304" pitchFamily="18" charset="0"/>
                <a:cs typeface="Helvetica" panose="020B0604020202020204" pitchFamily="34" charset="0"/>
              </a:rPr>
              <a:t> 100</a:t>
            </a:r>
            <a:br>
              <a:rPr lang="en-IN" altLang="en-US" sz="2400" dirty="0">
                <a:solidFill>
                  <a:srgbClr val="000000"/>
                </a:solidFill>
                <a:latin typeface="Verdana" panose="020B0604030504040204" pitchFamily="34" charset="0"/>
                <a:ea typeface="Times New Roman" panose="02020603050405020304" pitchFamily="18" charset="0"/>
                <a:cs typeface="Helvetica" panose="020B0604020202020204" pitchFamily="34" charset="0"/>
              </a:rPr>
            </a:br>
            <a:br>
              <a:rPr lang="en-IN" altLang="en-US" sz="2400" dirty="0">
                <a:solidFill>
                  <a:srgbClr val="000000"/>
                </a:solidFill>
                <a:latin typeface="Verdana" panose="020B0604030504040204" pitchFamily="34" charset="0"/>
                <a:ea typeface="Times New Roman" panose="02020603050405020304" pitchFamily="18" charset="0"/>
                <a:cs typeface="Helvetica" panose="020B0604020202020204" pitchFamily="34" charset="0"/>
              </a:rPr>
            </a:br>
            <a:br>
              <a:rPr lang="en-IN" altLang="en-US" sz="2400" dirty="0">
                <a:solidFill>
                  <a:srgbClr val="000000"/>
                </a:solidFill>
                <a:latin typeface="Verdana" panose="020B0604030504040204" pitchFamily="34" charset="0"/>
                <a:ea typeface="Times New Roman" panose="02020603050405020304" pitchFamily="18" charset="0"/>
                <a:cs typeface="Helvetica" panose="020B0604020202020204" pitchFamily="34" charset="0"/>
              </a:rPr>
            </a:br>
            <a:r>
              <a:rPr lang="en-IN" altLang="en-US" sz="2400" b="1" dirty="0">
                <a:solidFill>
                  <a:srgbClr val="000000"/>
                </a:solidFill>
                <a:latin typeface="Verdana" panose="020B0604030504040204" pitchFamily="34" charset="0"/>
                <a:ea typeface="Times New Roman" panose="02020603050405020304" pitchFamily="18" charset="0"/>
                <a:cs typeface="Helvetica" panose="020B0604020202020204" pitchFamily="34" charset="0"/>
              </a:rPr>
              <a:t>Answer:</a:t>
            </a:r>
            <a:r>
              <a:rPr lang="en-IN" altLang="en-US" sz="2400" dirty="0">
                <a:solidFill>
                  <a:srgbClr val="000000"/>
                </a:solidFill>
                <a:latin typeface="Verdana" panose="020B0604030504040204" pitchFamily="34" charset="0"/>
                <a:ea typeface="Times New Roman" panose="02020603050405020304" pitchFamily="18" charset="0"/>
                <a:cs typeface="Helvetica" panose="020B0604020202020204" pitchFamily="34" charset="0"/>
              </a:rPr>
              <a:t> </a:t>
            </a:r>
            <a:r>
              <a:rPr lang="en-IN" altLang="en-US" sz="2400" b="1" dirty="0">
                <a:solidFill>
                  <a:srgbClr val="000000"/>
                </a:solidFill>
                <a:latin typeface="Verdana" panose="020B0604030504040204" pitchFamily="34" charset="0"/>
                <a:ea typeface="Times New Roman" panose="02020603050405020304" pitchFamily="18" charset="0"/>
                <a:cs typeface="Helvetica" panose="020B0604020202020204" pitchFamily="34" charset="0"/>
              </a:rPr>
              <a:t>(A)</a:t>
            </a:r>
            <a:r>
              <a:rPr lang="en-IN" altLang="en-US" sz="2400" dirty="0">
                <a:solidFill>
                  <a:srgbClr val="000000"/>
                </a:solidFill>
                <a:latin typeface="Verdana" panose="020B0604030504040204" pitchFamily="34" charset="0"/>
                <a:ea typeface="Times New Roman" panose="02020603050405020304" pitchFamily="18" charset="0"/>
                <a:cs typeface="Helvetica" panose="020B0604020202020204" pitchFamily="34" charset="0"/>
              </a:rPr>
              <a:t> </a:t>
            </a:r>
            <a:br>
              <a:rPr lang="en-IN" altLang="en-US" sz="2400" dirty="0">
                <a:solidFill>
                  <a:srgbClr val="000000"/>
                </a:solidFill>
                <a:latin typeface="Verdana" panose="020B0604030504040204" pitchFamily="34" charset="0"/>
                <a:ea typeface="Times New Roman" panose="02020603050405020304" pitchFamily="18" charset="0"/>
                <a:cs typeface="Helvetica" panose="020B0604020202020204" pitchFamily="34" charset="0"/>
              </a:rPr>
            </a:br>
            <a:br>
              <a:rPr lang="en-IN" altLang="en-US" sz="2400" dirty="0">
                <a:solidFill>
                  <a:srgbClr val="000000"/>
                </a:solidFill>
                <a:latin typeface="Verdana" panose="020B0604030504040204" pitchFamily="34" charset="0"/>
                <a:ea typeface="Times New Roman" panose="02020603050405020304" pitchFamily="18" charset="0"/>
                <a:cs typeface="Helvetica" panose="020B0604020202020204" pitchFamily="34" charset="0"/>
              </a:rPr>
            </a:br>
            <a:r>
              <a:rPr lang="en-IN" altLang="en-US" sz="2400" b="1" dirty="0">
                <a:solidFill>
                  <a:srgbClr val="000000"/>
                </a:solidFill>
                <a:latin typeface="Verdana" panose="020B0604030504040204" pitchFamily="34" charset="0"/>
                <a:ea typeface="Times New Roman" panose="02020603050405020304" pitchFamily="18" charset="0"/>
                <a:cs typeface="Helvetica" panose="020B0604020202020204" pitchFamily="34" charset="0"/>
              </a:rPr>
              <a:t>Explanation:</a:t>
            </a:r>
            <a:r>
              <a:rPr lang="en-IN" altLang="en-US" sz="2400" dirty="0">
                <a:solidFill>
                  <a:srgbClr val="000000"/>
                </a:solidFill>
                <a:latin typeface="Verdana" panose="020B0604030504040204" pitchFamily="34" charset="0"/>
                <a:ea typeface="Times New Roman" panose="02020603050405020304" pitchFamily="18" charset="0"/>
                <a:cs typeface="Helvetica" panose="020B0604020202020204" pitchFamily="34" charset="0"/>
              </a:rPr>
              <a:t> When the element 1 reaches the first position of the array two comparisons are only required hence 25 * 2= 50 rupees.</a:t>
            </a:r>
            <a:endParaRPr lang="en-IN" altLang="en-US" sz="1600" dirty="0">
              <a:ea typeface="Calibri" panose="020F0502020204030204" pitchFamily="34" charset="0"/>
              <a:cs typeface="Times New Roman" panose="02020603050405020304" pitchFamily="18" charset="0"/>
            </a:endParaRPr>
          </a:p>
          <a:p>
            <a:pPr>
              <a:lnSpc>
                <a:spcPts val="2567"/>
              </a:lnSpc>
              <a:spcBef>
                <a:spcPct val="0"/>
              </a:spcBef>
              <a:spcAft>
                <a:spcPts val="1000"/>
              </a:spcAft>
              <a:buNone/>
            </a:pPr>
            <a:r>
              <a:rPr lang="en-IN" altLang="en-US" sz="2400" dirty="0">
                <a:solidFill>
                  <a:srgbClr val="000000"/>
                </a:solidFill>
                <a:latin typeface="Verdana" panose="020B0604030504040204" pitchFamily="34" charset="0"/>
                <a:ea typeface="Times New Roman" panose="02020603050405020304" pitchFamily="18" charset="0"/>
                <a:cs typeface="Helvetica" panose="020B0604020202020204" pitchFamily="34" charset="0"/>
              </a:rPr>
              <a:t>*step 1: 4 6 8 1 3 .</a:t>
            </a:r>
            <a:endParaRPr lang="en-IN" altLang="en-US" sz="1600" dirty="0">
              <a:ea typeface="Calibri" panose="020F0502020204030204" pitchFamily="34" charset="0"/>
              <a:cs typeface="Times New Roman" panose="02020603050405020304" pitchFamily="18" charset="0"/>
            </a:endParaRPr>
          </a:p>
          <a:p>
            <a:pPr>
              <a:lnSpc>
                <a:spcPts val="2567"/>
              </a:lnSpc>
              <a:spcBef>
                <a:spcPct val="0"/>
              </a:spcBef>
              <a:buNone/>
            </a:pPr>
            <a:r>
              <a:rPr lang="en-IN" altLang="en-US" sz="2400" dirty="0">
                <a:solidFill>
                  <a:srgbClr val="000000"/>
                </a:solidFill>
                <a:latin typeface="Verdana" panose="020B0604030504040204" pitchFamily="34" charset="0"/>
                <a:ea typeface="Times New Roman" panose="02020603050405020304" pitchFamily="18" charset="0"/>
                <a:cs typeface="Helvetica" panose="020B0604020202020204" pitchFamily="34" charset="0"/>
              </a:rPr>
              <a:t>*step 2: 1 4 6 8 3.</a:t>
            </a:r>
            <a:endParaRPr lang="en-IN" altLang="en-US" sz="1600" dirty="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1C09BC31-A1BF-2858-51F5-EC50C243CE5F}"/>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QUIZ</a:t>
            </a:r>
            <a:endParaRPr lang="en-US" sz="4000" b="1" dirty="0">
              <a:solidFill>
                <a:schemeClr val="tx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a:extLst>
              <a:ext uri="{FF2B5EF4-FFF2-40B4-BE49-F238E27FC236}">
                <a16:creationId xmlns:a16="http://schemas.microsoft.com/office/drawing/2014/main" id="{7928BF39-2332-5B97-AC13-85FBCE390192}"/>
              </a:ext>
            </a:extLst>
          </p:cNvPr>
          <p:cNvSpPr>
            <a:spLocks noChangeArrowheads="1"/>
          </p:cNvSpPr>
          <p:nvPr/>
        </p:nvSpPr>
        <p:spPr bwMode="auto">
          <a:xfrm>
            <a:off x="4233" y="620184"/>
            <a:ext cx="12050184" cy="9152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lnSpc>
                <a:spcPct val="115000"/>
              </a:lnSpc>
              <a:spcBef>
                <a:spcPct val="0"/>
              </a:spcBef>
              <a:spcAft>
                <a:spcPts val="1333"/>
              </a:spcAft>
              <a:buNone/>
            </a:pPr>
            <a:r>
              <a:rPr lang="en-US" altLang="en-US" sz="2133">
                <a:latin typeface="Cambria" panose="02040503050406030204" pitchFamily="18" charset="0"/>
                <a:ea typeface="Cambria" panose="02040503050406030204" pitchFamily="18" charset="0"/>
                <a:cs typeface="Times New Roman" panose="02020603050405020304" pitchFamily="18" charset="0"/>
              </a:rPr>
              <a:t>Q: From lowest to highest, what is the correct order of the complexities O (n2), O (3n), O (2n), O (n2 lg n), O (1), O (n lg n), O (n3), O (n!), O (lg n), O (n)?</a:t>
            </a:r>
            <a:endParaRPr lang="en-IN" altLang="en-US" sz="2133">
              <a:latin typeface="Cambria" panose="02040503050406030204" pitchFamily="18" charset="0"/>
              <a:ea typeface="Cambria" panose="02040503050406030204" pitchFamily="18" charset="0"/>
              <a:cs typeface="Times New Roman" panose="02020603050405020304" pitchFamily="18" charset="0"/>
            </a:endParaRPr>
          </a:p>
          <a:p>
            <a:pPr algn="just">
              <a:lnSpc>
                <a:spcPct val="115000"/>
              </a:lnSpc>
              <a:spcBef>
                <a:spcPct val="0"/>
              </a:spcBef>
              <a:spcAft>
                <a:spcPts val="1333"/>
              </a:spcAft>
              <a:buNone/>
            </a:pPr>
            <a:r>
              <a:rPr lang="en-US" altLang="en-US" sz="2133">
                <a:latin typeface="Cambria" panose="02040503050406030204" pitchFamily="18" charset="0"/>
                <a:ea typeface="Cambria" panose="02040503050406030204" pitchFamily="18" charset="0"/>
                <a:cs typeface="Times New Roman" panose="02020603050405020304" pitchFamily="18" charset="0"/>
              </a:rPr>
              <a:t>A: From lowest to highest, the correct order of these complexities is O (1), O (lg n), O (n), O (n lg n), O (n</a:t>
            </a:r>
            <a:r>
              <a:rPr lang="en-US" altLang="en-US" sz="2133" baseline="30000">
                <a:latin typeface="Cambria" panose="02040503050406030204" pitchFamily="18" charset="0"/>
                <a:ea typeface="Cambria" panose="02040503050406030204" pitchFamily="18" charset="0"/>
                <a:cs typeface="Times New Roman" panose="02020603050405020304" pitchFamily="18" charset="0"/>
              </a:rPr>
              <a:t>2</a:t>
            </a:r>
            <a:r>
              <a:rPr lang="en-US" altLang="en-US" sz="2133">
                <a:latin typeface="Cambria" panose="02040503050406030204" pitchFamily="18" charset="0"/>
                <a:ea typeface="Cambria" panose="02040503050406030204" pitchFamily="18" charset="0"/>
                <a:cs typeface="Times New Roman" panose="02020603050405020304" pitchFamily="18" charset="0"/>
              </a:rPr>
              <a:t>), O (n</a:t>
            </a:r>
            <a:r>
              <a:rPr lang="en-US" altLang="en-US" sz="2133" baseline="30000">
                <a:latin typeface="Cambria" panose="02040503050406030204" pitchFamily="18" charset="0"/>
                <a:ea typeface="Cambria" panose="02040503050406030204" pitchFamily="18" charset="0"/>
                <a:cs typeface="Times New Roman" panose="02020603050405020304" pitchFamily="18" charset="0"/>
              </a:rPr>
              <a:t>2 </a:t>
            </a:r>
            <a:r>
              <a:rPr lang="en-US" altLang="en-US" sz="2133">
                <a:latin typeface="Cambria" panose="02040503050406030204" pitchFamily="18" charset="0"/>
                <a:ea typeface="Cambria" panose="02040503050406030204" pitchFamily="18" charset="0"/>
                <a:cs typeface="Times New Roman" panose="02020603050405020304" pitchFamily="18" charset="0"/>
              </a:rPr>
              <a:t>lg n), O (n</a:t>
            </a:r>
            <a:r>
              <a:rPr lang="en-US" altLang="en-US" sz="2133" baseline="30000">
                <a:latin typeface="Cambria" panose="02040503050406030204" pitchFamily="18" charset="0"/>
                <a:ea typeface="Cambria" panose="02040503050406030204" pitchFamily="18" charset="0"/>
                <a:cs typeface="Times New Roman" panose="02020603050405020304" pitchFamily="18" charset="0"/>
              </a:rPr>
              <a:t>3</a:t>
            </a:r>
            <a:r>
              <a:rPr lang="en-US" altLang="en-US" sz="2133">
                <a:latin typeface="Cambria" panose="02040503050406030204" pitchFamily="18" charset="0"/>
                <a:ea typeface="Cambria" panose="02040503050406030204" pitchFamily="18" charset="0"/>
                <a:cs typeface="Times New Roman" panose="02020603050405020304" pitchFamily="18" charset="0"/>
              </a:rPr>
              <a:t>), O (2n), O (3n), O (n!).</a:t>
            </a:r>
            <a:endParaRPr lang="en-IN" altLang="en-US" sz="2133">
              <a:latin typeface="Cambria" panose="02040503050406030204" pitchFamily="18" charset="0"/>
              <a:ea typeface="Cambria" panose="02040503050406030204" pitchFamily="18" charset="0"/>
              <a:cs typeface="Times New Roman" panose="02020603050405020304" pitchFamily="18" charset="0"/>
            </a:endParaRPr>
          </a:p>
          <a:p>
            <a:pPr algn="just">
              <a:lnSpc>
                <a:spcPct val="115000"/>
              </a:lnSpc>
              <a:spcBef>
                <a:spcPct val="0"/>
              </a:spcBef>
              <a:spcAft>
                <a:spcPts val="1333"/>
              </a:spcAft>
              <a:buNone/>
            </a:pPr>
            <a:r>
              <a:rPr lang="en-US" altLang="en-US" sz="2133">
                <a:latin typeface="Cambria" panose="02040503050406030204" pitchFamily="18" charset="0"/>
                <a:ea typeface="Cambria" panose="02040503050406030204" pitchFamily="18" charset="0"/>
                <a:cs typeface="Times New Roman" panose="02020603050405020304" pitchFamily="18" charset="0"/>
              </a:rPr>
              <a:t>Q: What are the complexities of T1(n) = 3n lg n + lg n; T2(n) = 2n + n3 + 25; and T3(n, k) = k + n? From lowest to highest, what is the correct order of the resulting complexities?</a:t>
            </a:r>
            <a:endParaRPr lang="en-IN" altLang="en-US" sz="2133">
              <a:latin typeface="Cambria" panose="02040503050406030204" pitchFamily="18" charset="0"/>
              <a:ea typeface="Cambria" panose="02040503050406030204" pitchFamily="18" charset="0"/>
              <a:cs typeface="Times New Roman" panose="02020603050405020304" pitchFamily="18" charset="0"/>
            </a:endParaRPr>
          </a:p>
          <a:p>
            <a:pPr algn="just">
              <a:lnSpc>
                <a:spcPct val="115000"/>
              </a:lnSpc>
              <a:spcBef>
                <a:spcPct val="0"/>
              </a:spcBef>
              <a:spcAft>
                <a:spcPts val="1333"/>
              </a:spcAft>
              <a:buNone/>
            </a:pPr>
            <a:r>
              <a:rPr lang="en-US" altLang="en-US" sz="2133">
                <a:latin typeface="Cambria" panose="02040503050406030204" pitchFamily="18" charset="0"/>
                <a:ea typeface="Cambria" panose="02040503050406030204" pitchFamily="18" charset="0"/>
                <a:cs typeface="Times New Roman" panose="02020603050405020304" pitchFamily="18" charset="0"/>
              </a:rPr>
              <a:t>A: Using the rules of O -notation, the complexities of T</a:t>
            </a:r>
            <a:r>
              <a:rPr lang="en-US" altLang="en-US" sz="2133" baseline="-25000">
                <a:latin typeface="Cambria" panose="02040503050406030204" pitchFamily="18" charset="0"/>
                <a:ea typeface="Cambria" panose="02040503050406030204" pitchFamily="18" charset="0"/>
                <a:cs typeface="Times New Roman" panose="02020603050405020304" pitchFamily="18" charset="0"/>
              </a:rPr>
              <a:t>1</a:t>
            </a:r>
            <a:r>
              <a:rPr lang="en-US" altLang="en-US" sz="2133">
                <a:latin typeface="Cambria" panose="02040503050406030204" pitchFamily="18" charset="0"/>
                <a:ea typeface="Cambria" panose="02040503050406030204" pitchFamily="18" charset="0"/>
                <a:cs typeface="Times New Roman" panose="02020603050405020304" pitchFamily="18" charset="0"/>
              </a:rPr>
              <a:t>, T</a:t>
            </a:r>
            <a:r>
              <a:rPr lang="en-US" altLang="en-US" sz="2133" baseline="-25000">
                <a:latin typeface="Cambria" panose="02040503050406030204" pitchFamily="18" charset="0"/>
                <a:ea typeface="Cambria" panose="02040503050406030204" pitchFamily="18" charset="0"/>
                <a:cs typeface="Times New Roman" panose="02020603050405020304" pitchFamily="18" charset="0"/>
              </a:rPr>
              <a:t>2</a:t>
            </a:r>
            <a:r>
              <a:rPr lang="en-US" altLang="en-US" sz="2133">
                <a:latin typeface="Cambria" panose="02040503050406030204" pitchFamily="18" charset="0"/>
                <a:ea typeface="Cambria" panose="02040503050406030204" pitchFamily="18" charset="0"/>
                <a:cs typeface="Times New Roman" panose="02020603050405020304" pitchFamily="18" charset="0"/>
              </a:rPr>
              <a:t>, and T</a:t>
            </a:r>
            <a:r>
              <a:rPr lang="en-US" altLang="en-US" sz="2133" baseline="-25000">
                <a:latin typeface="Cambria" panose="02040503050406030204" pitchFamily="18" charset="0"/>
                <a:ea typeface="Cambria" panose="02040503050406030204" pitchFamily="18" charset="0"/>
                <a:cs typeface="Times New Roman" panose="02020603050405020304" pitchFamily="18" charset="0"/>
              </a:rPr>
              <a:t>3</a:t>
            </a:r>
            <a:r>
              <a:rPr lang="en-US" altLang="en-US" sz="2133">
                <a:latin typeface="Cambria" panose="02040503050406030204" pitchFamily="18" charset="0"/>
                <a:ea typeface="Cambria" panose="02040503050406030204" pitchFamily="18" charset="0"/>
                <a:cs typeface="Times New Roman" panose="02020603050405020304" pitchFamily="18" charset="0"/>
              </a:rPr>
              <a:t> respectively are O (n lg n), O (2n), and O (n). From lowest to highest, the correct order of these complexities is O (n), O (n lg n), and O (2n).</a:t>
            </a:r>
            <a:endParaRPr lang="en-IN" altLang="en-US" sz="2133">
              <a:latin typeface="Cambria" panose="02040503050406030204" pitchFamily="18" charset="0"/>
              <a:ea typeface="Cambria" panose="02040503050406030204" pitchFamily="18" charset="0"/>
              <a:cs typeface="Times New Roman" panose="02020603050405020304" pitchFamily="18" charset="0"/>
            </a:endParaRPr>
          </a:p>
          <a:p>
            <a:pPr algn="just">
              <a:lnSpc>
                <a:spcPct val="115000"/>
              </a:lnSpc>
              <a:spcBef>
                <a:spcPct val="0"/>
              </a:spcBef>
              <a:spcAft>
                <a:spcPts val="1333"/>
              </a:spcAft>
              <a:buNone/>
            </a:pPr>
            <a:r>
              <a:rPr lang="en-US" altLang="en-US" sz="2133">
                <a:latin typeface="Cambria" panose="02040503050406030204" pitchFamily="18" charset="0"/>
                <a:ea typeface="Cambria" panose="02040503050406030204" pitchFamily="18" charset="0"/>
                <a:cs typeface="Times New Roman" panose="02020603050405020304" pitchFamily="18" charset="0"/>
              </a:rPr>
              <a:t>Q: Suppose we have written a procedure to add m square matrices of size n x n. If adding two square matrices requires O (n</a:t>
            </a:r>
            <a:r>
              <a:rPr lang="en-US" altLang="en-US" sz="2133" baseline="30000">
                <a:latin typeface="Cambria" panose="02040503050406030204" pitchFamily="18" charset="0"/>
                <a:ea typeface="Cambria" panose="02040503050406030204" pitchFamily="18" charset="0"/>
                <a:cs typeface="Times New Roman" panose="02020603050405020304" pitchFamily="18" charset="0"/>
              </a:rPr>
              <a:t>2</a:t>
            </a:r>
            <a:r>
              <a:rPr lang="en-US" altLang="en-US" sz="2133">
                <a:latin typeface="Cambria" panose="02040503050406030204" pitchFamily="18" charset="0"/>
                <a:ea typeface="Cambria" panose="02040503050406030204" pitchFamily="18" charset="0"/>
                <a:cs typeface="Times New Roman" panose="02020603050405020304" pitchFamily="18" charset="0"/>
              </a:rPr>
              <a:t> ) running time, what is the complexity of this procedure in terms of m and n?</a:t>
            </a:r>
            <a:endParaRPr lang="en-IN" altLang="en-US" sz="2133">
              <a:latin typeface="Cambria" panose="02040503050406030204" pitchFamily="18" charset="0"/>
              <a:ea typeface="Cambria" panose="02040503050406030204" pitchFamily="18" charset="0"/>
              <a:cs typeface="Times New Roman" panose="02020603050405020304" pitchFamily="18" charset="0"/>
            </a:endParaRPr>
          </a:p>
          <a:p>
            <a:pPr algn="just">
              <a:lnSpc>
                <a:spcPct val="115000"/>
              </a:lnSpc>
              <a:spcBef>
                <a:spcPct val="0"/>
              </a:spcBef>
              <a:spcAft>
                <a:spcPts val="1333"/>
              </a:spcAft>
              <a:buNone/>
            </a:pPr>
            <a:r>
              <a:rPr lang="en-US" altLang="en-US" sz="2133">
                <a:latin typeface="Cambria" panose="02040503050406030204" pitchFamily="18" charset="0"/>
                <a:ea typeface="Cambria" panose="02040503050406030204" pitchFamily="18" charset="0"/>
                <a:cs typeface="Times New Roman" panose="02020603050405020304" pitchFamily="18" charset="0"/>
              </a:rPr>
              <a:t>A: To add m matrices of size n x n, we must perform m - 1 additions, each requiring time O (n</a:t>
            </a:r>
            <a:r>
              <a:rPr lang="en-US" altLang="en-US" sz="2133" baseline="30000">
                <a:latin typeface="Cambria" panose="02040503050406030204" pitchFamily="18" charset="0"/>
                <a:ea typeface="Cambria" panose="02040503050406030204" pitchFamily="18" charset="0"/>
                <a:cs typeface="Times New Roman" panose="02020603050405020304" pitchFamily="18" charset="0"/>
              </a:rPr>
              <a:t>2</a:t>
            </a:r>
            <a:r>
              <a:rPr lang="en-US" altLang="en-US" sz="2133">
                <a:latin typeface="Cambria" panose="02040503050406030204" pitchFamily="18" charset="0"/>
                <a:ea typeface="Cambria" panose="02040503050406030204" pitchFamily="18" charset="0"/>
                <a:cs typeface="Times New Roman" panose="02020603050405020304" pitchFamily="18" charset="0"/>
              </a:rPr>
              <a:t>). Therefore, the overall running time of this procedure is:</a:t>
            </a:r>
            <a:endParaRPr lang="en-IN" altLang="en-US" sz="2133">
              <a:latin typeface="Cambria" panose="02040503050406030204" pitchFamily="18" charset="0"/>
              <a:ea typeface="Cambria" panose="02040503050406030204" pitchFamily="18" charset="0"/>
              <a:cs typeface="Times New Roman" panose="02020603050405020304" pitchFamily="18" charset="0"/>
            </a:endParaRPr>
          </a:p>
          <a:p>
            <a:pPr algn="just">
              <a:lnSpc>
                <a:spcPct val="115000"/>
              </a:lnSpc>
              <a:spcBef>
                <a:spcPct val="0"/>
              </a:spcBef>
              <a:spcAft>
                <a:spcPts val="1333"/>
              </a:spcAft>
              <a:buNone/>
            </a:pPr>
            <a:r>
              <a:rPr lang="en-US" altLang="en-US" sz="2133">
                <a:latin typeface="Cambria" panose="02040503050406030204" pitchFamily="18" charset="0"/>
                <a:ea typeface="Cambria" panose="02040503050406030204" pitchFamily="18" charset="0"/>
                <a:cs typeface="Times New Roman" panose="02020603050405020304" pitchFamily="18" charset="0"/>
              </a:rPr>
              <a:t>O(m-1)O(n</a:t>
            </a:r>
            <a:r>
              <a:rPr lang="en-US" altLang="en-US" sz="2133" baseline="30000">
                <a:latin typeface="Cambria" panose="02040503050406030204" pitchFamily="18" charset="0"/>
                <a:ea typeface="Cambria" panose="02040503050406030204" pitchFamily="18" charset="0"/>
                <a:cs typeface="Times New Roman" panose="02020603050405020304" pitchFamily="18" charset="0"/>
              </a:rPr>
              <a:t>2</a:t>
            </a:r>
            <a:r>
              <a:rPr lang="en-US" altLang="en-US" sz="2133">
                <a:latin typeface="Cambria" panose="02040503050406030204" pitchFamily="18" charset="0"/>
                <a:ea typeface="Cambria" panose="02040503050406030204" pitchFamily="18" charset="0"/>
                <a:cs typeface="Times New Roman" panose="02020603050405020304" pitchFamily="18" charset="0"/>
              </a:rPr>
              <a:t>) = O(m)O(n</a:t>
            </a:r>
            <a:r>
              <a:rPr lang="en-US" altLang="en-US" sz="2133" baseline="30000">
                <a:latin typeface="Cambria" panose="02040503050406030204" pitchFamily="18" charset="0"/>
                <a:ea typeface="Cambria" panose="02040503050406030204" pitchFamily="18" charset="0"/>
                <a:cs typeface="Times New Roman" panose="02020603050405020304" pitchFamily="18" charset="0"/>
              </a:rPr>
              <a:t>2</a:t>
            </a:r>
            <a:r>
              <a:rPr lang="en-US" altLang="en-US" sz="2133">
                <a:latin typeface="Cambria" panose="02040503050406030204" pitchFamily="18" charset="0"/>
                <a:ea typeface="Cambria" panose="02040503050406030204" pitchFamily="18" charset="0"/>
                <a:cs typeface="Times New Roman" panose="02020603050405020304" pitchFamily="18" charset="0"/>
              </a:rPr>
              <a:t>) = O(mn</a:t>
            </a:r>
            <a:r>
              <a:rPr lang="en-US" altLang="en-US" sz="2133" baseline="30000">
                <a:latin typeface="Cambria" panose="02040503050406030204" pitchFamily="18" charset="0"/>
                <a:ea typeface="Cambria" panose="02040503050406030204" pitchFamily="18" charset="0"/>
                <a:cs typeface="Times New Roman" panose="02020603050405020304" pitchFamily="18" charset="0"/>
              </a:rPr>
              <a:t>2</a:t>
            </a:r>
            <a:r>
              <a:rPr lang="en-US" altLang="en-US" sz="2133">
                <a:latin typeface="Cambria" panose="02040503050406030204" pitchFamily="18" charset="0"/>
                <a:ea typeface="Cambria" panose="02040503050406030204" pitchFamily="18" charset="0"/>
                <a:cs typeface="Times New Roman" panose="02020603050405020304" pitchFamily="18" charset="0"/>
              </a:rPr>
              <a:t>)</a:t>
            </a:r>
          </a:p>
          <a:p>
            <a:pPr eaLnBrk="1" hangingPunct="1">
              <a:spcBef>
                <a:spcPct val="0"/>
              </a:spcBef>
              <a:buFontTx/>
              <a:buNone/>
            </a:pPr>
            <a:r>
              <a:rPr lang="en-US" altLang="en-US" sz="2133">
                <a:latin typeface="Cambria" panose="02040503050406030204" pitchFamily="18" charset="0"/>
                <a:ea typeface="Cambria" panose="02040503050406030204" pitchFamily="18" charset="0"/>
                <a:cs typeface="Times New Roman" panose="02020603050405020304" pitchFamily="18" charset="0"/>
              </a:rPr>
              <a:t>Q: Suppose we have two algorithms to solve the same problem. One runs in time T1(n) = 400n, whereas the other runs in time T2(n) = n2. What are the complexities of these two algorithms? For what values of n might we consider using the algorithm with the higher complexity?</a:t>
            </a:r>
            <a:endParaRPr lang="en-IN" altLang="en-US" sz="2133">
              <a:latin typeface="Cambria" panose="02040503050406030204" pitchFamily="18" charset="0"/>
              <a:ea typeface="Cambria" panose="02040503050406030204" pitchFamily="18" charset="0"/>
              <a:cs typeface="Times New Roman" panose="02020603050405020304" pitchFamily="18" charset="0"/>
            </a:endParaRPr>
          </a:p>
          <a:p>
            <a:pPr eaLnBrk="1" hangingPunct="1">
              <a:spcBef>
                <a:spcPct val="0"/>
              </a:spcBef>
              <a:buFontTx/>
              <a:buNone/>
            </a:pPr>
            <a:r>
              <a:rPr lang="en-US" altLang="en-US" sz="2133">
                <a:latin typeface="Cambria" panose="02040503050406030204" pitchFamily="18" charset="0"/>
                <a:ea typeface="Cambria" panose="02040503050406030204" pitchFamily="18" charset="0"/>
                <a:cs typeface="Times New Roman" panose="02020603050405020304" pitchFamily="18" charset="0"/>
              </a:rPr>
              <a:t>A: The complexity of T</a:t>
            </a:r>
            <a:r>
              <a:rPr lang="en-US" altLang="en-US" sz="2133" baseline="-25000">
                <a:latin typeface="Cambria" panose="02040503050406030204" pitchFamily="18" charset="0"/>
                <a:ea typeface="Cambria" panose="02040503050406030204" pitchFamily="18" charset="0"/>
                <a:cs typeface="Times New Roman" panose="02020603050405020304" pitchFamily="18" charset="0"/>
              </a:rPr>
              <a:t>1</a:t>
            </a:r>
            <a:r>
              <a:rPr lang="en-US" altLang="en-US" sz="2133">
                <a:latin typeface="Cambria" panose="02040503050406030204" pitchFamily="18" charset="0"/>
                <a:ea typeface="Cambria" panose="02040503050406030204" pitchFamily="18" charset="0"/>
                <a:cs typeface="Times New Roman" panose="02020603050405020304" pitchFamily="18" charset="0"/>
              </a:rPr>
              <a:t> is O (n), and the complexity of T</a:t>
            </a:r>
            <a:r>
              <a:rPr lang="en-US" altLang="en-US" sz="2133" baseline="-25000">
                <a:latin typeface="Cambria" panose="02040503050406030204" pitchFamily="18" charset="0"/>
                <a:ea typeface="Cambria" panose="02040503050406030204" pitchFamily="18" charset="0"/>
                <a:cs typeface="Times New Roman" panose="02020603050405020304" pitchFamily="18" charset="0"/>
              </a:rPr>
              <a:t>2</a:t>
            </a:r>
            <a:r>
              <a:rPr lang="en-US" altLang="en-US" sz="2133">
                <a:latin typeface="Cambria" panose="02040503050406030204" pitchFamily="18" charset="0"/>
                <a:ea typeface="Cambria" panose="02040503050406030204" pitchFamily="18" charset="0"/>
                <a:cs typeface="Times New Roman" panose="02020603050405020304" pitchFamily="18" charset="0"/>
              </a:rPr>
              <a:t> is O (n</a:t>
            </a:r>
            <a:r>
              <a:rPr lang="en-US" altLang="en-US" sz="2133" baseline="30000">
                <a:latin typeface="Cambria" panose="02040503050406030204" pitchFamily="18" charset="0"/>
                <a:ea typeface="Cambria" panose="02040503050406030204" pitchFamily="18" charset="0"/>
                <a:cs typeface="Times New Roman" panose="02020603050405020304" pitchFamily="18" charset="0"/>
              </a:rPr>
              <a:t>2</a:t>
            </a:r>
            <a:r>
              <a:rPr lang="en-US" altLang="en-US" sz="2133">
                <a:latin typeface="Cambria" panose="02040503050406030204" pitchFamily="18" charset="0"/>
                <a:ea typeface="Cambria" panose="02040503050406030204" pitchFamily="18" charset="0"/>
                <a:cs typeface="Times New Roman" panose="02020603050405020304" pitchFamily="18" charset="0"/>
              </a:rPr>
              <a:t>). However, the algorithm described by T</a:t>
            </a:r>
            <a:r>
              <a:rPr lang="en-US" altLang="en-US" sz="2133" baseline="-25000">
                <a:latin typeface="Cambria" panose="02040503050406030204" pitchFamily="18" charset="0"/>
                <a:ea typeface="Cambria" panose="02040503050406030204" pitchFamily="18" charset="0"/>
                <a:cs typeface="Times New Roman" panose="02020603050405020304" pitchFamily="18" charset="0"/>
              </a:rPr>
              <a:t>1</a:t>
            </a:r>
            <a:r>
              <a:rPr lang="en-US" altLang="en-US" sz="2133">
                <a:latin typeface="Cambria" panose="02040503050406030204" pitchFamily="18" charset="0"/>
                <a:ea typeface="Cambria" panose="02040503050406030204" pitchFamily="18" charset="0"/>
                <a:cs typeface="Times New Roman" panose="02020603050405020304" pitchFamily="18" charset="0"/>
              </a:rPr>
              <a:t> involves such a large constant coefficient for n that when n &lt; 400, the algorithm described by T</a:t>
            </a:r>
            <a:r>
              <a:rPr lang="en-US" altLang="en-US" sz="2133" baseline="-25000">
                <a:latin typeface="Cambria" panose="02040503050406030204" pitchFamily="18" charset="0"/>
                <a:ea typeface="Cambria" panose="02040503050406030204" pitchFamily="18" charset="0"/>
                <a:cs typeface="Times New Roman" panose="02020603050405020304" pitchFamily="18" charset="0"/>
              </a:rPr>
              <a:t>2</a:t>
            </a:r>
            <a:r>
              <a:rPr lang="en-US" altLang="en-US" sz="2133">
                <a:latin typeface="Cambria" panose="02040503050406030204" pitchFamily="18" charset="0"/>
                <a:ea typeface="Cambria" panose="02040503050406030204" pitchFamily="18" charset="0"/>
                <a:cs typeface="Times New Roman" panose="02020603050405020304" pitchFamily="18" charset="0"/>
              </a:rPr>
              <a:t> would be preferable. This is a good example of why we sometimes consider other factors besides the complexity of an algorithm alone.</a:t>
            </a:r>
            <a:endParaRPr lang="en-IN" altLang="en-US" sz="2133">
              <a:latin typeface="Cambria" panose="02040503050406030204" pitchFamily="18" charset="0"/>
              <a:ea typeface="Cambria" panose="02040503050406030204" pitchFamily="18" charset="0"/>
              <a:cs typeface="Times New Roman" panose="02020603050405020304" pitchFamily="18" charset="0"/>
            </a:endParaRPr>
          </a:p>
          <a:p>
            <a:pPr algn="just">
              <a:lnSpc>
                <a:spcPct val="115000"/>
              </a:lnSpc>
              <a:spcBef>
                <a:spcPct val="0"/>
              </a:spcBef>
              <a:spcAft>
                <a:spcPts val="1333"/>
              </a:spcAft>
              <a:buNone/>
            </a:pPr>
            <a:endParaRPr lang="en-IN" altLang="en-US" sz="1867">
              <a:ea typeface="Calibri" panose="020F0502020204030204" pitchFamily="34" charset="0"/>
              <a:cs typeface="Times New Roman" panose="02020603050405020304" pitchFamily="18" charset="0"/>
            </a:endParaRPr>
          </a:p>
        </p:txBody>
      </p:sp>
      <p:sp>
        <p:nvSpPr>
          <p:cNvPr id="62467" name="Title 1">
            <a:extLst>
              <a:ext uri="{FF2B5EF4-FFF2-40B4-BE49-F238E27FC236}">
                <a16:creationId xmlns:a16="http://schemas.microsoft.com/office/drawing/2014/main" id="{0C649D5B-735C-E604-0660-D28629A16C62}"/>
              </a:ext>
            </a:extLst>
          </p:cNvPr>
          <p:cNvSpPr>
            <a:spLocks noGrp="1"/>
          </p:cNvSpPr>
          <p:nvPr>
            <p:ph type="title"/>
          </p:nvPr>
        </p:nvSpPr>
        <p:spPr>
          <a:xfrm>
            <a:off x="527051" y="23285"/>
            <a:ext cx="10972800" cy="560916"/>
          </a:xfrm>
        </p:spPr>
        <p:txBody>
          <a:bodyPr/>
          <a:lstStyle/>
          <a:p>
            <a:r>
              <a:rPr lang="en-IN" altLang="en-US"/>
              <a:t>Solved Exercise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3">
            <a:extLst>
              <a:ext uri="{FF2B5EF4-FFF2-40B4-BE49-F238E27FC236}">
                <a16:creationId xmlns:a16="http://schemas.microsoft.com/office/drawing/2014/main" id="{80B10077-7B5F-056B-FE9F-F0F7002766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801" y="260351"/>
            <a:ext cx="10502900" cy="2804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1" name="Picture 4">
            <a:extLst>
              <a:ext uri="{FF2B5EF4-FFF2-40B4-BE49-F238E27FC236}">
                <a16:creationId xmlns:a16="http://schemas.microsoft.com/office/drawing/2014/main" id="{0ADEA02D-B6C7-8E67-FA9A-3A2EF79C5D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234" y="3285067"/>
            <a:ext cx="11675533" cy="3168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3">
            <a:extLst>
              <a:ext uri="{FF2B5EF4-FFF2-40B4-BE49-F238E27FC236}">
                <a16:creationId xmlns:a16="http://schemas.microsoft.com/office/drawing/2014/main" id="{3CCD0DA9-4CD5-9547-12C9-2C7B7318D3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584"/>
            <a:ext cx="12166600" cy="485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401FC80A-DF5C-3A8C-6465-B1D799DF85A9}"/>
              </a:ext>
            </a:extLst>
          </p:cNvPr>
          <p:cNvSpPr>
            <a:spLocks noGrp="1"/>
          </p:cNvSpPr>
          <p:nvPr>
            <p:ph type="title"/>
          </p:nvPr>
        </p:nvSpPr>
        <p:spPr>
          <a:xfrm>
            <a:off x="2754841" y="2410884"/>
            <a:ext cx="6682317" cy="1327149"/>
          </a:xfrm>
        </p:spPr>
        <p:txBody>
          <a:bodyPr/>
          <a:lstStyle/>
          <a:p>
            <a:pPr algn="ctr" eaLnBrk="1" hangingPunct="1"/>
            <a:r>
              <a:rPr lang="en-US" altLang="en-US" sz="6000" b="1" dirty="0"/>
              <a:t>Thank You</a:t>
            </a:r>
            <a:endParaRPr lang="en-IN" altLang="en-US" sz="6000" b="1" dirty="0"/>
          </a:p>
        </p:txBody>
      </p:sp>
      <p:sp>
        <p:nvSpPr>
          <p:cNvPr id="65539" name="Slide Number Placeholder 4">
            <a:extLst>
              <a:ext uri="{FF2B5EF4-FFF2-40B4-BE49-F238E27FC236}">
                <a16:creationId xmlns:a16="http://schemas.microsoft.com/office/drawing/2014/main" id="{C4F5BC85-76BD-F80E-4BBD-64DF43F2A3E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4267">
                <a:solidFill>
                  <a:schemeClr val="tx1"/>
                </a:solidFill>
                <a:latin typeface="Calibri" panose="020F0502020204030204" pitchFamily="34" charset="0"/>
              </a:defRPr>
            </a:lvl1pPr>
            <a:lvl2pPr marL="990575" indent="-380990">
              <a:spcBef>
                <a:spcPct val="20000"/>
              </a:spcBef>
              <a:buFont typeface="Arial" panose="020B0604020202020204" pitchFamily="34" charset="0"/>
              <a:buChar char="–"/>
              <a:defRPr sz="3733">
                <a:solidFill>
                  <a:schemeClr val="tx1"/>
                </a:solidFill>
                <a:latin typeface="Calibri" panose="020F0502020204030204" pitchFamily="34" charset="0"/>
              </a:defRPr>
            </a:lvl2pPr>
            <a:lvl3pPr marL="1523962" indent="-304792">
              <a:spcBef>
                <a:spcPct val="20000"/>
              </a:spcBef>
              <a:buFont typeface="Arial" panose="020B0604020202020204" pitchFamily="34" charset="0"/>
              <a:buChar char="•"/>
              <a:defRPr sz="3200">
                <a:solidFill>
                  <a:schemeClr val="tx1"/>
                </a:solidFill>
                <a:latin typeface="Calibri" panose="020F0502020204030204" pitchFamily="34" charset="0"/>
              </a:defRPr>
            </a:lvl3pPr>
            <a:lvl4pPr marL="2133547" indent="-304792">
              <a:spcBef>
                <a:spcPct val="20000"/>
              </a:spcBef>
              <a:buFont typeface="Arial" panose="020B0604020202020204" pitchFamily="34" charset="0"/>
              <a:buChar char="–"/>
              <a:defRPr sz="2667">
                <a:solidFill>
                  <a:schemeClr val="tx1"/>
                </a:solidFill>
                <a:latin typeface="Calibri" panose="020F0502020204030204" pitchFamily="34" charset="0"/>
              </a:defRPr>
            </a:lvl4pPr>
            <a:lvl5pPr marL="2743131" indent="-304792">
              <a:spcBef>
                <a:spcPct val="20000"/>
              </a:spcBef>
              <a:buFont typeface="Arial" panose="020B0604020202020204" pitchFamily="34" charset="0"/>
              <a:buChar char="»"/>
              <a:defRPr sz="2667">
                <a:solidFill>
                  <a:schemeClr val="tx1"/>
                </a:solidFill>
                <a:latin typeface="Calibri" panose="020F0502020204030204" pitchFamily="34" charset="0"/>
              </a:defRPr>
            </a:lvl5pPr>
            <a:lvl6pPr marL="335271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6pPr>
            <a:lvl7pPr marL="3962301"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7pPr>
            <a:lvl8pPr marL="457188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8pPr>
            <a:lvl9pPr marL="5181470"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9pPr>
          </a:lstStyle>
          <a:p>
            <a:pPr>
              <a:spcBef>
                <a:spcPct val="0"/>
              </a:spcBef>
              <a:buFontTx/>
              <a:buNone/>
            </a:pPr>
            <a:fld id="{9B1CFAE2-0F5A-404E-9EE4-2CF76ACD199F}" type="slidenum">
              <a:rPr lang="en-US" altLang="en-US" sz="1600">
                <a:solidFill>
                  <a:srgbClr val="898989"/>
                </a:solidFill>
                <a:latin typeface="Arial" panose="020B0604020202020204" pitchFamily="34" charset="0"/>
              </a:rPr>
              <a:pPr>
                <a:spcBef>
                  <a:spcPct val="0"/>
                </a:spcBef>
                <a:buFontTx/>
                <a:buNone/>
              </a:pPr>
              <a:t>54</a:t>
            </a:fld>
            <a:endParaRPr lang="en-US" altLang="en-US" sz="1600">
              <a:solidFill>
                <a:srgbClr val="898989"/>
              </a:solidFill>
              <a:latin typeface="Arial" panose="020B0604020202020204" pitchFamily="34" charset="0"/>
            </a:endParaRPr>
          </a:p>
        </p:txBody>
      </p:sp>
    </p:spTree>
  </p:cSld>
  <p:clrMapOvr>
    <a:masterClrMapping/>
  </p:clrMapOvr>
</p:sld>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TotalTime>
  <Words>4788</Words>
  <Application>Microsoft Macintosh PowerPoint</Application>
  <PresentationFormat>Widescreen</PresentationFormat>
  <Paragraphs>436</Paragraphs>
  <Slides>54</Slides>
  <Notes>13</Notes>
  <HiddenSlides>0</HiddenSlides>
  <MMClips>0</MMClips>
  <ScaleCrop>false</ScaleCrop>
  <HeadingPairs>
    <vt:vector size="6" baseType="variant">
      <vt:variant>
        <vt:lpstr>Fonts Used</vt:lpstr>
      </vt:variant>
      <vt:variant>
        <vt:i4>11</vt:i4>
      </vt:variant>
      <vt:variant>
        <vt:lpstr>Theme</vt:lpstr>
      </vt:variant>
      <vt:variant>
        <vt:i4>8</vt:i4>
      </vt:variant>
      <vt:variant>
        <vt:lpstr>Slide Titles</vt:lpstr>
      </vt:variant>
      <vt:variant>
        <vt:i4>54</vt:i4>
      </vt:variant>
    </vt:vector>
  </HeadingPairs>
  <TitlesOfParts>
    <vt:vector size="73" baseType="lpstr">
      <vt:lpstr>Arial</vt:lpstr>
      <vt:lpstr>Calibri</vt:lpstr>
      <vt:lpstr>Calibri Light</vt:lpstr>
      <vt:lpstr>Cambria</vt:lpstr>
      <vt:lpstr>Courier New</vt:lpstr>
      <vt:lpstr>Open Sans</vt:lpstr>
      <vt:lpstr>Symbol Set</vt:lpstr>
      <vt:lpstr>Tahoma</vt:lpstr>
      <vt:lpstr>Times New Roman</vt:lpstr>
      <vt:lpstr>Verdana</vt:lpstr>
      <vt:lpstr>Wingdings</vt:lpstr>
      <vt:lpstr>1_Custom Design</vt:lpstr>
      <vt:lpstr>2_Custom Design</vt:lpstr>
      <vt:lpstr>1_Office Theme</vt:lpstr>
      <vt:lpstr>1_Custom Design</vt:lpstr>
      <vt:lpstr>2_Custom Design</vt:lpstr>
      <vt:lpstr>Custom Design</vt:lpstr>
      <vt:lpstr>2_Office Theme</vt:lpstr>
      <vt:lpstr>3_Office Theme</vt:lpstr>
      <vt:lpstr>PowerPoint Presentation</vt:lpstr>
      <vt:lpstr>PowerPoint Presentation</vt:lpstr>
      <vt:lpstr>Recap</vt:lpstr>
      <vt:lpstr>Session 3: Learning Objectives</vt:lpstr>
      <vt:lpstr>PowerPoint Presentation</vt:lpstr>
      <vt:lpstr>PowerPoint Presentation</vt:lpstr>
      <vt:lpstr>PowerPoint Presentation</vt:lpstr>
      <vt:lpstr>PowerPoint Presentation</vt:lpstr>
      <vt:lpstr>PowerPoint Presentation</vt:lpstr>
      <vt:lpstr>PowerPoint Presentation</vt:lpstr>
      <vt:lpstr>Simplifying with Big-O</vt:lpstr>
      <vt:lpstr>Big-O Examples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Order Notations</vt:lpstr>
      <vt:lpstr>Race 1</vt:lpstr>
      <vt:lpstr>Race 2</vt:lpstr>
      <vt:lpstr>Race C</vt:lpstr>
      <vt:lpstr>Race 4</vt:lpstr>
      <vt:lpstr>Race 5</vt:lpstr>
      <vt:lpstr>Race VI</vt:lpstr>
      <vt:lpstr>Big-O Winners (i.e. losers)</vt:lpstr>
      <vt:lpstr>Big-O Common Names</vt:lpstr>
      <vt:lpstr>PowerPoint Presentation</vt:lpstr>
      <vt:lpstr>PowerPoint Presentation</vt:lpstr>
      <vt:lpstr>PowerPoint Presentation</vt:lpstr>
      <vt:lpstr>Insertion Sort Example</vt:lpstr>
      <vt:lpstr>Insertion Sort</vt:lpstr>
      <vt:lpstr>Analyzing Insertion Sort</vt:lpstr>
      <vt:lpstr>PowerPoint Presentation</vt:lpstr>
      <vt:lpstr>PowerPoint Presentation</vt:lpstr>
      <vt:lpstr>PowerPoint Presentation</vt:lpstr>
      <vt:lpstr>PowerPoint Presentation</vt:lpstr>
      <vt:lpstr>Tips for solving Questions On Asymptotic </vt:lpstr>
      <vt:lpstr>PowerPoint Presentation</vt:lpstr>
      <vt:lpstr>QUIZ</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Solved Exercise</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Tanu Gupta</dc:creator>
  <cp:lastModifiedBy>Kunwar Rupendra Pratap Singh Hada</cp:lastModifiedBy>
  <cp:revision>133</cp:revision>
  <dcterms:created xsi:type="dcterms:W3CDTF">2024-06-18T08:55:00Z</dcterms:created>
  <dcterms:modified xsi:type="dcterms:W3CDTF">2026-01-16T05:20:33Z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5A23580D3912406CBDBCBB30DCAD8F29_13</vt:lpwstr>
  </property>
  <property fmtid="{D5CDD505-2E9C-101B-9397-08002B2CF9AE}" pid="3" name="KSOProductBuildVer">
    <vt:lpwstr>1033-12.2.0.21179</vt:lpwstr>
  </property>
</Properties>
</file>